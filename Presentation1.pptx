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015"/>
    <p:restoredTop sz="96904"/>
  </p:normalViewPr>
  <p:slideViewPr>
    <p:cSldViewPr snapToGrid="0">
      <p:cViewPr varScale="1">
        <p:scale>
          <a:sx n="154" d="100"/>
          <a:sy n="154" d="100"/>
        </p:scale>
        <p:origin x="8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2:02.3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11726 2850 24575,'63'-35'0,"0"0"0,-7 0 0,1-4 0,-4-3 0,3-6 0,-7 3 0,-3 2 0,-6 2 0,3-5 0,-9 4 0,-18 9 0,-12 12 0,-8 10 0,-2 1 0,-10 4 0,-20-14 0,-23-3 0,-11-7 0,-11 1 0,12 7 0,9 9 0,-14 13 0,-20 8 0,1 4 0,15 1 0,2 4 0,-8 2 0,3 0 0,-8 3 0,-5 1 0,0 2 0,3 0 0,2 1 0,-1 1 0,2 1 0,3 0 0,5-1-248,-15 8 1,7 0 0,1-3 247,-4-2 0,1-1 0,23-7 0,23-4 0,8-2 0,-2 14 0,-3 5 0,-1-5 0,-6 3 0,-12 8 0,-10 4 0,0 0-189,0-2 0,-1-1 0,-10-1 189,-1-9 0,-10 0 0,-6-1 0,3-1 0,9 0-246,12-1 0,8 0 0,0-1 0,-7-2 49,-10-2 0,-9-3 1,-1 0-1,6-3 0,15 0 89,-1 3 1,8-2 426,-9-2 0,5-3-319,-2-1 0,15-7 0,-18-1 521,-9-5-521,-12-7 491,36 4 1,-1-3-1,0-12 1,-5-2-309,-28 1 1,-9-1-184,30-4 0,-3-4 0,-8 3-197,7 9 0,-8 2 1,-4 2-1,-1 0 0,4 0-49,-12-1 0,2 0 0,-2 1 0,-3 2 82,19 2 0,-3 1 0,-3 0 0,1 2 0,1 2 0,3 2-33,-4 4 0,2 3 1,1 3-1,3 0 0,3 0-71,-27 3 1,7 1-1,3 7 82,7 7 1,3 5 0,10 9 185,21 4 0,7 6 0,4 2 0,3 2 0,4 2 0,1 0 0,-15 20 0,5-2 0,11-15 0,7-9 983,4-12 0,43-38-574,21-10 0,16-11-409,9-17 0,14-14 0,11-7 0,10 1-99,-33 24 1,6 0 0,6-1-1,4-1 1,3 0 0,3 0-1,0-1 1,0 0 0,-2 0-1,-2 0 0,0-1 1,-1-1 0,1 0-1,-1-1 1,0 1 0,1-1-1,1 0 1,1 1 0,2 0-1,1 0 17,-5 2 0,4 1 0,2-2 0,2 1 0,0-1 0,1 1 0,-1 1 0,-1 0 0,-3 1 0,-3 2 0,-4 2 0,-4 1-59,14-5 1,-4 3-1,-3 2 1,-4 1-1,-3 1 1,-4 1-1,-3 0-105,22-7 0,-5 2 0,-8 1 0,-16 4-246,-8 0 0,-19 5-492,-24 10 0,6-5 1967,53-2-492,-18 10 1,8 3-1,31-1 1,8 1-165,-34 1 1,0 0 0,-1 1-18,20 3 1,1-3-311,-19-7 0,2-4 0,-1 2 327,-4 5 1,-1 1 0,10-1-132,8-1 1,11-2-1,6 0 1,-2 1 0,-9 2 48,-9 1 1,-6 1 0,-1 2 0,3-1-1,14-1 1,7 0 0,-7 1 0,-17 1 222,22 3-468,-156 16 0,2-6 0,-18-1 0,-12 1 0,-4 0-141,15-1 1,-6 0-1,-4 0 1,-4 0-1,-5 0 1,-3 1-1,-3-1 59,18-2 0,-2 0 0,-4 1 0,-2-1 0,-3 1 0,-1-1 0,-2 1 0,-2-1 0,-1 0 0,-1 0 0,0 0 0,-1-1 20,13-1 1,-1 0-1,-1 0 1,-1 0-1,-1 0 1,-1 0-1,-1-1 1,-1 1 0,0-1-1,-1 0 1,0 0-1,-1 0 1,0 0-1,0 0 1,-1 0-1,1-1 7,3 1 0,-1-1 1,-1 0-1,0 0 0,-1 0 1,0 0-1,-1 0 1,0 0-1,0-1 0,0 1 1,-1-1-1,1 1 1,0-1-1,0 0 0,0 0 1,0 0-1,1 0 0,1 0 0,2 0 0,0 0 1,-1-1-1,0 0 0,0 1 1,0-1-1,1 0 1,-1 0-1,1 0 0,0 0 1,1 0-1,0 0 1,1 0-1,0 0 0,2 0 1,0 0-1,1 0 0,1 0-16,-12 1 1,0-1 0,0 1 0,0-1-1,2 1 1,0-1 0,1 1 0,1-1 0,3 1-1,0-1 1,3 0 0,2 0 0,3 0-1,2 0-52,-25 0 0,2-1 0,4 1 0,3-1 0,4 0 0,4 0 0,5 1 0,5 1-123,-28 3 0,5 1 0,16-1 0,28-2-738,25-3 492,94-6 0,49-3 246,-26 4 0,11 1 0,7-1 0,5-2 215,-25-1 0,5-2 0,3-1 0,2 0 0,2-1 0,1 0 0,0 0 31,-4 2 0,2 0 0,1-1 0,1 1 0,0-1 0,0 0 0,-1 0 0,0 0 0,9-3 0,2 0 0,0-1 0,-1-1 0,-2 1 0,-4 1 0,-4 0 196,8-2 1,-4 1-1,-3 0 1,-6 0 0,-5 2 130,16-2 1,-7 0 0,-22 5 655,-15 2-492,-98 12 1,-43 4-247,7 1 1,-15 3 0,-9 1 0,-6-2-387,26-4 1,-6-1-1,-3 0 1,-3-1-1,-2 1 1,2 0-1,1 1 0,2 1 1,1 1-1,0 1 1,-1-1-1,0 0 1,-2 0-1,-1-3 47,0-1 1,-5-1-1,-2-2 1,0 0-1,1 0 1,4 0 0,5 1-1,8 1 94,-22 4 0,9 1 0,6 0 0,0-2 245,4-5 1,0-3 0,6 0 0,13 4 245,-4 6 1,36 1 491,124 4-492,-4-1 1,22 0-656,-24-3 0,11 0 0,10 0 0,7 0 0,3-1 0,0-1 65,-28-3 1,0-1 0,2-1-1,2-1 1,2 0 0,3 0-1,2 0 1,5 1 0,3-1-1,4 1 49,-25 0 1,4-1 0,5 1 0,2 0 0,4 1 0,1-1-1,3 0 1,2 1 0,0-1 0,2 1 0,0-1 0,-1 1 0,0-1-1,-1 0 1,-1 0 0,-2 0 0,-3-1 0,-2 1 0,-3-2-1,-4 1-32,22 0 0,-4-1 0,-4 0 0,-2-1 0,-3 0 0,0 0 0,-1 0 0,0 0 0,2 0 0,1 0 0,3 1 0,4-1 20,-11 1 1,6 0-1,4 1 1,3-1-1,2 0 1,1 1-1,1 0 1,-2-1 0,-1 1-1,-4-1 1,-3 1-1,-5-1 1,-6 0-1,-7 0 1,-8 0-1,-10 0-184,32-1 0,-18 0 0,-9 0 0,-1 0-82,17-1 0,-5 0 0,-27 3-97,-35 2 425,-105 11 0,25-11 0,-13-2 0,-9-1 0,-5 0 2,15 1 1,-6 0-1,-3 1 1,-4-1 0,-3 0-1,-3 0 1,-1-1-3,10 0 0,-3-1 0,-3-1 0,-1 1 0,-3-1 0,0 0 0,-2 1 0,0 0 0,-1 1 0,1 0 0,0 1 0,-2 1 0,0 0 0,-2 0 0,0 1 0,-1 0 0,1 0 0,-1 0 0,2 0 0,0 0 0,1 0 0,4 0 0,-1 0 0,1-1 0,0 1 0,0-1 0,1 1 0,0 0 0,2 0 0,1 1 0,1 1 0,2 0 0,-17 2 0,0 2 0,0 0 0,3 1 0,2 1 0,4-1 0,5 0 0,6-1 196,-7 1 1,5 0-1,6-1 1,6 1 0,7 1 294,-47 8 1,45 1 81,69-10-573,23 1 0,30-7 0,33-4 0,20-2 0,9-2 0,-2 3-110,-33 0 1,2 1 0,3 0 0,3 0-1,3 0 1,2 0 0,3 0 0,2-1-1,4 1 44,-20-1 0,3 0 1,3 0-1,2 1 1,1-1-1,3 0 1,1-1-1,1 1 1,0 0-1,2 0 1,0 0-1,0 0 1,1 0-1,-1 0 0,-1 0 8,-5 0 0,2 0 0,0 0 0,1 0 0,1 0 1,0 0-1,0 0 0,1 0 0,0 0 0,-1 0 0,1 0 1,-1 0-1,0 0 0,0 0 0,-2 0 0,0 0 0,-1 0 37,7 0 1,0 0-1,0 0 1,0 0-1,0 0 1,-1 0 0,0 0-1,-1 0 1,0 0-1,-2 0 1,-1 0-1,-1 0 1,-2 0 0,-2 0-1,-2 0 119,20 0 0,-2 0 0,-1 0 1,-2-1-1,-2 1 0,-2 0 1,-3 0-1,-4 0 0,-3 0 1,-4 1-51,17-1 1,-1 0 0,-4-1-1,-9 2 1,-13 0 0,-15 3-49,23 9 0,-122-2 0,-51 3 0,-15-1 0,35-5 0,-9-1 0,-7 1 0,-6-1 0,-3 0 0,-3 0 0,-1 0 0,1-1 0,8-1 0,-1 0 0,-2-1 0,-1 0 0,-2 0 0,-2 0 0,-1-1 0,-2 1 0,-3-1 0,-1 1 0,18-2 0,-3 1 0,-2 0 0,-2 0 0,-1 0 0,-2-1 0,0 1 0,-1-1 0,-1 1 0,1-1 0,0 0 0,0 1 0,2-1 0,0 0 0,2 0 0,-2 0 0,1 0 0,-1 0 0,0-1 0,1 1 0,-1-1 0,2 1 0,0-1 0,0 1 0,2-1 0,0 0 0,2 0 0,0 0 0,2 0 0,-8 0 0,1-1 0,2-1 0,1 1 0,0-1 0,2 1 0,0-1 0,1 2 0,0 0 0,0 1 0,0 1-9,-7 2 1,-3 1 0,-1 1 0,-1 2 0,2-1 0,2 1 0,5-1 0,6 0 0,6-2 0,9-1 8,-38-1 0,18-2 0,0 5-97,1 6 0,-9 5 1,17-2-1,48-12 97,40-9 0,49-18 0,33-8 0,-12 3 0,11-4 0,11-1 0,10 0 0,-28 10 0,8 0 0,7-1 0,4 0 0,3-1 0,1 1 0,1 0 0,-3 0 0,-4 1 0,-6 0 0,0 1 0,0 0 0,-1-1 0,0 1 0,0 1 0,0-1 0,-1 1 0,1 1 0,1-1 0,2 1 0,2-1 0,0 1 0,-2 0 0,-3 1 0,-3 1 0,-6 1 0,-7 2 245,29-4 1,-6 2 0,-13 2 0,-22 2 737,-5-6-492,-106 31 1,-36 10-250,2-6 0,-16-1-299,27-5 0,-10 1 1,-9 0-1,-5 0 0,-4-1 1,-2-2 56,19-4 0,-5 0 0,-3-1 0,-3-1 0,-1 0 0,-2-1 0,-1 0 0,2 0 0,0 1 0,3 0-110,-8 0 1,2 0 0,-1 1 0,1-1-1,0 0 1,0 0 0,0 0 0,0 0-1,-1-1 11,6 0 1,-2-1 0,-2 0-1,-1 0 1,1 0 0,2 0-1,3 0 1,4-1 0,6 1-1,6 0-84,-39 0 1,9 1 0,12-1 0,16-1 673,1-1 1,37-3-258,77-8-562,25-8 0,24-5 0,8 1 289,-22 11 1,6 2 0,3 0 0,3 1 0,3-2 38,5-1 0,5-2 0,3 1 0,1-1 0,0 1 0,-2 2 0,-3 2 0,1 0 0,1 2 0,-3 0 0,-3 0 0,-4 2 245,13-1 1,-3 1 0,-7 1 0,-11 0 245,23-4 1,-47 2-392,-114 6 0,-54-1-100,43-2 0,-11-2 0,-8-2 0,-3-1 0,-2-1 0,3 0 163,-2-1 1,-1-1 0,-1-1 0,0 0 0,-1-1 0,-2 0-62,6 0 0,-4 0 0,-1-1 1,0-1-1,3 1 0,6-1 1,6 0-103,-14-4 0,7-1 0,8 0 0,9 0 491,-11-4 1,23-1 491,39 3 0,46-20 0,0 3 0,12-9-428,-16 8 428,-10 8 0,-16-3 0,-47-13-708,-21 14 0,-25-2 1,-4-1-522,15 5 0,-2 0 0,-4-1 0,-5-2 82,12 4 0,-4-2 0,-4-2 0,-1 0 0,2 2 0,5 0-33,-2 1 0,2 2 1,2-1-1,3 2 0,5 0-66,-20-12 0,7 1 0,12 5 263,8 6 0,22 3 0,38 2 0,11 4 0,6-11 0,19-14 983,-1 11 0,20-10 0,-5 9-191,1 3-792,-8 2 0,-11 5 0,-10 11 0,-1-5 0,-9 9 0,4-4 0,-5 6 0,0-1 0,0 0 0,0-5 0,5 4 0,5-8 0,2 3 0,4 0 0,-5 1 0,4 0 0,-3 0 0,4-1 0,-6 6 0,1 1 0,0 4 0,0 0 0,-1 1 0,6 1 0,-4-3 0,-2 1 0,-5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2:29.90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2698 1080 24575,'-24'-11'0,"5"0"0,19-4 0,51-57 0,9 32 0,23-2 0,13-1 0,-1 0 0,-21 11 0,2 0 0,3 0 0,2 0 0,3 1 0,2-1-141,3 0 1,6 0-1,3-1 1,1 1-1,-2 1 1,-2 1-1,-5 4-56,10-3 0,-2 3 1,-4 3-1,-4 1 0,-6 2-131,24-3 0,-8 3 0,-31 3-431,-38-1 759,-87 13 0,-45 5 0,17 0 0,-12 0 0,-8 0 0,-3 0-164,16 0 0,-4 0 0,-3 0 0,-3 0 0,-1 0 0,0 0 23,5 0 1,-1 0-1,-2 0 1,0 0-1,0 0 1,1 0-1,3 0 66,7 0 1,-2 0 0,2 0 0,1 0 0,3 0 0,3 0 0,5 0 74,-20 0 0,7 0 0,5 0 0,7 0 0,-36 0 0,33 0 0,64 0 0,61-5 0,56-6 0,5 1 0,-19 4 0,4 0 0,5 0 0,8-1-126,-20 1 0,8-1 0,3 0 0,3 0 0,0-1 0,-1 1 0,-3 0 126,8 0 0,1-1 0,-1 2 0,-2-1 0,-3 1 0,-6 0 0,16 0 0,-4 0 0,-6 1 0,-9-1 0,0-2 0,-8-1 0,-29 4 0,-40 3 0,-70 0 0,-51 0 0,31 1 0,-11 1 0,-7 0 0,-6 1-141,21-1 1,-5 0-1,-4 0 1,-3 0-1,-2 0 1,-1 0-1,0 0 18,2 0 0,-2 0 0,-2 0 0,-1 0 0,-1 0 0,2 0 0,0 0 0,2 0 83,5 0 0,0 0 0,-1 0 0,2 0 1,1 0-1,2 0 0,4 0 0,3 0 40,-20 0 0,5 0 0,3 0 0,7 0 0,6 0 0,-12 0 0,9 0 0,28 0 0,36 0 0,56 0 0,49 0 0,8 0 0,-16-1 0,8 1 0,6 0 0,7 0 0,7 1-90,-28 0 1,6 0-1,4 1 1,4 0 0,4 0-1,1 0 1,1 0 0,0 0-1,-1 0 1,-1 0-1,-4-1 44,5 0 1,-2 0-1,1-1 1,-2 0-1,1 0 1,0 1 0,-1-1-1,1 0 1,0 1-1,1 0 46,4 0 0,2 1 0,2 0 0,1 1 0,-1-1 0,-1 0 0,-4 1 0,-4-1 0,-5-1 0,-7 0-93,21 0 0,-7-1 0,-7 0 1,-8-1-1,-6 1 93,39-1 0,-33 2 983,-59 4 0,-28-4-656,-50 3 1,-42 2 0,-7 0-153,29-2 1,-4 0 0,-4 0 0,-4 0 0,-5 1-299,13-1 0,-4-1 0,-4 1 0,-3 0 0,-1 0 0,-1 1 0,1 0 0,1 0 0,-2 1 0,-1 1 0,-1 0 0,0 1 0,1-1 0,1 1 0,3 0 0,2-1-41,-12 1 0,2 0 0,2 0 0,3 0 0,4 1 0,5 0-18,-11 2 1,4 0-1,8 1 1,13-1 672,-3 3 1,25 1 491,38-5 0,10-4 0,66 10-656,15-12 1,22-5 0,12 1-492,-31 1 0,5 1 0,5 1 0,6-1 0,3 0 0,5-1 65,-20 0 1,4-1 0,4 0-1,2 0 1,3 0 0,1 0-1,2 0 1,1-1 0,0 1-1,-1 0 23,-15 0 0,0 0 1,1 0-1,1 0 0,1 0 1,0 0-1,1 0 1,0 0-1,1 0 0,0 0 1,1 0-1,0 0 0,0 0 5,0 0 1,3 0 0,2 0 0,0 0-1,2 0 1,-1 0 0,1 0 0,-1 0 0,-2 0-1,-1 0 1,-1 0 0,-4 0 0,-2 0-1,-4 0-39,14 0 1,-3 0 0,-3 0 0,-3 0-1,-1 0 1,-3 0 0,-1 0 0,-1 0-1,0 0-31,13 0 1,6-1-1,-1 1 1,-5 0-1,-10-1 1,-14 2-1,-20 0-843,12 4 656,-105 1 0,-45 3 0,-1 1 235,18-1 1,-2 0-1,-13 1 93,12-2 0,-10-1 0,-8 1 0,-5 1 0,-5-1 0,-1 1 0,0 0 0,2 0 0,5 0 0,0 0 0,0 0 0,-1 0 0,-2 0 0,-2 1 0,-3 0 0,-3 1 0,-5 1 0,20-3 0,-4 2 0,-3-1 0,-3 1 0,-2 1 0,-1-1 0,-3 1 0,1 0 0,-2 0 0,1 1 0,1-1 0,1 0 0,1 1 0,3-1 0,1 0 0,-1 0 0,0 1 0,1-1 0,1 0 0,1 0 0,1 0 0,0 1 0,0-1 0,1 1 0,0 0 0,0 1 0,0 0 0,0 0 74,-7 2 0,-2 1 0,-2 1 0,0 0 0,1 1 0,0 0 0,2-1 0,3 1 0,3-1 0,5 0 0,5-1 0,5-1-74,-34 8 0,8-3 0,9 0 0,9 2 0,9 2 0,0 7 0,11 2 0,25-2 0,32 1 983,26-7 0,47-15-656,4-11 1,20-5 0,17-2-270,-31 2 0,9-1 0,8 0 1,6-1-1,4 0 0,4-1 0,1 0 1,0 0-1,-2 0-58,-16 1 0,1-1 0,1 1 0,1 0 0,0-1 0,2 0 0,1 0 0,2 0 0,1 0 0,2 0 0,1-1 0,2 1-58,-12 0 0,2 1 0,2-1 0,2 0 0,1 0 1,2 0-1,0 0 0,2-1 0,0 1 0,0 0 0,0 0 1,0-1-1,-1 1 0,0 0 0,-2 0 0,0 0 0,-2 0 35,5 0 0,0 0 0,1 0 0,-2 0 0,1 0 1,-1 1-1,0-1 0,-1 0 0,-1 0 0,0 1 0,0-1 1,-1 0-1,-1 0 0,-1 1 0,0-1-53,4-1 0,1 1 1,0-1-1,-1 0 0,0 0 1,-2 0-1,0 0 1,-2 1-1,-1-1 0,-2 1 1,-3 0-1,-2 1 0,-3 0-47,19-1 0,-3 0 0,-3 1 0,-3 1 0,-3-1 0,-4 1 0,-4 0 0,-5 0-123,34-3 0,-3 0 0,-19 1 0,-40 1-738,-40 3 943,-47 13 1,-49 14 0,-12-2 40,25-8 0,-7-1 0,-7-1 0,-6 0 0,-5 1 0,-3-1 0,22-1 0,-3-1 0,-4 1 0,-2 0 0,-3 1 0,-2-1 0,-2-1 0,-2 1 0,-1-1 0,-2 0 0,0-2 0,11 0 0,-3-1 0,0-1 0,-3 0 0,-1 0 0,-1-1 0,-1 0 0,-1 0 0,-1 0 0,-1 0 0,0 0 0,-1 0 0,0 0 0,-1 0 0,1 1 0,8-1 0,-1 1 0,-1-1 0,-1 1 0,0 0 0,-1-1 0,-1 1 0,0 0 0,0 0 0,0-1 0,-1 1 0,1 0 0,-1 0 0,0-1 0,1 1 0,0-1 0,1 1 0,-1-1-12,2 0 0,-1 0 1,0 0-1,0 0 1,-1 0-1,0-1 0,1 1 1,-1-1-1,1 1 1,0-1-1,0 1 0,1 0 1,1 0-1,0 0 1,1 0-1,1 1 0,1 0 1,1 0 11,-6 1 0,0 0 0,0 0 0,0 1 0,0 0 0,1 0 0,1 0 0,1 0 0,2 1 0,1-1 0,2 0 0,2 1 0,3-1 0,2 0 0,2 0 0,-28 3 0,2 0 0,3 0 0,4-1 0,5 1 0,4 0 0,5-1 0,6 1 245,-31 3 1,-1 1 0,27-2 0,51-3 81,74-6 1,49-2 0,13-1-252,-24 1 0,8-1 0,8 0 1,6 0-1,7-1 0,7 1-147,-34 0 1,5 0 0,4 0 0,4 0-1,4 0 1,2 0 0,3 0 0,1 0 0,2 0-1,-1 0 1,1 0 0,0 0 0,-2 0-1,-1 0 58,-9 0 0,-1 0 0,1 0 0,0 0 0,1 0 0,-1 0 0,1 0 0,1 0 0,-1 0 1,2 0-1,0 0 0,1 0 0,1 0 0,1 0 0,1 0 0,2 0 13,-8 0 0,2 0 0,2 0 0,1 0 0,2 0 0,1 0 0,1 0 0,0 0 0,1 0 0,-1 0 0,1 0 0,-1 0 0,-1 0 0,0 0 0,-2 0 0,-1 0 0,-2 0 0,-1 0 0,-3 0 0,-2 0 0,12 0 0,-3 0 0,-2 0 0,-3 0 0,0 0 0,-3 0 0,1 0 0,-2 0 0,1 0 0,0 0 0,0 0 0,2 0 0,2 0 0,1 0 0,-3 0 0,3 0 0,2 0 0,2 0 0,2 0 0,0 0 0,0 0 0,0 0 0,-2 0 0,-2 0 0,-2 0 0,-3 0 0,-3 0 0,-5 0 0,-5 0 0,-6 0 0,35 0 0,-12 0 0,-7 0 0,-4 0 0,2 0 0,5 0 0,7 0 0,12-1 0,3 1 0,-4-1 0,-12 1 0,-19 1 0,-28 0 0,-15 4 0,-70 4 0,-53 6 0,-31 2 0,-12-1 0,10-3 0,35-5 0,-4-2 0,-2-1 0,-3-1 0,-2 0 0,-1 0 0,-2 1 0,-1 1 0,7 0 0,-1 2 0,-2 0 0,0 0 0,-3 0 0,-1 1 0,-1-1 0,-3-1 0,-2-1 0,-2 0 0,17-3 0,-2 0 0,-3 0 0,-2-1 0,-1 0 0,-2-1 0,-1 0 0,0 0 0,0 0 0,-1-1 0,2 1 0,0-1 0,1 1 0,2-1 0,2 1 0,-3-1 0,0 0 0,3 0 0,0 0 0,1-1 0,0 1 0,0-1 0,1 1 0,-2 0 0,0 0 0,-1 0 0,-2 1 0,-2 0 0,8 0 0,-2 0 0,-3 1 0,-1 0 0,-1 0 0,-1 1 0,0-1 0,0 1 0,0 0 0,2-1 0,0 1 0,2 0 0,3-1 0,2 0 0,3 1 0,3-1 0,-26 0 0,3 0 0,4 0 0,2-1 0,3 1 0,3 0 0,2 0 0,2 1 0,2 1-2,-29 1 1,-11 1-1,3 1 1,19 0-1,32 0 1,47 0 1,70 4 0,10-7 0,24-2 0,19-2 0,11 0 0,7-2 0,0 0 0,-6 0 0,-21-1 0,1 0 0,1-1 0,2 0 0,2-1 0,1 0 0,3 0 0,2 1 0,3-1 0,2 2 0,-16 0 0,3 1 0,1 0 0,4 0 0,1 1 0,1 0 0,2-1 0,1 1 0,1 0 0,1-1 0,0 0 0,-1 1 0,1-2 0,-1 1 0,-1-1 0,-1-1 0,1 1 0,0-2 0,1 1 0,0-1 0,0-1 0,0 1 0,1-1 0,-1 1 0,0-1 0,0 0 0,0 0 0,-1-1 0,0 1 0,-1 0 0,0 0 0,-1 1 0,0-1 0,1 0 0,0 0 0,0 0 0,-1-1 0,1 1 0,-1 0 0,-1 0 0,-1 0 0,-1-1 0,-1 1 0,-1 0 0,-2 0 0,-1 1 0,-2-1 98,20-1 0,-1 1 0,-1 0 1,-2 0-1,-2 0 0,-2 0 1,-3 0-1,-4 0 0,-2-1 1,-5 0-70,18-3 0,2 0 0,-6 0 0,-9 0 0,-14-1 0,-21 1-109,5-11 80,-87 16 0,-41 3 0,-29 3 0,-16 0 0,-2 1 0,9-2 0,19-1 0,-2-1 0,-2 0 0,-3 0 0,-2 0 0,-3 0 0,-4 0 0,-3 1 0,23 1 0,-2-1 0,-4 1 0,-1 0 0,-3 0 0,-1 0 0,-1 0 0,-2 0 0,0 0 0,0 1 0,0-1 0,0 0 0,1 0 0,0 0 0,-1 0 0,-1 0 0,0 0 0,-1 0 0,0 0 0,0 0 0,0 0 0,-1 0 0,1 0 0,0 0 0,1 0 0,0 0 0,0 0 0,1 0 0,-4 0 0,0 0 0,-1 0 0,1 0 0,-1 0 0,2 0 0,-1 0 0,2 0 0,0 0 0,2 0 0,2 0 0,1 0 0,2 0 0,-9 0 0,2 0 0,0 0 0,1 0 0,2 0 0,3 0 0,2 0 0,3 0 0,3 0 0,4 0 163,-24 1 1,-7 1 0,4 0 0,15-2 0,29-1 0,40-3 270,61-8 0,41-1-434,-16 7 0,13 2 0,12 2 0,8-1 0,6 1 0,3-2 0,1-1-82,-20 0 0,4-2 0,4 1 0,2-2 0,3 1 0,2-2 0,2 1 0,1-1 0,2 1 0,0-1 0,1 1 0,0-1 20,-14 2 1,2 0-1,1 0 1,1 0-1,1 0 1,1 0-1,0-1 1,1 1 0,1-1-1,1 1 1,-1-1-1,1 1 1,0-1-1,-1 0 1,1 0-1,-1 0 6,-3 0 0,2 0 0,-1 0 0,2 0 0,0 0 0,0-1 0,0 1 0,0-1 0,1 1 0,-1-1 1,-1 0-1,0 1 0,0-1 0,-1 0 0,-1 0 0,-1-1 0,-1 1 56,3-1 0,1 0 0,0-1 0,-1 1 0,0-1 0,-1 0 0,0 0 0,-1 0 0,-2 0 0,0 0 0,-2 0 0,-1 1 0,-2 0 0,-2 0 0,-3 1 98,17-1 0,-2 0 0,-1 0 1,-2 1-1,-3 0 0,-2 1 1,-3-1-1,-3 0 0,-4 0 1,-5 0 97,35-4 1,5-2-1,-12 1 1,-30 1 0,-45 2 28,-90-5-225,1 11 0,-21 3 0,-15 3 0,-7-1 0,-2 1-110,24-2 1,-4 1 0,-4 0 0,-4-1-1,-2 1 1,-3 0 0,-1 0 0,-2 1-1,0 0 28,9 0 0,-2 0 0,-2 0 0,-1 1 0,-2 0 0,-1-1 0,-1 1 0,-1 0 0,-1 0 0,-1 0 0,0 0 0,0 0 29,11-1 1,-3 1-1,-1-1 1,-2 1 0,0-1-1,-2 0 1,1 1-1,-1-1 1,1 1 0,2-1-1,1 1 1,1-1-1,4 1 1,1-1 0,4 1 52,-12 0 0,2 1 0,2-1 0,3 1 0,1-1 0,3 1 0,0 0 0,2-1 0,0 1 0,1-1 140,-31 1 0,-14 0 1,-2 0-1,9 0 1,22-1-1,32 0 1,43-1 271,45-1-522,20 0 1,24-1 0,21-1 0,15 1-1,10-2 1,6 1 0,0-1 0,-4-1-1,-9 0 25,-11-1 0,0-1 0,-1 0 0,1 0 0,1-1 1,1 0-1,2-1 0,3 1 0,2-1 0,4 1 85,-19 2 0,4-1 0,3 1 0,2-1 0,2 1 0,1 0 0,2-1 0,0 1 0,1-1 0,-1 0 0,0 0 0,-1 0 0,-2-1 0,-2 0 0,-3 0 0,-2-1 0,9-1 0,0-1 0,-1-1 0,-2 0 0,0 0 0,-2-1 0,-2 1 0,-1-1 0,-2 1 0,-2 0 0,-3 0 0,-2 1 140,25-3 0,-2 1 1,-3-1-1,-4 2 1,-5-1-1,-7 0 1,-8-1 145,37-7 1,-13 0-1,-58 4-286,-96 3 0,-62 4 0,-5 2 0,32 4 0,0 3 0,-9 0 0,-12-1-99,32 0 1,-7-1 0,-5 1-1,-4-1 1,-5 0 0,-3 0-1,-3 0 1,-3 0 0,-2 1-1,-1 0 78,26 0 0,-4 0 0,-2 1 1,-4 0-1,-1 0 0,-3 0 0,-1 0 1,-1 0-1,-1 0 0,0 0 0,0 0 1,0 1-1,2-1 0,1 0 1,2 0-1,2 0 0,3 1 0,3-1 21,-16 0 0,3 0 0,2 0 0,3 0 0,2 0 0,0 0 0,1 0 0,-1 0 0,-1 0 0,-1 0 0,-3 0 0,-3 0 0,10 0 0,-6 0 0,-3 0 0,-4 0 0,-2 0 0,-1 0 0,-1 0 0,2 0 0,2 0 0,2 0 0,5 0 0,5 0 0,6 0 0,7 0 0,8 0 0,10 0 327,-52 0 1,25 0 0,9 0 163,-21 0 1,44 0 491,115 0-650,22 0 1,21 0-334,-21 0 0,8 0 0,6 0 0,4 0 163,-17 0 1,4 0 0,3 0 0,2 0 0,0 0 0,0 0-163,6 0 0,3 0 0,0 0 0,0 0 0,-2 0 1,-3 0-2,2 0 0,-2 0 0,-2 0 0,-4 0 0,-5 0 327,24-1 1,-8 1 0,-19 1 655,2 3-492,-118 3 1,-33 1-165,-15 4 1,-16 2 0,-8 2-492,32-4 0,-6 2 0,-3 1 0,-2 0 0,1 0 0,3 0 68,-9-1 0,1 0 0,1 0 0,2 1 0,1 2 96,-17 2 0,-2-1 0,9 7 0,18 18-328,16 29 0,20 19 0,17 7 159,18-9 1,14 7-1,10 5 1,3 6 168,-5-30 0,2 3 0,3 4 0,2 3 0,2 1 0,2 0 0,3 1 0,2-2-110,2-1 1,3 0 0,2 1 0,3 1-1,1-1 1,2 0 0,1 0 0,2 0-1,0-2 95,-2-6 1,1 0 0,2-1 0,1 0 0,1 0 0,1-1-1,1 0 1,1-2 0,0 0 0,1-1 14,6 7 0,2 0 0,0 0 0,1-1 0,1-2 0,2-1 0,-1-3 0,2-1 0,0-4 0,4 1 0,2-2 0,0-3 0,1-2 0,1-2 0,0-2 0,0-3 0,0-3-141,4 1 1,-1-3-1,1-2 1,0-3-1,1-3 1,0-3-1,1-4-23,6-1 0,2-4 0,0-4 0,-1-4 0,1-4 0,-1-3 171,11-1 1,-1-4 0,-1-5-1,2-8 1,3-9-8,-14-7 0,2-9 0,3-5 0,0-5 0,-2-3 0,-2 0 0,-3 1 0,0-1 0,-2 0 0,-3-1 0,-2-3 0,-1-4 0,-1-8-93,-3-4 0,1-6 0,-1-5 0,-2-4 0,-5-1 0,-5-1 0,-6 1 93,-7-1 0,-4-1 0,-5 0 0,-5-2 0,-7 1 0,-6 1 0,-5-6 0,-7-1 0,-7 1 0,-8 3 0,-9 4 245,-13-8 1,-11 4 0,-12 6 0,-13 11-115,-2 21 1,-11 8-1,-10 5 1,-4 6-1,-1 3 1,2 3-132,2 3 0,2 4 0,-2 5 0,-4 3 0,-7 3 0,-10 2-66,30 0 0,-5 2 1,-6 1-1,-5 2 1,-4 1-1,-2 1 1,-3 1-1,-2 0 1,0 2-1,0 1 1,1 0-1,1 1 1,3 0-1,4 1 0,3 1 35,-6 1 0,3 2 1,2 0-1,2 2 1,1 0-1,1 1 1,-1 1-1,0 0 1,-1 2-1,-3 0 1,-1 1-1,-4 1-27,14-4 0,-4 1 0,-2 0 0,-2 1 0,-2 0 1,-2 1-1,1 0 0,-1 2 0,0-1 0,0 1 0,2 1 1,2 0-1,2 0 0,2 1 0,4 1 0,3 0 0,4 0-10,-21 10 1,2-1 0,2 0-1,4 1 1,2 1 0,5 2 0,4 3-1,5 2 1,5 5 0,5 4 26,-1 12 0,3 6 0,5 5 1,5 2-1,8 3 0,9 0 0,9-1 1,12-2 40,12 2 0,13-1 0,9 1 0,9 0 0,7 0 0,5-1 0,3 0 0,3-4 0,8 1 0,6 1 0,5-1 0,4 0 0,2-3 0,2-2 0,0-4 0,-1-5-123,2-1 0,0-5 0,2-2 0,1-3 0,2-3 0,3-2 0,4-1 0,3-1 118,-9-9 0,3 0 1,3-1-1,3-2 1,2-1-1,1-1 1,1-2-1,0-2 0,-1-3 1,-2-1-1,-1-4 5,7 1 0,-2-4 0,-1-3 0,0-3 0,0-1 0,2-3 0,1-1 0,4-1 0,3-1 0,-13-1 0,3-1 0,3-1 0,3-1 0,1-1 0,1 0 0,0-2 0,0-2 0,0 0 0,-2-3 0,-1-1 0,-3-2 0,-3-2 0,10-3 0,-1-3 0,-2-1 0,-2-3 0,0-1 0,-2-3 0,-2-2 0,0-2 0,-1-3 0,-1-1 0,0-3 0,2 0 0,1-2 0,0-3 0,-3-1 0,-2-4 0,-6-3 0,-6-3 0,-7-4 0,-9-5 0,-3-13 0,-8-7 0,-8-6 0,-6-4 0,-6-1 0,-6 0 0,-5 3 0,-5 5 163,-3-7 1,-8 1 0,-7 2 0,-7 1 0,-6 2 0,-8 1-149,-9-6 0,-9-1 1,-8 1-1,-8 5 0,-7 9 1,-6 11-16,-1 17 0,-7 10 0,-7 7 0,-5 6 0,-3 3 0,-3 3 0,0-1 0,16 5 0,-2 1 0,-2 3 0,-1 1 0,-3 2 0,-1 1 0,-2 2 0,-1 0 0,-1 1 0,-2 1 0,8 0 0,-1 2 0,-2 0 0,-1 1 0,-1 1 0,-2 0 0,0 2 0,-1 0 0,-1 1 0,-1 1 0,0 1 0,0 1 0,0 0-45,6 1 1,-2 0 0,-1 0-1,0 1 1,-1 1 0,0 1-1,-1 0 1,0 1 0,0 1-1,0 2 1,0 0 0,0 1-1,0 2 1,1 0 0,0 2 44,4 1 0,0 0 0,-1 0 0,0 2 0,0 1 0,0 0 0,-1 2 0,2 1 0,0 0 0,0 2 0,1 1 0,2 1 0,0 2 0,2 0 0,2 3 0,1 0 41,-5 4 0,-1 0 0,0 1 1,1 0-1,1 2 0,0 2 1,3 1-1,2 2 0,2 2 0,3 3 1,3 2-1,5 4 0,4 3 1,4 3-42,1 8 0,3 5 0,2 5 0,3 3 0,4 3 0,3 2 0,4 2 0,5 2 0,4-1 0,5 0 0,5 0 0,6-3 0,6-2-90,5 6 1,7 0-1,6 0 1,6 0 0,5-1-1,5 1 1,5-1 0,5-1-1,3-1 1,4-1-1,3-1 84,-1-10 1,5 0 0,4 1-1,3 0 1,5-1 0,2 0-1,3-2 1,3-1 0,2-2-1,2-3 1,2-2 0,1-4 0,1-3-1,1-5 6,5 0 0,4-4 0,3-3 0,3-3 0,2-3 0,1-3 0,2-2 0,1-3 0,1-3 0,-1-1 0,1-3 0,-1-1 0,-1-2 0,-3-3 0,1-1 0,1-2 0,-1-1 0,2-3 0,-1-2 0,1-2 0,0-3 0,-1-3 0,1-2 0,-1-4 0,-1-4 0,-1-3 0,9-4 0,1-6 0,0-3 0,1-4 0,-1-4 0,0-3 0,-2-2 0,-1-3 0,-3-2 0,-4-2 0,-2-1 0,-5-1 0,7-6 0,-3-3 0,-3-1 0,-3-3 0,-4-4 0,-3-2 0,-3-5 0,-5-4 0,-3-6-51,-9 4 1,-2-5 0,-2-5 0,-2-4-1,-3-2 1,-3-3 0,-5-1 0,-5-1 0,-5 1-1,-6 1 1,-7 2 50,-7-4 0,-7 0 0,-8-2 0,-5 0 0,-5 1 0,-4-1 0,-3 1 0,-2 1 0,-2 0 0,0 2 10,-2 0 1,-4-1 0,-2 0-1,-3 1 1,-2 1 0,-3 1 0,-1 1-1,-2 3 1,-1 2 0,-1 3-11,-3-2 0,-3 3 0,-2 0 0,-2 3 0,0 2 0,-2 3 0,-1 3 0,0 3 0,-1 4 140,-8-4 0,-1 3 1,-2 3-1,-1 5 1,1 4-1,0 6 1,3 6-111,-10 2 0,1 6 0,1 7 1,1 8-1,4 9 215,-6 8 1,1 7 0,6 14 0,10 19-122,20 11 0,8 16 0,5 13 0,5 8 0,5 6 1,2-1-1,3-2-124,4-6 0,3 2 0,5 2 0,2 1 0,3 3 0,2 2 0,2 3 0,1 2 0,0-14 0,2 4 0,0 2 0,2 3 0,1 2 0,1 0 0,2 1 0,2 0 0,1 0 0,2-3 0,1-1 0,2-2-17,4 1 0,1 0 1,3 0-1,1-1 1,2-1-1,2-1 1,1-1-1,1-2 0,2 0 1,0-3-1,2 0 17,1 1 0,2 0 0,0-1 0,2-1 0,1-2 0,2-1 0,2-4 0,2-2 0,2-3 0,3-4-93,4-2 0,5-1 0,2-4 0,2-3 0,2-2 1,0-4-1,1-4 0,-1-3 0,-1-4 93,16 7 0,1-5 0,-1-6 0,1-5 0,1-8 0,1-8-11,0-8 0,2-9 0,2-6 0,-3-6 0,-3-3 0,-7-3 11,8-3 0,-6-4 0,-4-10 0,-3-16 0,-16-4 0,-1-13 0,-1-9 0,-2-7 0,-4-3 0,-5 1 0,-7 2 78,-4-2 1,-8-1 0,-5 0 0,-4-3 0,-1-4 0,0-4-79,-3 11 0,2-5 0,-1-4 0,-1-2 0,-1-2 0,-4 1 0,-3 2 0,-4 3 0,-6 4 0,-6-6 0,-4 2 0,-4 1 0,-5 3 0,-5 3 0,-4 3 0,-4 3 163,-10-6 1,-6 1 0,-5 4 0,-5 6 0,-4 7 0,-4 10 3,-13 3 1,-5 8 0,-6 10-1,-2 11 1,-2 14-168,15 14 0,-4 11 0,-2 8 0,-1 7 0,0 4 0,3 3 0,4 0-148,-6 5 0,2 2 0,2 3 0,3 7 0,0 8 0,2 9 148,21-11 0,-1 4 0,1 6 0,0 4 0,1 4 0,1 4 0,2 3 0,2 3 0,3 4 0,3 1 0,4 3 0,10-16 0,4 4 0,1 4 0,3 3 0,2 4 0,1 1 0,2 2 0,1 2 0,1 0 0,0 0 0,2 0 0,-1-1 0,1-2 0,0-1 0,-1-3 0,0-2 0,-2-5-90,-5 20 1,-1-5-1,0-2 1,0-3 0,0-1-1,1-1 1,2 0 0,2 2-1,2 1 1,4 3-1,3 4 30,4-10 1,0 5-1,1 5 1,0 4 0,2 2-1,2 1 1,2-1 0,1 0-1,4-4 1,2-4 0,3-5-1,3-6 1,4-9 0,5-8-1,3-11 145,29 22 1,11-19-1,7-14 1,7-6-1,3-1-85,-10-6 0,3-1 0,4-2 0,4-4 0,2-8 0,3-7 0,1-11-99,-9-11 1,4-7 0,3-9-1,3-5 1,0-5 0,1-5-1,-2-2 1,0-2 0,-4-1-1,-3 1 62,3-3 0,-2-2 1,-2-2-1,-1-2 0,-2-3 1,-1-3-1,-2-4 0,0-3 1,-1-4 36,-11 7 0,0-5 0,0-2 0,0-3 0,0-3 0,-2-1 0,-2-2 0,-2-2 0,-3 0 0,-4 0 0,-3 0 0,-4 0 0,0-8 0,-4-1 0,-3-2 0,-4-1 0,-3-1 0,-3 0 0,-3 0 0,-4 1 0,-2-1 0,-2 2 91,-3-5 0,-4 0 0,-3-1 0,-3 0 0,-4 0 0,-2 2 1,-3 2-1,-3 2 0,-3 4-91,-3-9 0,-4 2 0,-3 1 0,-4 4 0,-3 3 0,-5 5 0,-4 6 117,-12-10 0,-6 5 0,-6 7 1,-5 11-1,-6 12-117,-4 15 0,-6 11 0,-5 10 0,-1 8 0,0 7 0,9 6 0,0 5 0,-1 7 0,-1 6 0,-1 6 0,-1 6 0,11 2 0,-3 6 0,0 5 0,-1 6 0,0 2 0,0 3 0,2 2 0,2-1 0,3-1 0,4-2 0,1 1 0,2 0 0,1 2 0,1 1 0,2 2 0,0 2 0,1 2 0,1 3 0,3-2 0,1 4 0,-1 2 0,1 2 0,1 2 0,1 1 0,2 0 0,2 0 0,3-1 0,2-1 0,4-3 0,-3 12 0,1-1 0,4 0 0,3-1 0,3-1 0,5-1 0,5 0 0,6 0 163,3 17 1,6 2 0,7-1 0,7-3 0,8-6 0,8-9-41,9-6 0,8-5 1,8-6-1,6-9 1,8-12-124,12-9 0,10-11 0,7-11 0,2-9 0,-2-8 0,-10-9 0,3-8 0,1-7 0,-1-6 0,-4-4 0,-4-4 0,6-10 0,-3-5 0,-4-6 0,-6-6 0,-7-5 0,-5-6 0,-3-6 0,-8-6 0,-11-3 0,-14-2 0,-17 8 0,-10-4 0,-9-2 0,-9-1 0,-6 1 0,-6 3 0,-4 7 0,-8-1 0,-6 2 0,-5 0 0,-4 3 0,-4 3 0,-1 4-13,-4 1 0,-3 2 1,-3 4-1,-4 2 0,-5 4 1,-4 4-1,-6 5 13,17 14 0,-4 3 0,-5 1 0,-4 4 0,-2 1 0,-1 3 0,-1 2 0,1 3 0,1 2 0,3 3 0,3 3-123,-14 1 0,2 5 0,2 3 0,0 4 0,1 3 0,1 3 0,-2 4 0,0 3 81,1 1 1,-2 3 0,-2 2 0,-1 3 0,2 4 0,3 2 0,4 4 0,7 4 0,6 4 41,2 7 0,3 4 0,4 4 0,6 4 0,8 4 0,8 4 0,10 4 140,10 8 0,10 9 1,9 4-1,8 3 1,7-1-1,5-2 1,5-7-105,8 2 0,7-2 1,7-3-1,7-3 1,5-3-1,7-3-36,4-6 0,7-1 0,6-1 0,4-5 0,4-5 0,1-7 0,1-9 0,-2-10 0,4-8 0,2-6 0,1-5 0,0-5 0,-1-1 0,-4-2 0,3 0 0,-2-1 0,-1-3 0,-1-6 0,0-8 0,-1-10 0,2-12 0,2-10 0,1-9 0,-3-7 0,-4-4 0,-7-4 0,-9 0 0,-6-7 0,-9-2 0,-7-5 0,-5-5 0,-3-5 0,-2-5-99,-8 15 1,-1-6 0,0-4-1,-3-3 1,-2-4 0,-4 0-1,-3-2 1,-4 1 0,-5 2-1,-6 2 42,-6 0 0,-5-1 1,-5 0-1,-5 1 1,-3-1-1,-4 1 1,-3 1-1,-2 0 1,-1 2-1,-2 1-18,1 6 1,-3 1-1,-2-1 1,-2 1-1,-2 1 1,-2 1-1,-2 1 1,-2 3 0,-1 1-1,-3 3 1,0 3 74,-5-1 0,-2-1 0,-1 3 0,-3 1 0,-2 3 0,-1 3 0,-3 4 0,-1 4 0,-3 6 0,-1 6-27,-3 7 0,-4 5 1,-4 5-1,-2 5 0,-1 3 1,0 4-1,1 3 0,2 2 1,3 2-1,5 1 27,-23-2 0,5 3 0,3 4 0,1 7 0,1 10 0,-2 11-54,16 6 0,-3 7 1,-3 8-1,1 7 1,2 4-1,3 4 1,5 3-1,8 2 1,8 0 53,8 4 0,7 2 0,7 4 0,5 3 0,4 2 0,1 3 0,2 2 0,-1 2 0,2-3 0,1 4 0,1 3 0,1 3 0,2 2 0,3-1 0,1 0 0,3-2 0,3-4 0,3-2 0,3 12 0,3-1 0,3-3 0,4-1 0,4-3 0,4-2 0,4-2 0,6 8 0,4 3 0,4-3 0,6-7 0,5-14 0,5-18 327,31-4 1,10-25 0,-1-32-155,-23-27 1,2-24 0,-1-15 0,-6-10 0,-9-2-174,-15 12 0,-6-7 0,-5-4 0,-3-4 0,-3-5 0,-1-3 0,1-2 0,-4 11 0,1-2 0,-1-5 0,-1-2 0,-1-2 0,-1-3 0,-2 0 0,-3-2 0,-1 1 0,-4-1 0,-3 2 0,-3 7 0,-2 0 0,-3-2 0,-2 0 0,-2 0 0,-2-1 0,-1 0 0,-2-1 0,-1 1 0,-1 0 0,0 0 0,-1 0 0,-1 1 0,0-1 0,-1-1 0,-2-1 0,-1 1 0,0 0 0,-2 0 0,0 0 0,-2 1 0,-1 0 0,0 1 0,-1 0 0,-1 2 0,-1 1 0,-3-5 0,-1 1 0,-2 0 0,0 0 0,-2 1 0,-1 1 0,0 1 0,0 1 0,-1 3 0,0 1 0,1 2 0,0 3 94,-6-8 1,-1 2-1,-1 3 1,1 1 0,-1 3-1,1 2 1,2 2 0,1 3-1,3 2-94,-15-23 0,2 3 0,3 5 0,5 8 0,4 10 184,-17-27 0,17 36-184,30 52 0,-4 81 0,13-9 0,4 15 0,0 8 196,0-10 1,0 5-1,0 7 1,3 6 0,4 6-165,1-24 0,3 6 1,2 4-1,1 4 0,1 2 1,1 2-1,1 0 0,-2-1 1,1-2-1,-2-2-32,-1 1 0,0 0 0,-1-2 0,0 0 0,0 0 0,1 1 0,0 0 0,2 0 0,1 3 0,1-2 0,2 4 0,0 2 0,2 1 0,0 0 0,1-1 0,-1-3 0,-1-4 0,0-4 0,-2-6 0,5 25 0,-2-7 0,0-6 0,0-6 0,-1-6 327,5 14 1,-1-9 0,0-18 655,14-2-958,-18-88-25,-11-48 0,-13-29 0,-4 12 0,-6-12 0,-4-6 0,0 1-76,2 18 0,-1-1 1,-1 0-1,-1 0 0,1 2 1,-2-14-1,0 1 1,-1 4-1,0 10 0,-2 21 1,0 0-1,0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10.22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214 528 24575,'74'-50'0,"0"1"0,9 16 0,12 5 0,1-1 0,-21 4 0,1 0 0,2 1 0,2 1-246,12-1 0,5 3 0,-1 0 0,-6 0 179,5-2 0,-5 1 0,-9 0 67,-2-3 0,-7 1 0,4-1 0,-29 12 0,-47 14 0,-27 35 0,-33 35 0,-5 2 0,4-13 0,-6 2 0,-4 4 0,-3 7-141,15-11 1,-3 5-1,-2 5 1,-1 2-1,-1 2 1,0 0-1,1-1 18,6-6 0,-2 2 0,0 0 0,0 1 0,1 1 0,1-1 0,3-1 0,2-1-41,-6 12 0,2 0 0,2 0 0,3-2 0,2-1 0,5-1-33,-3 1 0,1 1 1,4-2-1,11-5 0,15-7-96,17 32 1,38-23 292,25-49 0,28-19 0,15-11 0,6-1-110,-38 2 1,5-2 0,3-2 0,4-1-1,3-3 1,5-1 0,2-1 0,5-1-1,2-1 55,-24 3 0,4-1 1,3-1-1,3-1 0,2-1 1,2 0-1,3-1 1,1-1-1,1-1 0,1 1 1,0-1-1,1-1 1,0 1-1,-1 0 0,-1-1 1,0 1-1,-3 0 0,-1 0-3,2 0 0,0-1 0,-1 1 0,0-1 0,-1 1 1,1-1-1,-1 0 0,0 0 0,0-1 0,1 1 0,-1-1 1,1 0-1,0 0 0,1-1 0,0 0 0,1 0 0,0-1 6,-2 2 0,1-2 0,1 1 1,2-2-1,0 1 0,1-1 0,1 1 1,-1-2-1,1 1 0,-2 0 0,1-1 1,-2 1-1,-1-1 0,-1 1 0,-2-1 1,-2 1-1,-3 0 0,-1 0 0,-4 0-30,16-5 0,-3 0 0,-1 0 0,-3 0 0,-1 0 0,-3 0 0,-2 0 0,-1 1 0,-3 0 0,-2 0 0,-2 0 0,-2 2-59,22-9 1,-3 0-1,-4 2 1,-3-1-1,-5 2 1,-5 0-1,-6 2-105,10-6 0,-7 1 0,-9 1 0,-11 4 23,26-26 223,-66 39 983,12-5 0,50-25-492,-17 21 1,4 0-69,11-8 1,2-1 67,-2 3 1,-2 3-1,-14 6 1,0 1-1,5 1 1,0 1-1,-12 3 1,-1 2-1,4 3 1,-5 0 491,-3-8 0,-23 14 0,-33 5-492,-34 13 1,-24 8-449,-2 1 1,-11 3-1,-11 3 1,-8 2-154,24-8 1,-7 2 0,-5 0 0,-5 2-1,-3 1 1,-1 0 0,-2 0 0,1 1-1,2 0 11,4 0 1,-1 1 0,0 0-1,-1 0 1,-1 1 0,0 1-1,-2-1 1,-1 1 0,-2 0-1,-1-1 23,10-2 0,-2-1 1,-3 1-1,0 0 0,-2 0 1,-1 0-1,0 1 1,0-1-1,0 0 0,2-1 1,0 1-1,1-1 0,3-1-14,-8 3 1,2-1-1,1 0 1,0 0 0,1-1-1,1 1 1,0-2 0,0 1-1,1-1 1,0 0-1,0 0 0,4-2 1,0-1-1,1 1 1,-1-1 0,1-1-1,1 1 1,0-1 0,0 0-1,1-1 1,0 1-1,1-2-20,-13 4 1,1-2 0,0 0 0,1-1-1,0 1 1,2-1 0,1 0 0,2 1-1,2 0-31,-11 3 1,3 1-1,1 0 1,2 0-1,2-1 1,3 1-1,3 0-56,-11 3 0,2 0 1,4 0-1,5 0 0,8 0 33,-10 7 0,8-1 0,16-2 0,-14 19 0,70-42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13.61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9378 6052 24575,'-25'-53'0,"4"21"0,-4 36 0,3 88 0,3-12 0,-3 18 0,-2 5-246,3-15 0,0 3 0,-3 5 0,0 5 105,5-23 1,-1 5-1,-1 3 1,-1 1-1,0 0 1,-1-2-1,0-4-56,-7 16 0,0-6 1,-1 0-1,-2 1 0,-3 5 74,6-19 0,-1 3 0,-2 3 0,-1 1 0,-1 0 0,-1-2 0,1-4 0,0-5-74,-11 18 0,-1-6 1,0-4-1,0-2 0,2 0 177,4-4 1,1 1-1,1-2 1,1-6 0,0-8 346,-9 10 1,1-9 0,13-39-257,25-91 0,10-50-71,-11 43 0,-3-9 0,-3-7 0,-5-4 0,-3-3-123,-1 15 0,-3-5 0,-4-2 0,-2-3 0,-2-2 0,0 1 0,0 1 0,1 2 0,2 2 0,2 1 0,0 1 0,-1-1 0,-1 1 0,-3 0 0,-3-1 0,-5 0 24,0 6 1,-3-2 0,-3-3-1,-3 1 1,-1-1 0,-3 3-1,0 3 1,-2 5 0,0 5-1,-1 7-42,-9 0 1,-3 7-1,-2 7 1,0 3-1,0 3 1,1 0-1,3-2-56,-13-17 0,5-4 1,0 4-1,-3 13 0,-6 22 33,-2 24 0,-8 18 0,-3 13 0,0 10 0,5 6 0,9 3 0,13 3 0,7 7 0,4 6 0,2 4 0,-3 2 0,-6 0 119,6-9 1,-4 3-1,-3 3 1,-1 1-1,-1 1 1,0-1 0,3-1-1,3-2 1,4-3 44,-7 9 0,3-2 0,4-2 0,1-2 0,1-1 0,0-2 0,-9 8 0,-2 3 0,3-4 0,9-11 0,14-17 983,0-11 0,25-120-656,8 12 1,0-18 0,-4-10-483,2 28 0,-2-5 0,-1-6 1,-1-3-1,-1-4 0,0-2 155,3 15 0,0-2 0,0-3 0,-1-2 0,0-1 0,-1-3 0,-1-2 0,-1-2 0,-1-2 0,1 14 0,-1-3 0,-1-3 0,-1-2 0,0-1 0,-1-2 0,-1 0 0,0 0 0,0 1 0,-1 0 0,1 2 0,1 2 0,-1 3 0,0-4 0,-1 1 0,1 2 0,-1 1 0,0 0 0,1 2 0,-1 0 0,0 0 0,0 0 0,-1 1 0,1 0 0,-2-8 0,-1-1 0,0-2 0,-1 1 0,1 0 0,-1 3 0,1 3 0,1 5 0,1 6 0,0 7 0,-13-34 0,0 11 0,3 11 0,2 14 491,0 1 1,-4 27-1,-9 45 1,-9 22-287,-16 14 0,-9 15 0,1 3-517,2 0 1,1 4-1,0 4 312,9-3 0,-1 5 0,3 1 0,9-4 0,10-6 0,8-2 0,7-2 0,3 10 0,10-8 0,7-14 983,12-25 0,0-108-492,11 37 1,0-6-1,-8-27 1,0-6-1,13-3 1,1 3-1,-9 18 1,-2 1-373,1-22 0,0 3-119,0 30 0,-3-3 0,-6-20 0,-3-12 0,-2 7-492,1 4 0,-2-2 488,0 17 0,-1-9 0,-2 0 0,-2 7 4,-6 4 0,-2 5 0,-1-1 0,-2-7 0,-2 0 0,-2 1 308,-3 5 1,-4 3 0,3 2-309,-6-15 0,2 5 0,7 12 0,2 5 0,-12-21 0,4-12 0,-2 23 0,0-19 983,6 41-915,13 6 333,-7 7-401,8 10 0,0 6 0,-3 10 0,3 6 0,-5 16 0,10 34 0,2 41 0,9-32 0,2 6 0,-1 30 0,0 3 0,0-18 0,0-2 0,0 4 0,0-6 0,0 16 0,0-42 0,0-8 0,0 8 0,0 7 0,0 12 0,0 11 0,0-16 0,0 3 0,0-3 0,0 2 0,0 20 0,0-1 0,1-22 0,-2-1 0,-2 9 0,-1-3 0,-5 21 0,3-38 0,-1-1 0,-2 19 0,-3 10 0,6-28 0,0 4 0,0 17 0,2 2 0,-2-10 0,1 4 0,-1 15 0,2 8 0,0-7 0,2-9 0,0 0 0,-2 9 0,-1 8 0,1-5-234,4 3 1,0-3 233,-3-21 0,-1 1 0,0 1 0,0 31 0,-2 0 0,-2-31 0,-1-1 0,2-2 0,2 12 0,0 0 0,-5 15 0,-2 5 0,3-23 0,0 2 0,-1-1 0,-4 21 0,-3 4 0,3-22 0,-2 8 0,-1 1 0,0-6 0,-4 2 0,-1-5 0,0 5-246,4-1 0,-1 5 0,0 3 0,0 2 145,0-8 1,-1 2-1,0 1 1,1 0 0,4-3-146,2 8 0,3-4 0,2 1 0,-1 1 60,-1-10 1,0 2 0,0 1-1,1-4 1,4-4 185,2 15 0,4-6 0,1-4 0,-2 11 0,0-5 0,0-13 0,0-4 388,0 26-388,0-36 0,0 0 491,0-9 1,0 1-302,-1 24 1,2 1 300,2-23 1,1-3-1,-2 4 1,2-3-346,9 15-146,-7-16 0,-1 16 0,-5 12 0,0-11 0,0 6 0,0 2 0,0 3 0,0-13 0,0 3 0,0 0 0,0-2 0,0 0 0,0 3 0,0 12 0,0 4 0,0-3-169,-1-12 0,1-1 0,1 4 169,3 3 0,2 5 0,1 1 0,1-5-307,1 6 1,1-5 0,1 3 306,5 10 0,3 2 0,0-3 0,-2-12 0,1-3 0,-1-3 0,4 18 0,0-6 0,-1-14 0,-3-4 0,-8-13 0,-1-4 0,11 20 483,-17-22-483,19 50 0,-12-31 0,-1 6 0,6 15 0,1 6 31,-3-12 0,2 4 0,1-3-31,-1-12 0,2-2 0,5 1 0,8 9 0,5 2 0,5-4 0,6-3 0,5-3 0,2-4-328,-3-8 0,3-4 0,9-2 241,4-4 1,9-2 0,3-2 0,2-2 86,2-4 0,2-2 0,4-3 0,7 1 0,-18-8 0,5 0 0,4 0 0,3 0 0,0-1 0,-2 0 0,-3-2-164,2 2 0,-3-1 0,0-1 0,0-1 0,1 0 0,3-2 23,-2-2 1,2 0-1,3-2 1,-1 0-1,0-1 1,-4-2-1,-4-2-105,23 2 0,-7-4 0,0-2 0,4 1 49,-4-1 0,5 0 1,2-1-1,-2 0 0,-4 0 0,-13-2 0,-3-1 1,-2 0-1,1 0 0,3 3 106,7 1 0,1 2 1,2 2-1,-1-1 1,-1 1 90,-4-1 0,-1 1 0,-1 0 0,1 0 0,0 0 0,2 0 0,-2 0 0,1 0 0,2-1 0,4 1-164,-4-1 0,3-1 0,2 0 0,1 0 0,2 0 0,1-1 23,-4-1 1,0-1-1,3 0 1,0-1-1,1 0 1,1 1-1,0-1 71,-9 1 1,1-1 0,-1 0 0,2 0-1,0 0 1,2 1 0,1-1 0,3 0 69,-5-1 0,2 0 0,3 0 0,1 0 0,1 0 0,1 0 0,-2 0 0,-1 0 0,-3 0 0,-3 1 0,4 0 0,-3 0 0,-1 0 0,-2 1 0,-1-1 0,0 0 0,1 0 0,1-1-123,2 0 0,3-1 0,1 0 0,-1-1 0,-1 1 0,-4-1 0,-5 1 0,-6-1-123,20 3 0,-10 0 0,-4 0 0,0-2 2,-5-2 1,-2-1 0,-1-1-1,-5 1 571,0 0 1,-4 0 0,1 0-267,6 0 0,2 0 0,-5 0 430,10 0 1,-9 0 47,18 0 444,-14 0 0,-6 0 0,11 0 0,-23 0 0,-23 0-738,-21 0 1,-10 0 0,-1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18.95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0 590 24575,'66'21'0,"16"6"0,-34-11 0,1 0 0,34 14 0,-27-14 0,-3-2 0,2-4 0,21 4 0,-12-14 0,-4 1 0,12-2 0,13-2 0,10-3 0,0 2-328,-3 2 0,0 2 0,1-2 231,9-2 1,1-2-1,-10 3 97,-2 2 0,-10 2 0,-21-1 0,-2 0 0,1 0 0,1 0 0,11 0 0,5 0 0,-5-3 0,5-2 0,2-1 0,6-2 0,3-3 0,1-1 0,-12 1 0,3-2 0,-1-1 0,-6 0 0,-1-2 0,-5 0 0,-3 1 0,22-3 0,-14 1 0,-23 0 983,-25 16-692,2-4-291,-3 5 0,10-5 0,1 4 0,0 1 0,-12 6 0,-5 14 0,-1 8 0,-3 5 0,8 4 0,7-9 0,29-4 0,16 1 0,-15-14 0,4 0 0,10 10 0,4 0 0,12-11 0,2-3 0,0 7 0,-3-3 0,-10-10 0,-2-2 0,-2 5 0,-4-1 0,-15-2 0,-3 0 0,3 6 0,-2 0 0,41-5 0,-29 5 0,2 0 0,0-6 0,0 0 0,9 5 0,-3 2 0,27 0 0,-20 1 0,-30-2 0,1-7 0,-7 0 0,-8 5 0,7 1 0,30 5 0,3-5 0,-22 0 0,1-1 0,42-3 0,-12 10 0,-3-6 0,10 0 0,-25-1 0,34-5 0,-40-1 0,1 2 0,-8 2 0,2 1 0,16 0 0,-1 1 0,26 3 0,-38 0 0,4-2 0,22-4 0,3-2 0,-7 4 0,1-1 0,16-3 0,1 0 0,-10 5 0,-3 1 0,-8-1 0,2 0 0,18 6 0,3 2 0,-12 3 0,3 0-301,-17-6 1,3-2 0,-1 2 300,-6 2 0,-1 1 0,2-2-69,4-3 1,2-1 0,-5-1 68,8 1 0,-5-1 0,-2 2 0,-4-2 0,27-4 0,-2 12 0,-10-13 445,-14 8 1,-1 1-446,6-8 0,1 4 0,17 3 0,-7-1 0,-11-1 0,1 0-70,12-2 0,8-1 0,-8 0 70,-7 3 0,-6-2 0,0-5 0,-8 0 0,-5 0 0,-13 0 0,-33-5 0,1 4 0,1-14 425,9 8-425,1-9 0,6 5 0,4-9 0,-9 7 0,3-8 0,-9 10 0,-5 0 0,-2 5 0,-4-3 0,4 3 0,-3 0 0,4 1 0,4-5 0,-2-2 0,8-5 0,-9 2 0,-1 4 0,-1 5 0,-3-4 0,4 4 0,-6-5 0,6 0 0,1 0 0,4 1 0,-4 4 0,8-9 0,-7 8 0,8-9 0,0 5 0,-8 5 0,26-13 0,-17 11 0,10-8 0,-3 6 0,-10 4 0,4-5 0,-8 0 0,-5-4 0,-3 3 0,9-4 0,-9 5 0,13 5 0,-7-8 0,13 6 0,-9-2 0,5 0 0,-6 4 0,1-5 0,-1 5 0,5-4 0,-3 4 0,3-4 0,-9 4 0,-1 1 0,-6 0 0,6-1 0,1 0 0,4-4 0,1 9 0,-6-9 0,0 9 0,-1-9 0,2 4 0,0 0 0,3 2 0,-8 4 0,4-5 0,-6 4 0,1-9 0,5 4 0,5 0 0,2-4 0,3 4 0,10-10 0,-16 9 0,15-7 0,-18 8 0,4 0 0,1 1 0,13-10 0,-5 7 0,7-12 0,-6 9 0,-3-5 0,4 4 0,-9 1 0,2 6 0,-8 5 0,-1-5 0,9-1 0,-7 0 0,13-3 0,6-2 0,-7 4 0,11-8 0,-14 9 0,6-5 0,-6 5 0,4-3 0,-13 3 0,7 0 0,1-4 0,-2 4 0,7 0 0,-14-4 0,-1 9 0,-1-4 0,2 0 0,-1 4 0,10-9 0,-4 4 0,1-4 0,2-1 0,-13 5 0,18-9 0,3 3 0,2-9 0,6-1 0,-9 0 0,6 0 0,5 6 0,12-7 0,-19 15 0,26-14 0,-36 15 0,14-8 0,-23 8 0,3-2 0,-8 8 0,13-14 0,-11 8 0,1-4 0,-10 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27.07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4531 7682 24575,'6'-29'0,"-2"4"0,-4 14 0,-4 5 0,2-8 0,-7-3 0,8-1 0,-4-3 0,0 15 0,4-4 0,-4 0 0,5-3 0,0-2 0,0-1 0,0 4 0,0-4 0,0 6 0,0-6 0,0-1 0,0-5 0,0-4 0,0 3 0,0-4 0,0 1 0,0 3 0,0-4 0,0 11 0,5-5 0,-4 4 0,4-4 0,-1-1 0,2-5 0,0 0 0,4-20 0,-4 16 0,5-10 0,4 9 0,-3 4 0,4-10 0,-6 6 0,1-10 0,0 7 0,4-7 0,-3 14 0,4-8 0,-10 17 0,3-16 0,-7 17 0,7-9 0,-8-4 0,4 7 0,-5-7 0,0 4 0,0-10 0,0 2 0,0-7 0,-5 14 0,4-3 0,-4-1 0,5-7 0,0-4 0,0-12 0,-12-23 0,-5-8 0,-10-7 0,13 40 0,0 1 0,-13-23 0,8-11 0,1 40 0,7 15 0,5 15 0,1 5 0,1 5 0,2-3 0,-17-2 0,1-6 0,-40-12 0,19 10 0,-10-3 0,24 11 0,18 0 0,-8 0 0,14 0 0,-9 0 0,4 1 0,-5-6 0,5-1 0,-3-5 0,3 1 0,-5-1 0,5 5 0,-4-4 0,-1 9 0,-6-8 0,-14-16 0,2 5 0,-8-16 0,9 19 0,2 2 0,4 4 0,5 5 0,-3-3 0,-2-2 0,-6-6 0,-9-4 0,-1-1 0,-1-4 0,2-6 0,14 8 0,-2-6 0,13 18 0,-4-8 0,-2-18 0,-1-5 0,-1-8 0,2 17 0,-3-1 0,3 11 0,-13-8 0,8 6 0,-13 4 0,-7-9 0,-26 1 0,18 16 0,-3 2 0,5 3 0,-5 3 0,-36-1 0,-10 4 0,25 4 0,-2 0 0,-1 2 0,-9 2 0,-2 1 0,-1 2-155,-3 0 0,-1 2 1,6 2 154,-5 6 0,9 3 0,21 0 0,7 4 0,-20 22 0,30-8 0,-6 14 0,13-4 0,12-9 464,1 11-464,14-17 0,1 10 0,2 2 0,3-6 0,0 8 0,1-5 0,5 5 0,0 34 0,0-8 0,3-13 0,1 2 0,5 31 0,6 0 0,1-2 0,0-12 0,-2-12 0,-6-2 0,-3-17 0,-5-1 0,0-5 0,0 0 0,4 5 0,2-8 0,5 7 0,-5-14 0,4 14 0,-2 9 0,3 6 0,2 5 0,-7-13 0,8 3 0,-6-11 0,2 7 0,0-20 0,-4 3 0,5-8 0,-5 0 0,3 8 0,-3-7 0,5 13 0,0-8 0,-5 8 0,-2-4 0,1 10 0,1-8 0,0 7 0,4-9 0,-9 1 0,4-2 0,-1-9 0,-2 3 0,7-3 0,-3-1 0,0 14 0,4-11 0,-4 12 0,0-9 0,-2-5 0,-4-2 0,0-4 0,5 0 0,-4-1 0,4 1 0,-5 5 0,5 0 0,-4 11 0,9 0 0,-9 1 0,13 12 0,-7-20 0,9 15 0,-5-18 0,-5 9 0,3 2 0,-3-1 0,0-1 0,4 1 0,-4-5 0,0 0 0,3-2 0,-3-3 0,5 4 0,4 1 0,-3-1 0,9 6 0,-9 0 0,3 5 0,-4-4 0,-5-2 0,3-9 0,-3-2 0,0-4 0,-1 0 0,-5 4 0,5-8 0,-4 8 0,9-9 0,-9 4 0,8 6 0,-7 1 0,2 9 0,1-3 0,-4 8 0,9-4 0,-9 5 0,4 1 0,0 9 0,-4-8 0,4 3 0,-10-6 0,4-3 0,-14 18 0,13-15 0,-13 15 0,9-24 0,-5 9 0,0-8 0,-4 8 0,-2-8 0,-10 3 0,0 5 0,-1-7 0,-3 2 0,13-10 0,-12-1 0,2 2 0,-32 16 0,12-3 0,-16 4 0,30-12 0,-7-2 0,17-3 0,-7 4 0,9-4 0,0 3 0,1-8 0,-1 4 0,5-6 0,-8 11 0,7-3 0,-9 8 0,1 0 0,-2 2 0,-14 4 0,-9-14 0,-12-4 0,-6-28 0,15-16 0,-6-12 0,1-3 0,-4-7 0,-2-6-246,8 2 0,-1-6 0,0-3 0,-2-2 49,5 6 0,-1-3 1,0-2-1,1-2 0,3-1 36,2-3 1,2-3-1,2-2 1,3 1-1,3 3-72,0-5 0,5 2 1,2 1-1,4 2 233,-4-13 0,5 2 0,9 9 0,9 5 0,9 9 0,8-20 0,32-9 0,-6 30 0,6-2 0,9 0 0,3-2 0,4-5 0,-1-8 0,-9-1 0,-1-9 0,-4 2 327,-9 15 1,-4 1 0,-1-4-210,-2 0 0,0-5 1,-1 1-1,-5 6-118,2-23 0,-5 11 491,-5 21 1,-3 5-463,2-42-29,-5 36 0,-4-28 0,0 32 0,0-8 0,0 12 0,0-6 0,0-6 0,0-7-33,0-3 0,0-7 0,0-1 33,0 0 0,-1-1 0,2-3 0,1 14 0,1-2 0,0 0 0,3 2 0,4-14 0,2 2 0,3 3 0,-1 8 0,2 2 0,5 2-194,3 7 1,4 2 0,5-4 193,8-3 0,6-4 0,2 0 0,-2 5 0,-4 3 0,-1 4 0,7-4-197,4 2 0,9-7 1,4-1-1,0 3 0,-3 10-131,13-2 0,-2 9 0,5-2 275,-5 0 0,4-4 0,1 1 0,-1 1-193,-2 5 0,1 0 0,-2 2 0,-3 1 98,8-7 1,-4 2 0,2-1 147,-15 10 0,2-1 0,-2 1 0,-3 3 301,-3 4 1,-3 3-1,4-3-301,3-1 0,5-4 0,1 1 0,-2 4 0,7 3 0,-2 4 0,2-2-62,15-8 1,2-1 0,-4 5 61,-15 11 0,-2 5 0,-5 2 491,9 2 1,-8 1 491,29-14 0,-27 17-153,-9-4-661,12 5-169,-11 0 851,-18 5-851,-15-3 0,-14 2 0,4-13 0,2 2 0,9-23 0,-8 11 0,2-7 0,-14 15 0,4 6 0,-9 5 0,4-4 0,0-2 0,-4 0 0,4 1 0,0 6 0,-4 3 0,3 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40.05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7234 878 24575,'43'-22'0,"16"-7"0,-21 10 0,4-3 0,-40 11 0,-51-13 0,-37 1 0,6 8 0,-16 2 0,-9 1 0,-6 0-141,26 2 1,-6 0-1,-4 0 1,-3 0-1,-1 0 1,-1 0-1,2 1 18,11 1 0,0-1 0,0 1 0,0-1 0,-2 2 0,-1-1 0,-3 2 0,-2 0 24,2 1 1,-3 1 0,-3 1-1,-1 0 1,-2 0 0,0 1-1,-1 0 1,1 1 0,2 0-1,1 1 0,3 0 1,1 0 0,0 1-1,0 1 1,0-1 0,1 2-1,1-1 1,0 0 0,2 1-1,1 0-24,-13 1 0,2-1 0,1 1 0,1 0 0,0 1 0,2 0 0,1 1 0,2 1-18,-8 2 1,-1 0-1,-1 1 1,4 1-1,5 0 1,9 1-1,12 0-187,-7 4 0,13 1 0,10 3-164,4 4 0,10-1 158,-2 2 334,24-9 0,35-11 0,42-5 0,14 0 0,22 0 0,11 0-164,-20 0 0,8 0 0,5 0 0,5 0 0,0 0 0,-1 0 23,-9 0 1,0 0-1,1 0 1,1 0-1,1 0 1,2 0-1,2 0 31,-10 0 1,2 0 0,3 0 0,0 0-1,1 0 1,0 0 0,-1 0 0,-2 0-1,-2 0 66,12 0 1,-1 0 0,-1 1 0,-2-1 0,-1 0-1,-3 0 1,-3-1 239,15-1 1,-4 0-1,-3-1 1,-3 0 0,0-1 48,12 0 1,0-1 0,-6-1 0,-14-1 245,7-3 1,-19-3 491,0-6-703,-53 9-280,-11 4 983,1-5-492,-64 13 1,-44 6-247,21-7 1,-11-2 0,-8 0 0,-5 1-371,16 2 1,-5 0 0,-6 2-1,-2-1 1,-1 0 0,0-1-1,3-2 125,1-1 0,2-1 0,0-1 0,0 0 0,-2-1 0,-4 1 0,-3 0 0,10 1 0,-5 0 0,-5 0 0,-1 0 0,-2 0 0,1 0 0,3 0 0,5-1 0,5 0 0,8-1 0,-18-2 0,11-2 0,5-1 0,1 1 0,-6 2 0,1 1 0,-9 1 0,0 1 0,4 0 0,12 0 0,18-1 0,-33-10 0,80 14 0,-9 0 0,-4 0 0,-5 0 0,-6 0 983,-15-7 0,-17 5-492,7-11 1,-10-3-165,11 7 1,-3 0 0,0-1 163,-28-13 1,1 0-364,-1 6 0,9 0-128,3-13 0,45 11 0,22-12 0,10 11 0,1-10 0,5 13 0,15-14 0,40-9 0,14-14 0,-18 26 0,3 2 0,6-5 0,-2 3 0,20-5 0,2 2 0,-63 25 0,-14 6 0,-63 17 0,-3 6 0,-16 8 0,-5 3 0,6-3 0,-5 3 0,-4 0 0,-1 1-197,5-4 0,-4 2 1,-1-1-1,2 0 0,5-1-49,0 2 0,2-1 0,5-1 0,7-3 214,-38 6 0,47-5 32,106-2 0,10-14 0,22-2 0,12-1 0,3-1-164,-8-1 0,4 0 0,5-1 0,5-1 0,6 1 0,7-1 88,-34-3 0,5 1 1,4 0-1,4-1 0,2 1 1,2-1-1,3 0 1,-1 0-1,2 0 0,-2-1 1,0 1-1,-2-1 0,-3 1-6,4-1 0,-1 0 0,-1 0 0,-1 0 0,0 0 0,1 0 0,-1-1 0,1 0 0,0 1 0,2-1 0,0 0 0,2 0 11,-5-1 1,3 1 0,1-1 0,2 0-1,1 0 1,1 0 0,-1 0 0,0 0 0,-2 0-1,-2-1 1,-2 1 0,-3 0 0,-3 0-1,-5 0-52,21 0 0,-6 0 0,-3 0 0,-4 0 0,-1 0 0,-3 0 0,1 0 0,0 0-18,6 0 1,4 0-1,-2 0 1,-2 0-1,-5 0 1,-9 0-1,-11 0-351,35-2 0,-13-1 0,18 2 0,-24-4-492,-64-6 1967,12-5-573,9 0 1,8 0-411,9 2 0,8 1 0,15-1 0,11-1 0,-5 2 491,7-1 1,3 0-247,-22 3 1,6-1 0,3 0 0,1 1-1,7 1 1,1 1 0,1 0 0,-1 0-1,-6 1 1,0-1 0,0 1 0,5 1-115,-4 2 1,4 0-1,2 2 1,-2 1-1,-4 1-131,2 4 0,-5 1 0,0 1 0,3-1 0,-12-3 0,2-1 0,0-1 0,3 2 0,3 1 0,2 4 0,3 2 0,2 0 0,1 2 0,0-2 0,-2-1 0,-6-2 0,-2-1 0,0-1 0,0 1 0,2 0 0,2 1-141,-1 1 1,2 2-1,3 0 1,0 1-1,-1-1 1,-2 0-1,-2-2-23,-1-1 0,-2-1 0,-2-1 0,-1 0 0,0 0 0,0 0-33,12 1 0,1 0 1,-2 0-1,0-1 0,-3-1 0,-6-1 0,-1-1 1,-1 0-1,-2-1 0,-2 1 19,9 0 0,-3 0 1,-1 0-1,0 0 119,-7 0 0,-1 0 0,1 0 0,3 0 59,17 0 0,4 0 0,0 0 0,-3 0 0,-14 0 0,-2 0 0,0 0 0,4 0 88,-3 0 0,5 0 0,1 0 0,-1 0 1,-4 0-89,4 0 0,-3 0 0,-1 0 0,0 0 0,1 0 0,1 0 0,-2 0 0,-5 0 327,-1 0 1,-5 0 0,-4 0 163,15 0 1,-13 0 491,-17 0-553,-42 0 553,9-5 0,-2-1 0,13-5-510,6-4 510,3-7 0,54-10-813,-16 6-170,-26 13 0,2 2 0,38-5 0,-10 5 0,1-2 0,-14 0 0,-20 7 0,3-2 0,9-8 0,3-2 0,0 4 0,1 0 0,2-6 0,-6 0 0,-2-2 0,-21 8 0,-32 10 0,-7 4 0,-46-1 0,-35 2 0,3 1 0,-16 2 0,-8 0 0,-1 1-164,24-2 0,-1 1 0,-2 0 0,-3-1 0,-2 1 0,-4-1 41,3 0 0,-4-1 0,-3 1 0,-3-1 0,0 1 0,-1-1 0,2 0 0,2 1 0,6-1 0,2 0 0,1 1 0,0-1 0,-1 1 0,-1-1 0,-2 0 0,-2-1 24,6 0 1,-3-1 0,-2 0-1,-2 0 1,0 0 0,0 0-1,0 0 1,2-1 0,1 1-1,3 0-24,-9 0 0,2 0 0,2 0 0,0 0 0,1 0 0,0 0 0,0 0 0,-2 0 0,-5 0 0,-3 0 0,0 0 0,-1 0 0,2 0 0,2 0 0,3 0 0,5 0-41,-3 0 0,4 0 0,3 0 0,3 0 0,1 0 0,2 0-33,-4 0 0,1 0 1,3 0-1,2 0 0,1 0-49,-7 0 0,2 0 0,2 0 0,-1 0 0,0 0 0,-1 0 0,1 0 0,-1 0 0,-1 0 0,-1 0 0,1 0 0,0 0 201,5 0 1,0 1 0,1-1 0,2-1 44,-20-2 0,2-1 0,6 0 491,-8 0 1,10 0-1,26-2 1,9 0 491,-3 1 0,38 0 0,-9-11 0,5 3 0,-1-7 0,11 4 0,15 4 0,15-13-492,51 4 1,28 4-445,-27 6 0,8 1 0,7 0 0,10 2-157,-22 2 1,7 2 0,5-1 0,5 2-1,2-1 1,3 1 0,-1 0 0,-1 0-1,-2 0 0,-1 0 1,0 1 0,-1-1 0,1 1-1,0 0 1,2 0 0,0 1 0,2-1-1,3 1 20,-6 0 1,4 1-1,1 0 1,2 0 0,1 0-1,0 0 1,0 0 0,-1 1-1,-1-1 1,-2 0-1,-3 0-20,7 0 1,-2 0 0,-1 0 0,-1 0-1,-1 0 1,-1 0 0,-1 0 0,-1 0-1,0 0-13,3 0 0,-2 0 0,0 0 0,-1 0 0,-1 0 0,-2 0 0,0 0 0,-2 0-41,16 0 0,-1 0 0,-1 0 0,-3 0 0,-5 0 0,-4 0-82,9 0 0,-5 0 0,-6 0 0,-4 0-82,2 0 0,-6 0 0,-4 0-164,18 0 0,2 0 164,-8 1 0,5-1 0,3-1 222,-18-2 1,1-1 0,3-1 0,3 2 105,0 1 0,5 2 0,3 0 0,-1-1 0,-1 0 0,-3-2 0,-1 0 0,-1-1 0,3 1 0,3 1 0,2 1 0,3 0 0,2 2 0,1-1 0,0 0 0,-3 1 163,-5-1 1,-2 0 0,-1 0 0,1 0 0,0 0 0,1 0-98,7 0 1,3 0-1,0 0 1,-1 0-1,-4 0 1,-5 0-67,7 0 0,-6 0 0,-2 0 0,4 0 0,-9 0 0,3 0 0,1 0 0,-1 0 0,-1 0-113,13 0 1,-2 0 0,0 0-1,1 0 113,-19 0 0,1 0 0,1 0 0,-1 0 0,1 0-103,3 0 0,2 0 1,0 0-1,-3 0 0,-5 0 103,19 0 0,-7 0 0,3 0 0,-9 0 0,3 0 0,0 0 0,-3 0 0,6 0 0,-2 0 0,1 0 0,-10-2 0,2-2 0,0 1 0,-4 1 0,9 1 0,-3 1 0,-1-2 0,2-5 0,-1-2 0,1 2 0,-1 5 0,1 2 0,-1 0 0,1-4 0,-1 0 0,1 0 0,7 4 0,0 0 0,2 0 0,-1 0 0,1 0 0,2 0 0,-21 0 0,1 0 0,1 0 0,1 0 0,9 0 0,3 0 0,-1 0 0,-3 0 0,14 0 0,-3 0 0,0 0 0,5 0 0,1 0 0,-10 0 491,-1 0 1,-6 0-266,-3 0 0,-3 0-226,-19 0 0,1 0 0,21 0 0,3 0 0,3 6 0,-1 0 0,1-6 0,0 2 491,-2 9 1,-3 1-1,-21-8 1,-2 1-1,10 7 1,0 0-52,-10-1 1,2-1-441,31 2 0,7 1 0,-19 3 0,3 2 0,0-2 327,-5-5 1,1-2 0,-1 2-1,4 6 1,1 1 0,-9-3-101,-4-4 1,-7-3 755,27 4-442,-42-2-541,-18-9 0,-1 8 0,22-3 0,-9 5 633,15-5-633,-12 8 0,-17-11 0,1 6 0,-11-9 0,-8 5 0,8-4 0,6 14 0,-2-8 0,3 3 0,-17 0 0,-5-4 0,-15 5 0,-46 27 0,-5 6 0,-11 6 0,11-16 0,-5-2 0,-1 4 0,-8 9 0,-1 3 0,0-2 0,7-9 0,1-1 0,6-4 0,-1 2 0,6-2 0,12 0 0,8-2 0,9-8 0,-17 19 0,9-6 0,-33 29 0,17-6 0,17-18 0,1 5 0,0 18 0,3 4 0,3-3 0,2 3 0,5-5 0,1 6 0,0-4 0,-5 15 0,1-4 0,3-1 0,-1 0 0,-1 3 0,-1-3 0,7-21 0,2-3 0,3 4 0,2-3 0,-9 15 0,8-13 0,4-8 0,-3-2 0,5 9 0,-1 17 0,-7 17 0,7-35 0,-2 3 0,-7 14 0,-1 6 0,4 21 0,0 8 0,1-26 0,-2 2 0,1 0-328,1-1 0,0 0 0,1-6-33,3 7 1,-2-8 360,-19 19 0,4-24 0,-9-6 0,0-10 0,-8 2 0,-23 9 0,-12 5-246,18-14 0,-5 6 0,-3 1 0,1-4 0,2-7 0,0-3 0,0 0 0,-1 0 228,-4 5 1,-2 2-1,2-2 1,6-7 508,-15 7 1,8-11-224,8-14 0,8-4-268,7 6 0,-10-10 0,38-6 0,-8-5 0,4-1 983,0 0 0,5 1-725,2 0-258,4 3 0,0-8 0,0 4 0,0 0 0,-4 6 0,2 1 0,-2 3 0,4-4 0,-5 0 0,-1 4 0,-4 2 0,-6 14 0,9-7 0,-2 2 0,4-15 0,-6-2 0,-1-7 0,-19 2 0,-15-4 0,2 0 0,-5 0 0,18 0 0,4 0 0,-1 0 0,2 0 0,14 0 0,-16 0 0,18 0 0,-10 0 0,6 0 0,-3 0 0,-20 10 0,2-3 0,-6 9 0,-3-11 0,-3 0 0,1-5 0,9 0 0,-6 0 0,-16 0 0,-8 0 0,0 0 0,-8 0 0,-4 0-246,5 0 0,-4-1 0,-3 1 0,-2 1 166,8 1 0,-3 1 1,0 1-1,-1-1 1,4 1 79,-11-1 0,1 1 0,2-1 0,4 1 0,-15 1 0,3 1 0,10 1 0,6 6 0,7 0-279,9-5 1,0 1 278,-15 11 0,-7 3 0,13-8 0,-6 0 0,-3 2-246,9 0 0,-4 3 0,-2 0 0,2 0 0,3 0 0,0 0 0,0 0 0,1 0 198,1-1 1,-1 1-1,2 0 1,4-1-7,-6 3 1,4 0 0,5-2 53,-5 1 0,2-1 0,-21 7 0,1-3 0,25-9 0,0-1 491,-17 2 1,1-1-397,28-8 1,5-3 426,-18 2-522,3 7 0,2 4 0,-10 2 0,-20 2 0,-6 0 306,31-5 1,0 1 0,-6-1-307,-3-4 0,-6-2 0,-3 1 0,-1 2 0,8 4 0,-2 2 0,-1 2 0,-1 0 0,0-3-197,-3-1 0,0-1 1,-1-1-1,-1 1 0,-2 1 33,5 2 0,-2 2 0,-1 0 0,-1 1 0,1-2 0,3-2-33,-7-2 0,4-1 1,0-2-1,-3-1 0,-5 0 187,6-1 1,-4-1 0,-3 0 0,-2-1-1,-1 1 1,2 0 0,1 0 9,6 0 0,1 1 0,0-1 0,1 1 0,-1 0 0,-2 0 0,0 2-123,1 0 0,-4 0 0,-1 1 0,0 0 0,1 1 0,2 0 0,4 0 0,6 0-74,-15 4 0,7 0 1,4 1-1,2 0 0,0 2 0,4 0 0,-1 2 1,3 0-1,4 0 0,7-3-131,-3 2 0,7-3 0,1 1 10,-33 10 0,8-3 748,29-8 1,6-2-431,-27 11 491,29-8 1,-1 1-1,4-1 1,-2 0-1,-8 6 1,2 1 491,-27 17 0,15 0 0,29-17 0,19-3 0,47-12-815,28-6 0,22-5 1,9-4-366,-14-3 0,6-4 1,5-2-1,4-1 0,5 1 74,-13 3 0,4 1 0,3-1 0,3 0 0,2 0 0,3-2 0,2 0 0,1-2 33,-7 1 1,2-2-1,4-2 1,2 0 0,2 0-1,0-1 1,0 0 0,1-1-1,-2 2 1,-2-1-1,-1 2-9,0 0 1,-1 0 0,-1 1-1,0-1 1,-1 1 0,0 0-1,0 0 1,-1-1 0,0 1-1,0-2-11,9-1 1,2-1 0,1-1 0,0 0-1,-1 0 1,-4 1 0,-3 0 0,-6 1-1,-6 1-87,13-2 0,-5 1 1,-7 2-1,-7-1 0,-6-1-131,4-5 0,-9 1 0,-13 2-656,3-2 0,29-9 492,-16 18 0,7 2 370,8-6 0,4 0 449,-19 9 1,2 2 0,-6 0 163,-2-5 1,-10 7 491,1 28-492,-89 32 1,-41 23-296,25-23 1,-9 7-1,-7 4 1,-5 4 0,-4-1-320,12-14 0,-3 1 0,-3 1 0,-3 1 0,-4 1 0,-2 2 0,-3 1 0,-3 1 77,18-14 1,-3 2 0,-3 2 0,-2 0 0,-3 2 0,-1 1 0,-1 0 0,0 0 0,-1-1 0,0 0 0,1 0 0,1-3 0,2-1 0,1-1-45,-9 4 1,1-1-1,1-1 1,1-2 0,0-1-1,1 0 1,-1-1 0,-1 1-1,0 0 1,-1 0-1,-1 2 14,6-5 0,-3 2 1,-1 1-1,-2 1 0,0-1 1,0 1-1,0-1 1,2-1-1,2-1 0,2-2 1,3-2-1,4-3 0,4-2-88,-25 13 0,6-4 0,6-4 0,3-2 0,3-1 0,4-2-82,-12 8 0,3 0 0,8-6 0,13-7-738,-22 16 0,88-58 893,34-25 1,28-20 0,9-2 90,-9 11 0,8-3 0,6-1 0,6-2 0,4 0 0,-22 11 0,4-1 0,4-2 0,2 0 0,2 0 0,2 0 0,1 0 0,1 1 0,0 2-99,0 2 1,3-1 0,1 2-1,1 0 1,2 0 0,-1 1-1,1 1 1,-1 1 0,0 1-1,-2 1-11,4-1 1,1 1 0,0 0 0,-1 2-1,0 1 1,-2 1 0,-2 1 0,-3 1-1,-3 2 38,14-3 0,-2 1 1,-3 2-1,-4 2 1,-6 2-1,-6 4 399,25-2 1,-10 5 0,-36 8 655,-45 7-711,-51 25 1,-36 19-273,20-9 0,-8 6 0,-7 6 0,-4 3 0,-3 2 0,12-9 0,-2 3 0,-3 1 0,-3 3 0,-1 1 0,-3 1 0,-2 2 0,-2 0 0,11-8 0,-2 0 0,-2 2 0,-1 1 0,-3 1 0,0 0 0,-2 2 0,1 0 0,-1 0 0,0 1 0,1-1 0,1 1-76,3-1 0,-1 1 1,0 0-1,0 1 0,0 0 1,0 1-1,-1 0 1,1 0-1,0 0 0,0 0 1,0-1-1,1 0 0,0-1 63,-5 3 0,0 0 1,-1 0-1,0 0 1,0 0-1,1 0 1,0-1-1,2-1 0,1 0 1,3-1-1,1-2 1,3 0 134,-12 11 1,2 0 0,2-1 0,2-2 0,3-1 0,3-2 0,3-2 0,3-3 73,-10 8 1,1-1-1,5-4 1,11-6 0,12-8 224,-9 27-421,114-98 0,52-38 0,-50 27 0,10-9 0,7-5 0,7-5 0,4-2 0,2-1 0,0 1 0,-1 3-99,-11 9 1,2 0 0,0 0-1,2 1 1,1-1 0,1 0-1,2-1 1,2-1 0,1-2-1,2-2 33,-16 8 0,3-1 1,2-3-1,1-1 1,1-1-1,2 0 1,0-1-1,1 0 1,0 0-1,-1 1 1,1 1-1,-2 1 1,-1 1-1,-1 3 0,-2 1 27,13-4 1,1 1 0,0 1 0,-1 2 0,-1 1 0,-1 2 0,-1 0 0,-2 1 0,-2 1 0,-2 0 0,-2 0 38,7-3 0,-2-2 0,-2 2 0,-1 1 0,-4 1 0,-2 3 0,-4 3 0,-4 3 245,29-7 1,-3 5 0,-13 6 0,-22 8 737,-11 7-150,-107 62-833,-2 1 0,-17 11 0,-15 9-110,31-27 1,-9 4 0,-7 3 0,-5 3-1,-3 2 1,-1 0 0,1-1 0,2-1-1,5-2-13,2-2 0,4 0 0,1-2 0,1 1 0,-2-1 0,-3 1 0,-4 1 0,-6 1 76,12-9 0,-7 2 0,-4 2 1,-4 1-1,-3 1 0,-2 0 1,-1 0-1,1-1 0,2-1 1,2-2-1,4-2 0,5-3 1,6-2-1,8-5 243,-27 15 1,14-8-1,5-3 1,-1-2 0,-6 1-34,-13 6 1,-15 6 0,-3 0 0,11-9 0,26-15 0,38-24 327,63-52 1,42-27-532,-15 21 1,12-8-1,9-5 1,4-3-1,2 0 40,-15 15 0,3-2 0,3-2 0,2-1 0,2-1 0,0 1 0,0-1 0,0 2 0,-8 5 0,-1 1 0,0-1 0,0 0 0,1 1 0,2-1 0,1 1 0,3 1 0,4 0 0,-1 2 0,6-1 0,5-1 0,2 1 0,1 0 0,0 0 0,-1 3 0,-3 1 0,-4 3 0,-6 4 0,-7 3-197,18-9 0,-11 6 1,-4 4-1,0 1 0,7-2 33,7-3 0,10-5 0,3-1 0,-7 6 0,-16 8 0,-23 16 1147,-9 13-492,-76 36 1,-35 20-364,15-9 0,-12 9 0,-9 7 0,-6 4 1,-4 2-1,-1-2 0,1-3-238,11-10 1,-1-1 0,-3-1 0,0 0-1,-3 0 1,-1 1 0,-1 2 0,-3 0-1,-1 3 34,9-6 0,-2 2 1,-3 2-1,-1 2 0,-2 0 1,-1 1-1,0 0 1,-1-1-1,2 0 0,0-1 1,2-3-1,2-1 0,2-3 47,-12 6 1,2-3 0,1-1 0,1-2 0,1-1-1,1-1 1,1-2 0,1 0 0,1-1 28,-14 6 0,-1-1 0,0 0 0,3-3 0,5-2 0,8-4 0,10-5 327,-4 3 1,12-6 0,6-7 655,-44-4-682,131-55 0,52-29 0,8-1-301,-28 22 0,3 0 0,6-2 0,6 0 0,10-1-99,-16 12 1,9-2 0,7-2-1,4 0 1,3 0 0,1 1-1,1 0 1,-3 2 0,-2 1-1,-6 3-24,1 1 0,-3 2 0,-2 1 0,0 1 0,-2 2 0,1 0 0,1 1 0,1 1 0,4-2 0,4-1 0,3 0 0,-1 2 0,-3 1 0,-6 5 0,-7 4 0,-11 6 450,23 0 1,-13 9 0,-36 18 163,-59 38 1,-36 19-247,4-7 1,-13 8 0,-8 5 0,-4 3-387,16-19 1,-4 3-1,-3 3 1,-3 0-1,-1 1 1,-3 1-1,0-2 115,9-10 0,-3 2 0,-2-1 1,-1 1-1,0 0 0,-1-1 0,1-1 1,1-1-1,1-2 26,-9 8 0,-1-1 0,1-1 0,1-1 0,2-3 0,2-2 0,2-5 14,-5 4 1,0-2 0,4-4 0,7-8 0,12-9-15,-29 5 0,113-75 0,51-37 0,9-4 196,-25 22 1,6-1-1,4-3 1,6-3 0,4-1-132,-19 17 0,4-4 0,4-1 1,2-1-1,2-1 0,0 1 0,-2 1 1,-3 3-1,-4 2-65,12-7 0,-2 2 0,-4 2 0,0 2 0,-1 2 0,0 0 0,17-7 0,4-3 0,-3 4 0,-12 10 0,-20 14 0,8 11 0,-114 65 0,-44 29 0,30-24 0,-9 7 0,-5 5 0,-3 2 0,0-3-48,8-6 1,-1-1 0,-1 0 0,-3 2 0,-4 3 0,-6 3 47,14-11 0,-4 3 0,-4 3 0,-3 2 0,-2 1 0,-2 1 0,0 0 0,-1-1 0,1-1 0,2-2 0,2-3-99,0-2 1,0-1 0,0-1-1,1-1 1,0-1 0,0-1-1,0 0 1,0 0 0,1 0-1,0 1-11,-7 4 1,0 0 0,-1 1 0,0 0-1,1-1 1,2-1 0,2-3 0,3-1-1,3-4 192,-34 20 1,-8 3 0,11-7-1,27-18 1,45-28-83,64-44 0,49-31 0,14-6 0,-37 30 0,8-2 0,6-2 0,5-2 0,4-2 0,3-2 0,2 0 0,0-3 0,0 0-76,-12 5 0,2-1 1,2-3-1,2 0 0,0-2 1,2-1-1,1-1 1,0 1-1,1-1 0,1 0 1,0 1-1,0 0 0,0 2 5,0 1 1,1 0 0,1-1 0,2 1-1,0 0 1,0 0 0,1 0 0,-1 0 0,0 1-1,-1 0 1,-1 0 0,-1 1 0,-3 0-1,-1 1-19,7-6 1,-1 1-1,-1-1 1,0 0 0,-2 1-1,-1 1 1,-2 1 0,-2 1-1,-2 3 1,-3 1-1,-2 2 253,27-15 1,0-3 0,-4 3 0,-8 9 0,-13 12 0,-16 18 819,18 33-861,-91 9 1,-31 14 0,-24 10 0,-17 7 0,-10 4 0,-3 2 0,3-2 0,12-5-167,9-4 0,1 0 0,-1 0 1,-1 1-1,-1 0 0,-1 0 0,-3 2 1,-2-1-1,-4 2 44,11-8 0,-3 1 0,-4 1 0,-1 1 0,-3 1 0,0-1 0,-1 1 0,0-1 0,1 0 0,1-1 0,1-2 0,3 0 0,3-3-110,-14 9 1,0-2 0,2 0 0,1-2-1,2-1 1,2-1 0,2-2 0,2-2-1,3-3-54,-14 6 0,2-3 0,2-3 0,5-2 0,7-2 0,9-4 491,-15 8 1,10-5 0,42-17-1,76-34 1,53-24 0,5-1-328,-29 11 1,1-1-1,7-1 1,9 0-124,-14 9 0,7-2 0,7 0 0,3 0 0,3 0 0,0 2 0,-2 1 0,-5 3 111,4 1 0,-1 3 0,-1 1 1,0 1-1,-2 1 0,-1 1 1,-2 0 11,3-1 0,-1-3 0,0 1 0,-4 4 0,-4 6 0,-6 9 0,13 11 0,-1 7 0,-16 11 0,-34 10 0,-46 21 0,-41 16 0,-21 7 0,2 2 0,21-25 0,-4 3 0,-5 1 0,-1 3 0,-3 0 0,1 0 0,1 2 122,3-3 1,-1 2 0,-2 2 0,1 1 0,0-2 0,0-1 0,1-3 0,1-4-59,-7 3 0,-4-3 1,2-3-1,4-2 0,8-2 1,11-1-65,-2 24 0,13-3 0,35-25 245,51-41 1,41-29 0,18-15 0,-3 0-124,-35 9 1,2-3 0,2-4 0,3-1 0,2-1 0,1 0 0,3 2-123,-7 5 0,4-1 0,2 1 0,2 0 0,0 0 0,1 0 0,-1-1 0,-2 1 0,-3 0 0,3-2 0,0-1 0,-1 0 0,-1-1 0,-2 2 0,-2 0 0,-2 2 0,-4 1 0,16-5 0,-2-1 0,-5 2 0,-7 7 0,-9 9-21,29 13 1,-45 12 20,-83 3 0,-46 7 0,-23 3 0,3 1 0,15-4 0,-5 2 0,-5 0 0,-4 1 0,-4-1 0,-3 0-99,22-7 1,-4 0 0,-2 0-1,-3 0 1,-2 0 0,-1-1-1,-2 0 1,1-1 0,0 0-1,0-1 9,4-1 1,-1 0-1,-1-1 1,-1 0 0,1-1-1,-2 0 1,1-1 0,-1 0-1,1 0 1,-1-2-1,1 0 19,-1 0 1,-3-1 0,0-1 0,-1 0 0,0-1 0,1-1 0,2 1 0,1-2 0,3 1 0,3-1 0,3-1 197,-12 1 1,3-1 0,4-1 0,2 0 0,3-1 0,2 0 0,1-2-128,-17 3 0,-2 0 0,6-1 0,10-7 0,18-9 491,10-22 1,12-12-246,0-7 0,0-9 0,-3-1-246,-9-2 0,-3-2 0,-12-10-110,22 26 1,-5-7 0,-6-5 0,-3-3-1,-3-3 1,-2 1 0,-1 1 0,0 3-1,2 5-13,-6 0 0,0 4 0,0 3 0,-2 0 0,-1 1 0,-4-1 0,-3-3 0,-4-4 52,17 11 1,-4-2 0,-3-2 0,-2-2-1,-2-1 1,-2-2 0,-1 1 0,-1-1 0,0 1-1,1 1 1,0 2 0,1 1 0,2 3-1,2 3 6,-5-3 0,0 2 1,1 3-1,1 1 0,0 1 1,1 1-1,-1 1 1,0 0-1,0 1 0,-1 0 1,-1-1 64,-2-1 0,-3 0 0,-2 0 0,0 1 0,-1-1 0,1 2 0,2 0 0,1 2 0,4 1 0,2 2 0,5 2 45,-22-10 1,4 3 0,4 2 0,4 3 0,4 2 0,3 3-46,-9-3 0,3 4 0,8 2 0,11 4 225,-9 2 1,35-2-226,75-13 0,48-8 0,12 0 0,-24 14 0,9 0 0,6 0 0,3 0 0,2-1 0,-3-1 55,-9 2 1,0-1 0,1-1 0,0-1 0,3 0 0,3 0-1,2 0-55,-8 5 0,6 0 0,3-2 0,2 1 0,1-1 0,0 1 0,-3 1 0,-3 0 0,-6 2 0,-6 0 0,19-7 0,-8 1 0,-5 2 0,-3 0 0,3 1 245,29-7 1,9 1 0,-21 1 0,-47-1 737,-73-19-787,-32 40 1,-33 14-1,-21 6 1,-10 2 0,1-3-296,40-3 1,-2-1 0,-4 1-1,-3 0 1,-2-1 0,-2 1-1,-3 0 1,-2 1 0,-3-1-1,0 1 34,11 1 1,-3-1 0,-3 1-1,-3 1 1,-2-1 0,-2 1 0,0 0-1,-1 0 1,-1 0 0,2 0 0,0 0-1,1 0 1,3 0 0,2 0-1,4 0-25,-14 1 1,1-1-1,2 1 1,2-1 0,1 1-1,1-1 1,1 1 0,1 0-1,1 0 1,0 0-1,1 0-9,-2 0 1,-3 1 0,-3 0-1,1-1 1,2 1 0,4 0-1,6 0 1,9 0 0,9 0-1,12 0 590,-48 8 1,56-7-486,76-13 0,40-7 0,29-5 0,14-1 0,3 1-6,-40 9 0,7-1 0,7 0 0,6-1 0,5 1 0,4 0 0,4-1 0,3 0 0,2 0 0,2 1 0,0-1 0,0 1 0,-1-1 0,-1 1 0,-3 0 0,-3 1-58,-5 0 0,-1 0 0,1 1 0,-1-1 0,0 1 1,0 0-1,0-1 0,1 1 0,0 0 0,0 0 0,1 0 1,1 1-1,0-1 0,1 0 0,2-1 0,0 1 0,2 0 13,-12 1 0,2-1 0,3 0 1,1 0-1,1 0 0,1 0 1,2 0-1,0 0 0,0-1 1,1 1-1,-1 0 0,0 0 1,0 0-1,-2 1 0,-1-1 1,-1 1-1,-2 1 0,-2-1 1,-3 1-1,-1 1 0,-4 0 0,-2 1 72,24-2 0,0 2 0,-2-1 0,-3 1 0,-2 1 0,-2 0 0,-4 1 0,-4 0 0,-3 1 0,-4 0 1,-5 1-1,-5 0-27,35-1 0,1-1 0,-13 3 0,-27 3 0,-42 7 0,-57 9 0,-49 7 0,-23 4 0,0 1 0,30-9 0,-6 1 0,-5 0 0,-4 2 0,-4 1 0,-2 1 0,-3 3 0,-1 2 0,14-3 0,-4 2 0,-3 3 0,-3 1 0,-2 1 0,-1 2 0,-1 0 0,0 0 0,1 1 0,1-1 0,2-1 0,4-1 0,2-2 0,-4 3 0,1-3 0,3-1 0,1 0 0,2 0 0,0 0 0,1 2 0,0 1 0,0 2 0,-1 2 0,1 2 0,-2 4 0,-3 2 0,0 1 0,1 2 0,1 0 0,3 0 0,5-3 0,6-1 0,6-3 0,8-5 140,-35 29 0,20-7 1,7 4-141,1 5 0,7 3 0,32-7 0,55-6 0,25-7 0,18 3 0,12-7 327,-15-18 1,6-3 0,-3-3 163,18 7 1,-5-12-1,-22-21 1,-9-11 491,-3-13 0,-37-13 0,-26 26-492,-36 56 1,-14 37-165,18-14 1,-1 10 0,0 5-83,2-2 1,-1 5 0,1 3 0,3-3-1,5-11 1,0 0 0,6-2 0,10-3 245,1 42 1,36-25-347,42-59 0,30-24 0,12-16-145,-28-6 0,8-9 0,7-10 0,5-5 0,3-5 0,0-2 0,-1 1 0,-3 2-110,-10 4 1,-1 0 0,1-1 0,-1-1-1,0-1 1,1-2 0,0-2 0,0-2-1,2-2 28,-12 5 0,3-2 0,2-2 0,1-1 0,0-2 0,0-1 0,-1-1 0,-3 0 0,-2 0 0,-3 0 0,-4 0 0,-6 1-59,17-19 1,-6-2-1,-4 0 1,-5 0-1,-5 0 1,-4 2-1,-5 2-56,2-7 0,-5 0 1,-6 2-1,-8 3 0,-9 7-131,-5-9 0,-11 5 0,-21 24-164,-40 30 0,-14 26 1,4 21 0,-4 23 491,18-5 0,-7 14 0,-3 7 0,0 5 0,2-1 0,7-6-143,-5 10 1,6-4-1,1 2 1,-1 5 142,-1 1 0,-4 6 0,1 2 0,6-4 0,9-9 0,1 2 0,9-6 0,30-21 0,54-26 0,36-23 0,6-16 0,-23-7 0,4-13 0,3-9 0,4-3 0,4-1 93,-14 11 1,4-2 0,4-2 0,2-1-1,0-3 1,-1-1 0,-2-2 0,-4-2-94,-2-4 0,-1-3 0,-1-3 0,-2-2 0,-1 0 0,-2 0 0,-3 0 0,-3 3 0,7-5 0,-1 0 0,-3 2 0,-5-1 0,-5-1 0,-8-1 0,8-26 0,-4-4 0,-19 4 0,-29 15-192,-39 17 0,-26 11 0,-12 11 192,-8 10 0,-12 9 0,-9 12 0,-3 13 0,23 9 0,-3 9 0,-4 8 0,-2 6 0,-1 3 0,-1 3 0,1 1-110,9-5 1,-2 2 0,0 3 0,-2 1-1,1 3 1,0 3 0,1 1 0,1 3-1,3 2 11,6 1 1,0 3 0,0 4-1,1 2 1,2 1 0,1 1-1,1 0 1,3-1 0,2-2-1,3-3-12,-7 8 0,1-2 0,3-1 1,3-1-1,4 0 0,4-1 1,6 0 110,-9 16 0,-2 4 0,10-2 0,19-13 0,29-20-60,74-9 1,40-39 59,-42-23 0,8-18 0,4-12 0,3-5 0,0-1 0,-12 10 0,2-3 0,2-2 0,0-3 0,0-4 0,-1-4 0,-3-5-54,-13 8 1,-1-4-1,1-2 1,-1-3-1,-1-3 1,-1-2 0,-1-2-1,-2-1 1,-2-1-1,-3-1 54,2-5 0,-2-2 0,-1-2 0,-2-2 0,-1-1 0,-3-2 0,-3-1 0,-2-1 0,-3 0 0,-4-2 0,-5 7 0,-2-3 0,-2-1 0,-3-1 0,-2 0 0,-2-2 0,-3 1 0,-2-1 0,-3 1 0,-3 0 0,-2 1-90,-2 1 1,-2-1-1,0-1 1,-3 0 0,-3 0-1,-2 1 1,-5 1 0,-4 2-1,-4 2 1,-6 2-1,-7 4 52,-7 0 0,-7 0 1,-6 2-1,-5 2 1,-5 1-1,-4 3 1,-3 4-1,-1 2 1,-2 5-1,0 4 1,0 5-42,-2 3 1,-2 5 0,-2 3-1,-2 3 1,-1 5 0,-3 4-1,-1 3 1,-2 4 0,-1 3 0,-2 5 78,2 3 0,-3 3 0,-2 3 0,-3 3 0,-2 4 0,0 3 0,0 3 0,-1 5 0,2 4 0,1 4 0,3 4 0,2 5-71,11 2 1,1 6 0,0 4 0,0 5-1,1 3 1,1 3 0,1 3 0,1 2 0,1 1-1,2 2 1,1 0 0,2 0 0,2-1-1,2 0 36,-10 8 0,3 2 0,2 2 1,2 0-1,2 2 0,1 0 1,3 2-1,2 1 0,1 1 0,3 2 1,1 0 90,1 2 1,0 2 0,0 3 0,1 1 0,2 2 0,4-1-1,3 0 1,6-2 0,5-2 0,8-2 0,8-4-57,2 21 0,9 0 0,8-2 0,12-6 0,11-8 0,12-10 79,27 1 1,19-11 0,14-10-1,6-12 1,1-13-80,-21-17 0,4-9 0,3-9 0,2-6 0,1-6 0,2-3 0,-1-1 0,-8-1 0,3-3 0,1-3 0,1-4 0,0-2 0,-2-4 0,-1-3 0,-2-3 0,-5-3 0,0-4 0,-2-5 0,-2-2 0,-1-4 0,-3-3 0,-2-2 0,-3-2 0,-3-2 0,-3-1 0,-3-2 0,-1-3 0,-2-2 0,-3-3 0,-3-1 0,-4-2 0,-5-2 0,-6-2 0,-5-1 0,-7 1 0,-5-4 0,-5-3 0,-4-2 0,-4-1 0,-4 1 0,-4 0 0,-3 3 0,-3 3 0,-3 4 0,-6-4 0,-3 1 0,-5 3 0,-3 3 0,-5 1 0,-5 3 0,-3 2 0,-5 3 45,0 5 0,-6 0 0,-3 1 1,-4 2-1,-3 3 0,-3 4 0,-2 6 1,-2 6-1,-1 7-45,-7 6 0,-3 6 0,-4 6 0,-2 6 0,-1 5 0,-1 6 0,0 4 0,1 5 0,-4 6 0,0 7 0,0 5 0,-1 6 0,-1 4 0,1 4 0,0 2 0,-1 3-73,12-3 1,-2 5-1,-1 2 1,0 4-1,0 1 1,2 2 0,0 2-1,3 0 1,1 1-1,4 0 73,2-1 0,3-1 0,2 1 0,2 0 0,1 3 0,1 2 0,0 5 0,1 4 0,-2 7 0,14-8 0,-2 5 0,-1 6 0,0 5 0,0 3 0,-1 2 0,2 2 0,0 1 0,2 0 0,1-2 0,3-1 0,2-4 0,2-3 0,4-5 0,4-6 111,-17 27 1,6-11-1,6-5 1,4 1-1,2 4 1,3 11-112,6-11 0,-3 12 0,-1 7 0,0 5 0,4 0 0,6-3 0,7-6 0,10-8 0,11-14 0,15-16 0,28-4 0,21-18 0,14-13 0,7-6 0,-1-2 45,-6-2 0,6-3 0,4-4 1,2-4-1,3-5 0,-1-5 0,-1-5-45,-12-3 0,1-5 0,2-4 0,0-3 0,0-4 0,-1-2 0,-2-3 0,-2-3 0,-3 0 0,6-7 0,0-2 0,-2-3 0,-2-3 0,-4-3 0,-3-4 0,-6-5 0,-6-4 55,-10 0 0,-5-6 0,-4-6 0,-3-3 0,-4-1 0,-4 0 0,-2 2 0,-4 3 0,-2 6-55,5-19 0,-3 4 0,-7 3 0,-10 2 0,-12-1 0,-14-8 0,-13-6 0,-10 4 0,-7 16 0,-5 25 0,-16 27 0,-8 25 0,-5 15 0,7 8 0,-5 12 0,-3 11 0,1 9 0,2 10 0,20-6 0,1 8 0,1 7 0,0 7 0,1 3 0,1 3 0,1 2 0,1-1 0,2-1 0,3-5 0,2 1 0,0 0 0,2 2 0,0 1 0,2 1 0,0 2 0,2 2 0,1 3 0,1 1-76,5-7 0,-1 3 1,0 2-1,1 3 0,0 1 1,2 1-1,1 1 1,2 0-1,2 0 0,2-2 1,4-1-1,3-2 0,3-2 13,3 8 0,1-1 1,3-1-1,3 0 1,3-2-1,4-1 1,4-1-1,5-2 1,4-1-1,7-1 66,5-2 1,7 1 0,5-1 0,6-1-1,3-2 1,2-2 0,3-3 0,2-3-1,-1-5 1,0-4-4,10 7 0,3-5 0,2-4 0,2-5 0,2-5 0,3-4 0,3-4 71,8-2 1,7-3-1,3-4 1,1-5 0,-2-8-1,-4-7 1,-7-11-72,4-10 0,-3-10 0,-4-9 0,-10-10 0,-11-9 0,-8-25 0,-16-16 0,-9-6 0,-6 5 0,1-3 0,-8 3 0,-21 1 0,-18 9 0,-16-3 0,-11 9 0,-5 18 327,-17 19 1,-10 21 0,-7 11-132,17 8 1,-5 7-1,-4 7 1,1 5 0,1 4-102,-8 9 0,0 5 0,1 6 1,1 7-1,2 5 45,14-4 0,1 6 1,-1 5-1,3 2 1,2 2-1,4-1 1,4-2-20,-3 9 0,5 1 1,4-1-1,5 0 1,4 0-122,-9 16 0,-1 3 0,17-7 0,33-18 327,41-16 1,30-16 0,9-20-132,-2-26 1,11-22-1,7-12 1,1-8 0,-4-1-34,-12 6 1,0-4 0,0-5 0,-1-3 0,0-6 0,-2-5-274,-14 10 1,2-4 0,1-4 0,-1-3-1,-1-3 1,-4-2 0,-3-1 0,-6-2-1,-7-2 12,-4-8 1,-5-4 0,-5-3-1,-5-1 1,-5-2 0,-4 0 0,-3 0-1,-4 2 98,-3 1 0,-3-2 0,-5 0 0,-3 0 0,-4 1 0,-4 2 0,-4 2 0,-5 2 0,-5-3 0,-5-1 0,-4 2 0,-6 3 0,-4 4 0,-5 7 0,-6 7-164,-14-1 0,-9 6 0,-6 6 0,-4 9 0,-3 9 0,-1 11 23,11 12 1,-3 8-1,-2 8 1,-2 6-1,-1 6 1,1 5-1,-1 3 125,11 2 0,-2 4 0,-1 5 1,0 3-1,0 4 0,1 4 1,1 4-1,2 3 0,2 3-74,9 0 1,0 4-1,0 5 1,2 4 0,0 2-1,2 2 1,2 1 0,1 2-1,2-1 1,2 0-1,3-1 39,-6 8 1,2 0 0,2 1 0,2 1 0,3 0-1,3 2 1,2 0 0,5 2 0,3 1 50,4 1 0,2 3 0,2 3 0,3 0 0,4 1 0,4-2 0,5-2 0,6-3 0,7-4-49,7 14 1,7-2 0,8-4-1,7-3 1,8-7 0,7-8 48,18 3 0,14-8 0,8-8 0,3-9 0,-2-9 0,9-4 0,2-10 0,1-13 0,2-16 0,-8-17 0,4-15 0,-1-11 0,-5-4 0,-10 0 0,-11 1 0,-8-1 0,-6-7 0,-4-10 0,-8-3 0,-2-10 0,-3-8 0,-5-1 0,-5 3 0,-6 6 0,-5-1 0,-8 4 0,-5 2 0,-5-1 245,-1-9 1,-2-4 0,-11 8 0,-16 17 81,-40 11 1,-24 23 0,-5 21-306,25 20 1,-4 15 0,-3 12-1,-1 5 1,0 3 97,13-7 0,-3 5 1,0 3-1,-1 3 1,2 3-1,2 3 0,3 3-120,6 0 0,2 4 0,0 4 0,2 1 0,2 2 0,3 0 0,3-2 0,5-3 196,-10 19 1,7-1-1,4-2 1,5 0 0,2-2-146,-6 10 0,0 1 0,14-7 0,31-16-51,43-13 0,32-16 0,12-14 0,-17-19 0,9-11 0,7-8 0,5-4 0,2-1 0,1 2 0,-10 3 0,2-1 0,2-1 0,3 0 0,1-2 0,3-1 0,2-1 0,4-1-82,-15 1 0,4-2 0,1 0 0,3-2 0,2 0 0,1-2 0,1 1 0,1-1 0,0-1 0,0 1 0,0 0 0,-2 1 6,-4 1 0,-1-1 1,0 0-1,1 1 0,-1-1 1,0-1-1,2 1 1,0 0-1,1 0 0,1 0 1,1 0-1,2 0 0,2 0 18,-10 3 0,1 0 0,3 0 0,1-1 0,1 0 1,1 1-1,1-1 0,1 1 0,0 0 0,-1 0 0,1 0 1,-1 1-1,-1-1 0,-2 2 0,0-1 0,-2 2 0,-3 0-13,6-1 1,-2 1 0,-1 0 0,-1 1-1,-2 0 1,1 1 0,-2 0 0,0 0 0,0 0-1,1 1 1,-1-1 0,1 1 0,0-1-1,1 1 0,3-1 1,2 1 0,2-1 0,0 0-1,1 1 1,0-1 0,-1 1 0,-1 0 0,-2 0-1,-1 1 1,-3 0 0,-3 1 0,-3-1-1,-4 2-52,16-3 0,-5 1 0,-3 0 0,-4 1 0,-3 0 0,0 1 0,0-1 0,0 0-18,6 0 1,1 0-1,-1 0 1,-2 0-1,-2 0 1,-4 0-1,-5-1 126,18-3 0,-8-1 1,-2-1-1,4-3 211,-5 0 1,2-2-1,1-2 1,1-2 0,1-2-147,-6-1 1,0-2-1,1-2 1,2-1-1,-1 0 1,1 0-51,5-1 0,0 0 0,1 0 0,1 0 0,0-1 0,1 0 140,-10 5 0,0-1 1,1 1-1,0-1 1,2 0-1,0-1 1,2 0-78,-2 1 1,3-1 0,2-1 0,1 1 0,-1-1 0,-2 1 0,-4 1 0,-5 1-64,14-7 0,-7 3 0,-3 0 0,1 0 0,4-2 0,0 1 0,5-1 0,2-1 0,-1 0 0,-6 1 0,-7 3 0,1-2 0,-7 2 0,-5 2 0,-4 0 0,-1 0 0,-6 0 0,-2 4 491,17-4 1,-8 2 491,14-27 0,-26 24 0,-20 12 0,-13 1 0,-2 14-738,-5-7 1,-10 13 0,-2-4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1.46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27926 7405 10332,'16'78'0,"-7"-13"983,-2-1 0,-7-27 0,0-22 0,0 23-492,0 38 1,0 25-247,0-16 1,0 11 0,0 8 0,0 7-369,0-34 0,0 3 0,0 3 0,0 4 0,0 3 0,0 3 0,0 4 0,0 3 53,0-19 0,0 4 0,-1 3 1,1 3-1,0 2 0,0 3 0,-1 0 1,1 2-1,0 0 0,0 0 1,0-1-1,1-1 0,-1-1 0,1-2-6,0 2 0,-1-1 1,1-1-1,0 0 0,0 0 1,1-1-1,-1 1 1,0 0-1,1 0 0,0 0 1,0 2-1,1 0 0,-1 1 73,1 2 1,0 1 0,0 2 0,1 1 0,-1 1-1,1 0 1,-1 0 0,2-1 0,-1 0 0,1-2 0,0-1-1,1-2 1,1-3 0,0-3-97,1 11 1,2-1 0,1-1-1,0-2 1,0-2 0,1-2-1,0-3 1,0-4 0,0-3-1,0-3-98,3 29 0,1-7 1,0-6-1,1-5 0,1-3-49,4 4 0,3 0 0,-2-13 0,-5-28 164,-3-27 1065,-5-15 0,16-66-656,-9-1 1,0-15 0,0-1-1,-2-3 1,0-3 0,1-2-83,0 5 1,2-5 0,-2 3 0,-4 6 245,-3-24 1,-5 14 491,-7-17 0,-26 92-492,-33 48 1,-12 33-247,23-7 1,-2 13 0,0 9 0,1 1-96,11-22 1,-1 3-1,1 1 1,0 3 0,2 1-1,2 2-150,-1 11 0,1 4 0,3 2 0,1 1 0,4-3 0,2-5 0,4-4 0,2-2 0,3-2 0,3-4 0,3-3 0,2 21 0,4-7 0,6-13 983,9 22-774,5-91-209,3-50 0,-7-28 0,-11-16 0,-11-8-144,0 9 1,-6-5-1,-13 4 144,-6 22 0,-10 1 0,-6 4 0,-1 7-307,-14-5 1,-4 9 0,-5 7 306,-11 7 0,-4 8 0,8 9 0,8 11 0,7 7 491,7 5 1,18-6 491,35-11-700,10-11-283,29-37 231,-3 5 1,1-5-232,-9 10 0,0-2 491,8-15 1,-2-2-450,-15 13 1,-3-2-43,7-20 0,-1-12-246,-7 14 0,-3-9 0,-2-4 0,-1 1 0,-2 2 0,-1 0 0,-3-1 0,-2-5 81,-2 1 1,-2-5 0,-3-1-1,0 1 1,-2 5 164,-3-3 0,-2 3 0,0 3 0,0 3-210,-3-11 0,0 3 1,3 5 209,6 13 0,1 2 0,6 8 0,7 2 0,4 5 0,-2 1 0,0 0 0,-1 0 0,2 2 0,4 6 0,4 1 491,0-3 1,4 2 491,18-30-492,-14 31 1,-2-4-257,0-23 0,-4-4-235,-3 3 0,-2-3 0,1-16 0,-3 1 0,-3 19 0,-2 6 0,1 19 0,0 3 0,0-31 0,-5 58 0,-1 12 0,-30 22 0,4 10 0,-8 43 0,5 21 0,18 6 0,5 5 0,-2-27 0,-2 1 0,8-2 0,8 21 0,19-19 0,51-36 0,11-54 0,10-19 0,-4 1 0,2-16-197,-30 9 0,5-10 1,0-6-1,-4-3 0,-8 2-49,-10-4 0,-7 0 0,-4-4 0,0-3 179,3-3 0,2-4 0,-2-3 1,-6-1-1,-12 2 67,-12-10 0,-11 1 0,-10 0 0,-8 1 0,-3 14 0,-6 0 0,-7 1 0,-5 2 0,-6 4-197,-10-3 0,-7 3 1,-7 4-1,-6 2 0,-6 4 74,16 16 0,-7 2 0,-4 2 0,-3 2 0,-2 2 0,1 1 0,1 2 0,4 2-41,-11-3 0,0 2 0,2 3 0,1 2 0,-1 3 0,1 1 0,3 2 0,-3 3 0,0 1 0,4 2 0,5 3 0,8 2-164,-12 2 0,9 4 0,17 4-656,3 11 0,24-4 1316,31-12-332,86-28 0,-21 4 0,16-9 0,12-6 0,4 0 0,-2 2-164,-6 5 0,1 2 0,3 0 0,2-1 0,3-1 0,4-3 65,-23 8 1,2-1 0,4-2-1,1 0 1,1-1 0,1 0-1,0-1 1,-1 0 0,-1 0-1,-3 0 90,4-2 0,0-1 0,0 0 1,-1 0-1,-1-1 0,-1 1 1,-2 0-1,-1 0 0,-3 0 9,8-4 0,-1 1 0,-2-1 0,-2 1 0,-3 0 0,-3 0 0,-3 0 196,6-7 1,-3-1-1,-5 1 1,-5 2 0,-8 2 294,28-28 1,-26 12 491,-38 22 0,-15-28-765,1-21 0,-1-7-218,-4 33 0,1-3 0,1-14 0,2-10 0,-2 0 327,-2 3 1,-2-1 0,1-3-83,0 10 1,0-2 0,0-1 0,0-1-1,0-1 1,0 0 0,0-1 0,0-4-50,0 2 1,0-5-1,0-1 1,0 6 0,0 12-180,0-17 1,0 7 142,-1-3 1,1-5 0,1 24-161,4 25 0,-4 17 0,-1 1 0,-13-18 0,-6-44 0,-9 5 0,-9-16 0,2 5 0,12 30 0,1 3 0,-2-2 327,-8-24 1,-3-3 0,3 17 655,-15 1-861,30 71-122,-19 21 0,3 35 0,0 14 0,0-2 0,-1 10-246,9-7 0,-2 9 0,1 6 0,1 0 190,1 10 0,2 5 1,1-1-1,2-4-190,3-17 0,2-2 0,0-2 0,1-1-82,-5 25 0,1-2 0,8-20-656,14-16 770,38-68 214,3-27 0,9-19 0,-5-6 0,-6-12 0,-6-8 0,3-3-246,0 10 0,5-3 0,-3-2 0,-9-7 82,-12 4 1,-6-5 0,-5-3-1,-7-3 1,-7-3 163,-7 12 0,-5-4 0,-6-2 0,-4-1 0,-4-1 0,-2 1 0,-2 2 0,1 7 0,-2 0 0,-3 0 0,-3 1 0,-2 0 0,-2 0 0,-4 0 0,-2 0-99,1 6 1,-3-2 0,-2-1-1,-3 1 1,-2 0 0,-1 1-1,-3 2 1,0 3 0,-1 3-1,0 5-24,-12-4 0,-2 4 0,-3 3 0,-1 3 0,-1 3 0,1 3 0,0 3 0,2 1-18,-1 2 1,0 2-1,-1 3 1,2 2-1,1 4 1,4 2-1,3 4 284,-19-3 1,4 5-1,5 6 1,8 5-144,-22-1 0,22 19 0,31 35 0,-2 23 983,16-12-464,6 2 464,18-30 0,24 9 0,28 11-492,12 0 1,11 6-165,-9-5 1,3 4 0,1 2-1,4 6 1,0 3 0,-3 4-1,-3 3 1,-4 4 0,-8 1-426,-13-4 1,-7 1 0,-6-1 97,-4 23 0,-7-3 0,-3-15 0,-4-6 0,-5 23 0,5-40 0,-14-4 0,-2 42 0,-5-23 0,-3 6 0,0-5 0,-1 4 0,-1-2 0,-6 15 0,-3-3 230,-5 7 1,-1-7-231,-17 6 0,5-16 0,-8-9 0,-5 7 0,13-2 0,2 5 0,21-19 0,13-11 0,-4-16 0,-6-17 0,-50-43 0,-24-31 0,29 16 0,-6-10 0,-3-4 0,-4-2-164,13 11 0,-5-3 0,-2-3 0,0 0 0,1 0 0,2 2 0,6 2 0,0 1 0,2 0 0,0 0 0,2 0 0,1 2-33,-6-6 0,0-2 1,2 2-1,5 5 0,8 7-295,-11-11 0,11 9 0,6 11 0,12 6-492,20 10 682,-18-23 302,-25-17 0,-19-11 0,19 25 0,-6-3 0,-6-2 0,-6-2-164,2 4 0,-5-2 0,-5-1 0,-4-2 0,-2 1 0,-2 0 41,12 10 0,-1 0 0,-3-1 0,-1 1 0,-2-1 0,-2 2 0,-1-1 0,-2 1 24,6 5 1,-3-1 0,-2 1-1,-2 0 1,-1 0 0,0 1-1,0 0 1,2 1 0,2 1-1,2 2-24,-5-4 0,2 2 0,1 0 0,1 1 0,1 1 0,0 1 0,2 1 0,-1 1 122,-7-1 0,-1 0 0,0 0 1,1 2-1,4 3 0,7 2 1,7 3 327,-19-7 1,12 6 0,1 7-1,7 8 1,1 5 0,0 5-1,3 4 1,1 5 0,-7 4-515,-7 3 1,-7 5-1,-4 3 1,-2 2 186,4 0 0,-3 2 0,-2 2 0,-1 3 0,-1 2 0,6 0 0,-1 2 0,0 3 0,-2 0 0,-1 2 0,-2 0 0,18-8 0,-2 0 0,-1 1 0,0 1 0,-1 0 0,0 1 0,0 0 0,0 2-123,-2 2 0,1 0 0,-1 2 0,1 0 0,-1 1 0,-2 0 0,-2 1 0,-3 1 33,12-6 1,-4 1-1,-2 0 1,-2 2 0,-1-1-1,0 1 1,1 0 0,1-1-1,1-1 1,4 0-1,3-2-18,-6 5 0,5-3 1,4 0-1,0-1 1,1 0-1,-3 0 1,-5 2-1,-5 2 108,11-6 0,-5 1 0,-4 2 0,-3 0 0,-1 2 0,-3 0 0,0-1 0,1 0 0,0 0 0,3-2 0,2-2 0,3-1 0,5-3-93,-13 4 1,6-2 0,4-2-1,2-2 1,-1 0 0,-1-1 0,-4 1-1,-6 0 93,5-1 0,-4 1 0,-3 1 0,-3-1 0,-1 1 0,-1-1 0,-1 0 0,0-2 0,1-1 0,2-2 0,2-2-99,0-1 1,2-3 0,0-1-1,1-2 1,0 0 0,0-2-1,-1 0 1,1 0 0,-1-1-1,-1 0 0,-3 1 1,0-1 0,0-1-1,-1 0 1,1-1 0,-2 0-1,1 0 1,-1-1 0,-1 0-1,0 0 9,3 0 1,-1-1-1,-2 0 1,0-1 0,-1 0-1,1 0 1,0 0 0,2 0-1,2 0 1,2 0-1,3 0-33,-11 1 0,3 0 0,1 0 0,3 0 0,2 0 0,0 0 0,2 1 0,0 0 238,-5 1 1,-1 0 0,0 0 0,3 1 0,4 0 0,7 0 0,8 1-116,-23 8 0,12 0 0,15 2 491,17 0 1,10 1 491,-12 14 0,40-19 0,15-4 0,15 5 0,19-8 0,54 2-492,-33-20 1,5-4-1,15-4 1,-2-3-1,-21 0 1,-5-2 491,27-16 0,-84 19-656,-36 10 1,-29 12 0,-13 3-206,20-2 1,-9 2 0,-8 1 0,-6 2 0,-4 2 0,-2-1 0,-1 1 0,3-1-222,8-1 1,-1 0 0,-1 0-1,-1 1 1,-1 0 0,-2 0-1,-1 1 1,-2 0 0,-2 0-1,-1 0 23,7-1 0,-3 0 1,-2 1-1,-1 0 0,-3 0 1,0 0-1,0 0 1,-1 1-1,0-1 0,2 1 1,1 1-1,1-1 0,2 0-6,2 1 0,1 1 0,0 0 0,1 0 0,1 1 0,0-1 0,1 1 0,1-1 0,0 0 0,1 0 0,1-1 0,0-1-17,-6 1 1,0 0 0,0-1-1,0-1 1,2 0 0,1 0-1,2 0 1,3 0 0,2 0-1,3 0-65,-22 6 0,3 1 0,4-1 0,4 0 0,5-2 0,5-2-82,-6 0 0,5-1 0,8-3 0,12-3-738,-34 4 710,85-14 274,1-5 0,-11-11 983,-2-6 0,-14-27-656,-9-10 1,-14-16 0,4 1-1,18 17 1,2 1 0,-10-7-259,-1 7 0,-9-9 0,-7-4 0,-4-3 0,0 2 1,3 4-1,4 7-69,-11-9 0,2 7 0,2 3 0,-4-3 0,5 3 0,-3-3 0,0 1 0,2 4 0,7 11 0,-29-12 0,20 19 0,37 20 0,27 2 0,10 4 0,17-41 0,23-25 491,-16 17 1,1-2-1,-3 12 1,-2 3-1,-5-3 1,-3 7 180,-2 14-672,-14 5 0,-2 25 0,-24 27 0,-3 45 0,4 27 0,13-24 0,4 8 0,2 6 0,-2 7-141,1-18 1,-1 5-1,-1 3 1,1 4-1,1 3 1,1 3-1,2 3 51,2-15 1,2 4-1,1 3 1,2 3 0,0 2-1,0 1 1,1 0 0,0 1-1,0-2 1,0-1-1,-1-3-9,0 3 1,0-2 0,0 0-1,0-1 1,1-1 0,-1 1-1,1 0 1,0 1 0,1 1-1,0 1 9,0 1 1,1 3-1,0 1 1,0 2 0,1 0-1,0 0 1,0-2 0,0-2-1,0-3 1,0-5-1,0-4-74,2 22 0,1-7 0,0-6 0,0-1 0,-1 1 0,0 4 23,-1-5 1,1 2-1,-1 1 1,0 1-1,-1 1 1,-1 0-1,0 2 18,-3-7 0,0 2 0,-2 0 0,0 1 0,0 1 0,0 0 0,0 1 0,1 0 13,1-5 1,-1-1 0,1 1 0,0 0-1,0 1 1,0 1 0,0 1 0,1 1-1,0 1 20,0-8 1,-1 2-1,1 1 1,0 2 0,0 1-1,0-1 1,1 0 0,0-2-1,0-1 1,1-2-1,0-4-33,1 12 0,1-2 0,1-2 0,0-1 0,0-3 0,1-1 0,1-1 0,1-1-18,2 1 1,2-1-1,1-1 1,0-1-1,0-3 1,-1-2-1,-1-3-56,0 10 0,0-4 1,-1-3-1,0-2 0,0-5 405,8 25 1,0-7 0,-5-8-209,-8 3 0,-4-8 491,1-18 1,-3-6 491,-4 11 0,0-9 0,0 12 0,0 12 0,0-21 0,-4 11 0,2-37 0,-2-2 0,-1-22-492,-22-63 1,-12-46-400,11 25 0,-2-9 0,-3-7 1,-3-4-234,6 19 1,-2-3-1,-2-4 1,-2-2-1,0-2 1,1-2-1,1 0 18,2 0 0,-1-2 0,1-2 0,0-1 0,0-1 0,1 0 0,0 0 0,1 2 0,0 3 0,-1-1 0,1 1 0,1 0 0,0 0 0,1 0 0,2 0 0,2 0 0,2 2 0,2 0 0,1 1 0,2-1 0,0 0 0,1 0 0,1 0 0,0-1 0,1-1 0,1-1 0,1-1 0,0 0 0,1 1 0,1 0 0,1 2 0,0 1-18,1-1 1,2 1-1,0 2 1,2 1-1,-2-1 1,1 0-1,-2-2 0,-2-6 1,-2-3-1,0 0 1,-1-1-1,2 2 1,0 3-1,2 3-56,1-10 0,2 3 1,1 3-1,0 2 0,-1-1 0,-2 2 0,0 1 1,-1 0-1,1 4 0,3 4-131,2-21 0,3 7 0,0 3 232,-1 6 0,0 3 0,0 12 96,0-21 491,0 30 1,0 4 491,0 5-492,-3 3 1,-1-2 491,-3-20-492,-7 7 1,-5-7-1,-3 2 1,-1-1-1,0 0 1,1 2-1,-1 7 1,4 8 491,6 8 0,8 6-685,5 6-298,0 0 0,5-2 0,1 9 0,5-11 0,2-16 0,-7-5 0,4 6 0,-1-3 0,-8 0 0,0-1 0,5-5 0,-1-1 0,-3-6 0,-4-4 0,-2-11 0,-3-3 0,-1 20 0,-1-2 0,-1-2 0,-1-13 0,-1-3 0,-1 6 0,-8-8 0,1 7 0,6 12 0,2 12 0,-1 20 0,8 23 0,5-1 0,14-1 0,79-16 0,-30 22 0,13 3 0,9 1 0,5 0-141,-15 3 1,5-1-1,4 1 1,3 1-1,3 0 1,2 0-1,1 0 31,-4 0 1,2 1 0,2-1 0,3 0-1,1 1 1,0 0 0,1 1 0,-1 0-1,-1 0 0,2 1 1,1 2 0,1-1 0,0 1-1,-1 1 1,0-1 0,-1 1 0,-1-1-1,-3 0-13,2 0 0,0-1 0,0 0 0,-2 0 0,-2 0 0,-3 2 0,-3 1 0,-4 1-74,14 3 0,-4 1 1,-5 2-1,-5 4 0,-6 5-131,21 15 0,-10 8 0,-8 16 131,-29-3 0,-7 9 1,-2 8-1,0 6 0,4 2 74,-4-10 0,1 4 0,1 3 0,2 3 0,0 4 0,1 2 0,0 2 0,2 3 41,-9-14 0,1 3 0,0 2 0,1 2 0,0 2 0,1 1 0,0 2 0,2 1 0,0 2 0,2 1 0,1 2 0,2 0 30,-10-19 0,1 1 0,2 2 1,1 1-1,0 1 0,2 2 0,0 0 1,0 1-1,2 1 0,-1 0 0,1 0 1,-1 0-1,1 1 0,0-1 0,-1-1 1,0 0-1,0-1 0,-1 0 0,-1-2-6,3 5 0,-1-1 0,0 0 0,0-1 0,0 0 1,-1 0-1,0 0 0,1-1 0,-1 1 0,0-1 0,1 0 1,0 1-1,0-1 0,1 1 0,0 0 0,0 1 0,2 0 3,-1-1 0,1 2 1,1 1-1,1 1 0,0 1 1,0 0-1,1 0 1,0 0-1,0-1 0,0 0 1,-1-1-1,1-1 1,-2-2-1,0-1 0,-1-2 1,-1-3-1,-2-2 0,0-3-35,9 14 1,-2-3-1,-1-4 1,-1-3 0,0-2-1,-2-1 1,1 0 0,-2-1-1,1 0 1,0 1-1,0 2-9,4 8 1,1 0 0,-1 2-1,0-1 1,-1 0 0,1-1-1,-2-1 1,-1-1 0,0-2-1,-1-2-24,1 2 0,0-1 0,-1-2 0,-1-1 0,-1-2 0,-1 0 0,0-1 0,0 0-18,1 4 1,-1-1-1,-1 0 1,-1-2-1,1 0 1,-1-1-1,2-2 304,6 8 1,1 0 0,0-2 0,0-2 0,-3-4 0,-3-6-101,16 18 0,-5-9 0,-1-1 264,1-2 1,0-1 0,-4-2-1,-11-12 1,-3-2 0,0 0 152,20 26 1,-5-10 502,-2-11 0,23 2-492,-6-21 1,11-4-165,-19-16 1,4-2 0,7 0-132,-3 1 1,7 2-1,5 1 1,3-2 0,-1-3-1,6-3 1,-1-1-1,4-3 1,4-3 0,6-4-307,-23-3 1,6-2 0,3-2 0,2-2-1,3-1 1,0-2 0,0-1 0,-2-2-1,-2-1 0,-2-2 1,-2 0 0,0-2 0,0-2-1,-1-1 1,2-2 0,-1-1 0,2-3-1,2-2 20,-5 0 1,3-2-1,0-2 1,2-2 0,1-1-1,-1-1 1,0-2 0,-1-1-1,-2-1 1,-1 0-1,-4-1-20,9-5 1,-2-2 0,-3-1 0,0 0-1,-3-3 1,0 0 0,0-2 0,-1-2-1,-1-1 11,-5 1 1,1-2 0,-1-3-1,0-1 1,-1-1 0,-1-1-1,-2 2 1,-2 1 0,-3 1-1,-2 4-65,15-14 0,-4 4 0,-3 2 0,-3 0 0,-1-2 0,-1-5 23,-9 6 1,1-5-1,-1-1 1,-2-1-1,-4 1 1,-5 3-1,-6 4-105,1-9 0,-9 5 0,-4 1 0,2-4 295,4-12 0,0-3 0,-2 1 0,-3 7-49,-2 6 0,-3 5 0,-2 2 491,9-28 1,-5 12 491,-6 22 0,-10 8 0,-1 3 0,5-4 0,-1-11 0,21-19-492,-2 23 1,5-3-1,4-9 1,5 0-1,13-5 1,2 5-1,-12 11 1,-2 9 491,22-8 0,-33 43-661,-7 57 0,-3 30-322,-8 11 0,-5 15 0,0 9-197,1-19 0,1 5 1,-1 4-1,-1 4 0,-4 2 56,-5-15 1,-1 2-1,-2 2 1,-2 2-1,-3 2 1,-2 1-1,-3 0 31,-2-10 1,-4 2 0,-1 2 0,-3 1-1,-1 0 1,-2 0 0,1-2 0,-1-2-1,1-4-31,-3 9 1,1-3-1,-2-1 1,0-2-1,-1-2 1,-2 0-1,-3 0 90,-2 0 0,-4 3 0,-2-1 1,0-2-1,0-4 0,2-6 0,3-8 51,-13 19 0,4-11 0,5-7 0,-3 9 0,11-14 0,19-19 0,15 5 0,9-28 0,12-10 0,62-54 0,-32 10 0,8-7 0,5-6-197,-8 3 0,5-6 1,2-3-1,2-1 0,-1 1 0,0 1 0,-1 1 1,1-1-1,2-2 0,5-4 173,-12 9 0,3-2 0,2-1 0,2-3 0,1 0 0,-1-2 0,-1 0 0,-2 0-99,-2-1 0,0-2 0,-1-1 0,0 0 0,-2-1 0,0 1 0,-1-1 0,-1 0-18,5-4 1,-1-1-1,-1 1 1,-1-1-1,-2 0 1,-1 0-1,-3-1-23,6-7 0,0-1 0,-2-1 0,-5 1 0,-7 3 0,-10 4-164,-4-20 0,-12 5 0,-7 6-1,-2-6 1,-8 8 328,-9 19 0,-3 3 491,-2 0 1,-2 4 491,-14-23 0,-15-19 0,16 46 0,-1-6 0,13 43 0,4 4 0,-9 14-492,-7 29 1,-5 19-247,-2 1 1,-5 10 0,-3 8 0,-2 4-410,4-9 0,-3 4 0,-2 3 0,-1 4 0,0 2 0,0 2 41,4-8 0,0 2 0,-1 3 0,0 1 0,-1 2 0,0 1 0,0 2 0,-1 1 24,3-7 1,-1 3 0,-1 3-1,-1 1 1,0 0 0,1 0-1,0-1 1,1-1 0,2-4-1,2-3-42,-5 10 1,3-4-1,0-2 1,2-2-1,0 0 1,1-1-1,0 0 106,-4 14 0,-1 4 1,0-1-1,3-5 0,3-9 1,5-13 34,-9 20 0,10-22 0,9-8 0,12-43 0,24-19 0,48-66 0,-16-3 0,5-19 0,-1-8-197,-20 26 0,-2-3 1,-1-4-1,-1-3 0,-1-5 56,-4 7 1,0-4-1,-2-4 1,0-1-1,-2-2 1,-1-1-1,-2 2 17,-1-2 0,-3 0 0,-1-1 0,-1-1 0,-2 1 0,-1-1 0,-2 0 124,-1 2 0,-2 0 0,-2-1 0,-1 1 0,-1-1 0,1-1 0,0-1 0,1 4 0,-1-1 0,0-2 0,0-1 0,0 1 0,0 2 0,0 2 0,0 3-164,0-8 0,0 3 0,-1 3 0,1 1 0,2-1 0,1 0 0,1-4 0,2-2 0,2-1 0,0 3 0,1 5 0,2 7 4,5-25 0,2 11 0,12 1 160,8 9 0,9-2 0,6 4 0,2 9 0,9 2 0,3 9 0,7-2 143,-16 9 0,3-3 0,4-1 0,2 2 0,2 5-143,5 4 0,3 6 0,3 2 0,2 0 0,2-3 0,0-1 0,2-1 0,3-1 0,1 1 0,0 0 0,-1 2 0,-5 3 0,1 2 0,-1 1 0,0 0 0,0-1 0,1 1 0,3-3 0,1 0 0,1 0 0,-2 0 0,-2 1 0,-5 3 0,13-5 0,-4 2 0,-5 2 0,-3 2 0,5-2 0,-6 3 0,2 2 0,3-1 0,2 3 0,-2 3 327,-10 7 1,-2 3 0,8 0-132,-7 2 1,7 0-1,4 0 1,0 2 0,-2 1 48,10 3 1,-2 2 0,1 1 0,2 0-50,-10-2 1,4-1-1,-1 0 1,-3 1 0,-8 3-16,11 1 1,-8 3 0,-6 0 69,15-1 0,-19 0-251,-31 0 983,-12 0 0,-7-5 0,1-1-654,-2-5 654,-5 5-454,-15 1-529,-47 5 0,-19 0 0,-22 0 0,-9 0-164,24 0 0,-7 0 0,-4 0 0,-4 0 0,-3 0 0,-2 0 41,5 0 0,-4 1 0,-2-1 0,-3 1 0,-2-1 0,-2 0 0,-3-1 0,-1 0 33,12-1 1,-3 0-1,-3-1 1,-2 0 0,-2 0-1,0-1 1,0 0 0,1 0-1,0 0 1,3 0-1,2 0-9,1 0 1,2 0 0,0 0-1,2 0 1,0 0 0,1 0-1,0-1 1,0 0 0,0-1-1,0 0-11,-9-1 1,-2-1 0,0 0 0,-1-1-1,2 0 1,3 0 0,2-1 0,5 1-1,6 0-87,-21-2 0,7-1 1,5 1-1,6-1 0,4 1-131,-18-4 0,9 0 0,13 2-164,17 3 0,10 0-492,-9-3 0,29 2 1967,9 0 0,8-9 0,10 2 0,21-30 0,24-4-492,13 2 1,18-3-247,-5 14 1,12-1 0,6 1 0,0 2-221,4 1 1,2 2 0,4 1-1,3 0-25,-20 7 0,5 0 0,1 0 0,1 1 0,-2 2 0,-4 3 0,17-2 0,-4 3 0,-1 3 0,3 2 0,-11 3 0,4 3 0,-1 1 0,0 2 0,-4 1 0,2 0 0,-4 2 0,0 3 0,7 3 0,-9 1 0,5 2 0,3 3 0,2 2 0,-2 2 0,-3 2 0,10 8 0,-3 3 0,0 3 0,3 3 0,6 3-110,-22-8 1,5 3 0,4 1 0,1 2-1,2 1 1,0 1 0,-2 1 0,-1-1-1,-4 0-31,12 7 1,-4 0-1,-1 1 1,-1 0-1,0 1 1,3 1-1,2 0 31,-9-4 1,3 0 0,2 2 0,1 0-1,0 1 1,-1-1 0,-1 0 0,-3-2-1,-3-1-31,4 3 1,-1-1-1,-2-1 1,-2-1-1,-3-1 1,-1 0-1,-3-1-45,8 4 0,-3-1 0,-3-1 0,-1 0 1,0 0 185,0 2 0,3 0 0,-2 1 0,-6-3 0,-11-4 0,10 9 0,-8-2 0,17 8 0,-10-1 0,-25 0 0,-21-6 0,-2 4 0,-2 1 0,-1 4 0,-3 9 0,0 7 0,0 2 323,2 2 0,2 2 0,-1 4-323,-5-7 0,-1 2 0,1 4 0,2 0 0,6 15 0,4 4 0,0-1 0,-3-5 0,-2 4 0,-2-6 0,4 3 0,3-8 0,4 4 0,1-4 0,-2-9 491,5 8 1,0-6-165,-7-13 1,1 1 0,-1-5 163,2-2 1,-6-6 491,-9 37 0,-33-19-821,-18-33 1,-10-4-163,-2 4 0,-9-4 0,-23-8 0,-14-5 0,4-4 327,26-5 1,3-3 0,-2-1-315,-22-1 1,-5-2 0,7-3-14,-3-3 0,9-6 0,22-4 0,5-3 0,-1 0 0,6-4 0,-4-30 0,9 5 0,8 0 0,12 5 648,-8 1-648,16 9 0,0 1 0,-5-9 0,3 6 0,-15-28 0,9 26 0,-23-41 0,11 34 0,-21-37 0,22 30 0,-1-4 0,10 3 0,3 17 0,-13-1 0,16 20 0,-31-1 0,-2 5 0,-7-1 0,-15 3 0,17 5 0,-21-7 0,8-6 0,-20-12 0,29 3 0,-6-5 0,-19-9 0,-1-2 0,8 4 0,-2-1 0,12 5 0,-3-1 0,5 2 0,1 0 0,2 2 0,-20-3 0,-2 2 0,2-1 0,1 3 0,8 9 0,-1 2-234,-18-10 1,-3 1 233,33 11 0,-1 3 0,-4-5 0,-6-6 0,-5-4 0,-3-1 0,3 1-246,6 4 0,1 2 0,0-1 0,-4-2 65,-14-7 0,-4-2 0,0 0 0,5 2 181,-7-2 0,5 1 0,1 2 0,5 2 0,2 1 0,3 3 0,12 3 0,3 1 0,3 4 0,-12 0 0,4 3 0,13 3 0,-1 2 0,-11 4 0,0 3 213,19-3 1,-3 4-214,-37 6 0,-2 10 0,23 13 0,2 7 0,-12 3 0,2 4 491,13 5 1,7 2-110,13-8 1,5-1-383,-20 28 0,14-14 0,16-2 0,-14 0 0,11-11 0,-2 5 0,-9 9 0,-3 6 0,7-7 0,-2 4 0,4 3-261,2 3 0,3 3 0,1 6 261,2 2 0,0 7 0,2 1 0,4-3 0,1 10 0,4-2 0,1 2 0,1-17 0,0 2 0,1-2 0,5-8 0,3 10 0,2-6 0,-3 9 0,2-1 0,6-16 0,1 2 0,-5 21 0,1 2 0,4-2 0,2-5 0,-1-18 0,0-4 0,3 1 0,1-3 0,7 35 0,8-22 783,-2-12-783,3-17 0,-3-8 0,0 19 0,-2-12 0,-14 35 0,-4 18 0,-15-6 0,0-30 0,-3-1 0,-26 27 0,-3-23 0,-4-1 0,-12 13 0,15-31 0,-8 2 0,8-7 0,-11 4 0,5-9 0,8-1 0,26-9 0,8-7 0,15-4 0,0 0 0,15 35 0,19-8 0,-3 7 0,3-1 0,22 5 0,0 7 0,-30-29 0,-14-6 0,2-4 0,-13-2 0,4-9 0,-5-1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4:04.43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17987 5325 24575,'39'-79'0,"0"0"0,-7 11 0,0 3 0,-2 10 0,-3 5 0,5-21 0,3 17 0,3-4 0,-10 8 0,2-5 0,12-22 0,8-11 0,-7 3-328,-15 20 1,-6 2-1,3-4 328,13-21 0,2-5 0,-7 5 94,-10-2 1,-3 5-95,2 10 0,0 3 0,-4-1 0,-2 6 0,-5-13 0,2 27 0,-1 4 0,-5 6 0,1 4 0,-3 14 739,-10 13-739,-6-28 55,-15-3-55,-8-12 0,-2 12 0,-6 3 0,-33-13 0,13 12 0,-7 0 0,-4 3 0,-2 3 0,-2-1 0,0 2 0,1 0 0,4 2 0,16 7 0,7 2 0,-10-4 0,13 5 0,2-5 0,-7-1 0,-29-22 0,28 6 0,-2-5 0,-5-7 0,-3-2 0,9 12 0,-2-1 0,2 0 0,-14-19 0,-2 2 0,16 22 0,-4 1 0,-1 1 0,-5-3 0,-3 1 0,-1-3-328,-7-5 0,-2-2 0,-3 1 109,9 10 1,-2 2-1,-2 0 1,0 1 218,1-2 0,-1 1 0,1 0 0,2 2-176,-10-5 0,3 2 1,1 3 175,11 9 0,1 2 0,4 1 0,-9-5 0,-2 2 0,5 8 0,-5 3 0,-6-1 0,2 3 0,-6 0 0,-4 0 0,-5 0-164,8 2 0,-5 0 0,-4-1 0,-1 1 0,0-1 0,2 1 0,5 0 0,3 0 0,0 0 0,-2 0 0,-4-1 0,-7 0 65,16 2 1,-4 1 0,-3-1-1,-3 0 1,-2-1 0,-2 1-1,-1-1 1,-1 0 0,-2 0-1,1-1 23,9 1 0,0 0 1,-2-1-1,-1 1 0,-1-2 1,-1 1-1,-1 0 1,-1-1-1,0 1 0,0 0 1,-1 0-1,1 1 0,-1 0 5,2 2 1,-1-1 0,0 0 0,0 1-1,-1 0 1,0 1 0,-1-1 0,0 1 0,-1 0-1,0-1 1,-1 1 0,0 0 0,-1 0-1,-1-1 13,10 2 0,-1-1 0,-2 1 0,0-1 0,-1 0 1,-1 0-1,0 0 0,0 0 0,-1 1 0,1 0 0,0 0 1,1 0-1,1 1 0,0 0 0,1 0 0,2 2 0,1 0-18,-14-1 0,1 2 1,2 0-1,0 1 0,1 0 1,1 0-1,0 2 1,1-1-1,1 0 0,-1 1 1,1 0-1,1-1 0,-1 1-6,-2-1 0,1 1 0,1 0 0,1-1 0,0 1 0,0 0 0,0 0 0,1 1 0,-1 0 0,-1 0 0,0 0 0,0 1 6,3 0 0,-1 0 1,-1 0-1,0 1 0,0-1 1,-1 1-1,1 1 1,0-1-1,1 1 0,1 0 1,1 1-1,1 0 0,3 0-23,-12 1 1,2 1 0,1 0-1,1 0 1,2 1 0,0 1-1,1-1 1,0 1 0,1 0-1,-1 1-11,-6 0 1,0-1 0,0 1 0,1 0-1,1 0 1,0 2 0,1 1 0,1 3-1,0 1 0,5 2 1,0 2 0,0 2 0,1 1-1,1 1 1,1 1 0,1 1 0,2-1-1,1 1-22,-9 4 0,3 0 1,2 0-1,1 2 1,0 0-1,-3 2 1,-2 1 131,6-2 0,-3 2 0,-3 1 0,-1 1 0,0 0 0,2 0 0,2-1 0,3-1 0,6-2 0,-10 4 0,5-1 0,3-2 0,3-1 0,2 1 0,1-1 196,-6 3 1,-2 0-1,5 0 1,9-4 0,14-5 786,-23 17 0,75-27 0,4 10 0,30 10 0,46-12-738,-17-16 1,15-2 0,8-2 0,5-1-83,-6-1 1,5-1 0,5-2 0,4 1 0,2-1 0,3 0-55,-16 1 0,3 0 0,2 0 0,2 0 1,1 0-1,2 0 0,2 0 0,0 0 1,0 0-200,-6 0 1,2 0-1,3 0 1,1 0 0,0 0-1,1 0 1,-1 0 0,-2 0-1,-2 0 1,-3 0-1,-3 0-51,18 0 1,-2 0-1,-4 0 1,-2 0-1,-2 0 1,-2 0-1,-1 0 9,3 0 1,3 0 0,-1 0-1,-8 0 1,-11 0 0,-15 0 131,33 0 0,-89 10 0,6 23 0,-10 15 0,-3 10 0,5 8 0,-1 13 0,-2-8 0,-2 16 0,-1 9 0,1 5 0,1 0 0,3-5-127,3-5 1,2-3 0,2 0-1,0 2 1,1 4 0,-1 5 126,-2-10 0,0 5 0,0 4 0,0 2 0,1 2 0,1-1 0,0 0 0,3-4 0,0-4 0,3-2 0,0-2 0,2-1 0,1-2 0,1-1 0,1-1 0,2 0 0,2-1 0,4 8 0,3 2 0,1-2 0,2-1 0,1-3 0,-1-5 0,1-4 196,2 3 1,0-5-1,1-5 1,1-3 0,2-4 48,8 4 1,3-3 0,-1-7 0,-4-13 245,6-8 1,-5-13-492,16-3 0,-27-35 0,5-31 0,1-13 0,-13 8 0,0-8 245,2-4 1,4-12 0,2-6 0,-1-3-50,-3 1 1,0-4-1,1-3 1,-2-2 0,0 2-125,-2 0 1,-2-1-1,0 0 1,1 0 0,0 1-73,4 0 0,1-3 0,1 2 0,-3 5 0,-7 7 0,-4-3 0,-6 8 0,1 13 0,17-14 0,-24 44 0,5 12 0,32-31 0,20-15 0,2 8 0,11-5 0,2-3 130,-23 15 0,1-2 1,2-2-1,0 1 0,2 2-130,1 1 0,4 0 0,-1 2 0,-2 2 0,-5 2 0,12-11 0,-6 3 0,-6 8 0,1 1 0,-16 17 983,-35 25-492,-35 29 1,-23 22-291,3 2 0,-7 12 0,-4 5 1,-1-2-448,-2 1 0,0 0 0,-5 3 0,-5 8 123,15-17 0,-4 4 0,-3 5 0,-3 2 0,-1 2 0,-1 1 0,-2 0 0,1-2 13,0-3 1,-1 1 0,-2 0 0,-1 1-1,-1 0 1,1 0 0,0-1 0,1-1-1,1 0-13,0 0 0,1 1 0,0-2 0,1 0 0,0-1 0,1 0 0,-1 0 0,-1 0 0,-2 1 0,-2 2 0,-2 1 0,1-1 0,2-2 0,3-3 0,5-5 0,7-7-205,-22 22 0,11-12 0,-1 4 82,7-7 0,-2 2 0,1 2 0,4 3 0,4 2 0,5 2 0,0 4 0,-4 7 105,8-16 1,-3 5-1,-1 2 1,-2 4-1,0 1 1,0 2-1,1 1 18,2-2 0,0 2 0,0 2 0,0 1 0,0 2 0,0 0 0,0 2 0,0 1 24,7-10 1,0 1 0,0 2-1,0 0 1,1 1 0,-1 1-1,0 0 1,0 0 0,-1-1-1,0 0 0,-2 0 1,-1 1 0,0-1-1,-1 0 1,0 1 0,0-1-1,1 0 1,2 1 0,1-1-1,2-1 71,-1 6 1,3 0-1,0 1 1,2-1-1,0 0 1,2-1-1,0 0 1,1-1-1,1-1 28,-2 2 0,1 0 0,1 0 0,1-2 0,0 0 0,3-1 0,1 0 0,2-1 0,2 2 0,1 0 0,2-1 0,2-1 0,2-1 0,1-1 0,1-1 196,0 19 1,3-1-1,2-2 1,1-1 0,1-3-67,1-10 0,0 0 1,2-2-1,1-5 0,3-5-130,3 8 0,4-8 0,2-3 491,7 23 1,12-16-1,12-41 1,14-9-247,11-2 1,15 0 0,7-2 0,0-3-1,5-3 1,2-4 0,2 0 0,3 1-443,-9 1 0,2 2 1,2-1-1,1 1 0,1-1 33,-8-4 0,3 0 0,1 0 0,-1-1 0,-3 1 0,-7 1 126,7 4 1,-6 1 0,-3 0 0,3 0 282,9 3 1,3 1 0,-4 0 0,-10-2 245,13 4 1,-16-2 491,16 6 0,-54-27-765,19 1 1,18 0 0,8-1-219,4-4 0,7-2 0,6 0 0,2-1-164,-24 3 0,0 0 0,3-1 0,3 1 0,3-2 0,6-1 54,-7 0 1,4-2 0,5-1 0,3-1-1,1 0 1,2 0 0,0 0 0,-1 0-1,-1 1 11,-10 1 1,1 1 0,0 0-1,1 0 1,0 0 0,-1 0-1,-1 0 1,-1 0 0,-2 0-1,-1-1-24,6-2 0,-1 0 0,-1-1 0,-2 1 0,-1-1 0,-1 1 0,-2 0 0,0 2 286,21-1 1,6 1 0,-2 1 0,-9 0 0,-17 2 0,-24 0 819,-4-1-857,-91 19 1,-46 10 0,-8 2-127,14-5 0,-7 1 0,-7 1 0,-5 2 0,-4 1-110,20-4 1,-3 1 0,-5 2 0,-2 0-1,-2 1 1,-2 1 0,-1 0 0,-1 0-1,0 1 20,6-3 1,-1 1-1,-2 0 1,-1 1 0,-1-1-1,0 2 1,-1-1 0,-1 0-1,0 1 1,1-1-1,-1 1 8,5-2 0,-1 1 0,-1 0 0,-1 0 0,1 0 0,-1 1 0,0-1 0,1 0 0,0 1 0,2-1 0,0 0 0,2-1-17,-7 4 1,-1-1 0,2 0-1,0 0 1,1 1 0,1-2-1,1 1 1,2 0 0,2-1-1,1 0-24,-5 2 0,0 0 0,2 0 0,2-1 0,2 1 0,3-2 0,2 1 0,5-1-74,-13 6 0,4 0 1,4-1-1,6-1 0,5 0 70,-4 4 1,9 0 0,0-2 126,-23 14 0,-6-5 0,0-18 0,-8-7 0,-1-2 327,9-1 1,-1-3 0,-5-1-83,1-1 1,-8 0 0,1-2 0,12-3-37,16-3 1,7-2-1,1 1 282,-36 2 1,9 1 491,-2 5-492,44 7 1,1 5-1,-3 1 1,3 4-1,11 7 1,2 2 491,-40 25 0,46-4 0,12-1 0,16 13 0,10 4-434,20 8-549,2-35 0,11-2 0,37 7 0,24-1-197,-23-16 0,13 1 1,7 0-1,4-1 0,-3-1 33,-16-7 0,1-2 0,1-1 0,2 0 0,1 0 0,3 1 23,3 1 1,5 1-1,3 1 1,0-1-1,-2 0 1,-3-2-1,-8-1-56,1-1 0,-4-1 1,-5-1-1,-2-1 0,-1 1 125,6 1 0,0-1 0,-6 0 0,-15-1 72,31 19 0,-36-14 0,-46-11 0,-5 0 0,-9 19 983,-7-5 0,-7 12 0,-65-3 0,-8 6-837,9-26 0,-5-4-146,9 2 0,2-6 0,7-12 0,4-8 0,12-2 0,9-11 0,11-36 0,11-11 0,5 13 0,6-2 0,1-19 0,16-5 0,23 13 0,16 0 0,2 5 0,7-1 0,12 2-197,-11 20 0,11-3 1,7-2-1,2 2 0,0 3 0,-1 4 0,0 2 1,3 2-1,3 0 0,3-1 56,-11 7 1,3-1-1,2 1 1,2-1-1,1-1 1,3 0-1,1-1 90,-6 3 0,5-2 0,1 0 0,2 0 0,0-1 0,0 0 0,0 0 0,-3-1 0,-3 2-90,10-7 1,-2 1-1,-1 0 1,-2 0-1,-1-1 1,1-1-1,-1-1 0,4-2 1,1-1-1,0-1 1,-1-1-1,-3 1 1,-4 0-1,-7 0-56,0-2 0,-6-1 1,-4 1-1,-3 0 0,-5 0-131,19-24 0,-8 1 0,-8 3 101,1-2 1,-7-1 226,-14 13 0,-2-3 0,-5 1 0,-3-15 0,-6-3 0,-2 10 0,1-5 0,-1 1 0,1 1 0,-1 0 0,3-3 0,3-14 0,1-3 0,6 2 0,7 3 0,5 3 0,2-1-186,-12 17 0,2-2 0,1 3 0,0 4 186,7 0 0,2 4 0,6 2 0,1 5 0,5 1 0,3 2 0,-1 3 0,9-5 0,1 5 0,7 0 40,-12 11 0,6-1 1,3 1-1,2 1 0,-1 2-40,3 2 0,1 1 0,1 1 0,2 2 0,2 0 0,-3 4 0,4 0 0,1 1 0,0 1 0,-1 1 0,-4-1 0,3 0 0,-3 0 0,-1 1 0,-1 1 0,-1 0 245,18-3 1,0 1 0,-5 1 0,-13 3 245,2 0 1,-13 0-1,-16 1 1,-5-3-160,-6-8 1,-1-3 157,12-2 1,2-5-491,6-12 0,3-5 0,-11 14 0,3-1 0,0-4 0,6-13 0,-1-4 0,0-3 327,0 0 1,-2-2 0,-1-2-38,-1-1 1,-3-2 0,-5 5 56,-3-3 0,-6 5-347,-5 8 0,-2 3 0,-5 13 0,3 1 0,14-11 0,2 1 0,-6 6 0,0 2 0,5 3 0,1 3 983,31-19-767,-13-5-216,-21 23 0,1-1 0,-11 3 0,1-5 0,12-16 0,5-10 0,-2 7 0,-4 9 0,0 0 0,-2-6 0,1-6 0,-5 11 0,14-8 0,-18 5 0,-19 26 0,-12 4 0,-11 14 0,-15-10 0,-39-20 0,11 4 0,-7 1 0,-16-8 0,-1 2 0,11 7 0,0 2 0,-7-3-246,-13-3 0,-9-4 0,-4 1 0,1 3 0,4 3 0,0 3 0,-1 2 0,-4 1 83,11 6 0,-3 2 0,-2 1 0,1 2 1,0 1 162,3 1 0,1 2 0,-1 1 0,2 2 0,1 1 0,-12-1 0,1 3 0,3 1 0,1 1-165,-16 0 1,4 1 0,9 4 164,4 3 0,10 2 0,17-2 0,8 0 0,8 3 0,24-4 0,11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20.11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12600 4946 24575,'41'0'0,"6"0"0,-3 0 0,3 0 0,-25 4 0,-61 19 0,-40 11 0,14-8 0,-12 4 0,-10 1 0,-5 1 0,-2 0-123,15-6 0,-3 1 0,-4 0 0,-2 0 0,-3 1 0,-2-1 0,-2 0 0,-1-1 33,11-4 1,-2 0-1,-1 1 1,-3-1 0,-1 0-1,-1-1 1,-1 0 0,0 0-1,-1-1 1,0-1-1,1 0 8,3-3 0,-1 1 0,-2-1 0,1 0 0,-2-1 0,1-1 0,0 0 0,0-1 0,1 0 0,0-2 0,2 0 0,2-1-17,-7 0 1,1-1 0,0-1-1,1-1 1,1-1 0,0 0-1,3-2 1,0 0 0,2-1-1,2-1-42,-18-1 1,0 0-1,2-2 1,3-1-1,3-2 1,5-1-1,6-2-105,-18-3 0,5-1 0,11-5 0,12-4-246,-5-13 0,30-10-492,63-53 656,41 46 0,27 3 0,11-2 131,-15 8 0,8 0 1,6-2-1,4 1 0,2-1 56,-12 8 1,3-2-1,3 1 1,1 0-1,2 0 1,0 0-1,-1 2 106,-10 3 1,1 0 0,0 1 0,0-1-1,1 2 1,-2 0 0,1 2 0,-2 0 34,5 0 0,0 1 0,0 1 0,-2 2 0,0 0 0,-2 2 0,-2 1 196,17-2 1,-3 2-1,-1 2 1,-3 2 0,-4 3 48,0 1 1,-3 4 0,-3 1 0,-3 3 81,8 0 1,-3 4 0,-8 1 163,4 3 1,-9 3 491,13 9-891,-43 1 891,-23-5 0,-6-22-492,19-42 1,8-26-247,-7 17 1,2-8 0,3-5 0,2-3-443,-1 1 0,3-4 1,1-3-1,1-1 0,1-1 170,-4 9 0,2-2 1,0-2-1,0 2 0,0 0 1,-2 4 26,2-4 0,-1 2 0,0 1 0,-1 4 0,-1 4 0,13-18 0,-1 6 0,-2 10 0,4 1 0,0 20 0,30 36 0,-40 42 0,-3 19 0,4 31 0,-5 15 0,-12-16 0,-3 5 0,-3 2-232,-2 6 0,-3 2 0,-3-2 232,-2-8 0,-2-1 0,-2-5 0,-2 13 0,-2-8 491,-2-26 1,0-9 491,1 0 0,8-56-873,6-32 0,0-19-110,-1-1 0,1-8 0,0-3-305,0-15 1,1-5 0,-3-1 304,1 0 0,-2-1 0,-5 6 0,-4-17 0,-18 15 353,-22 29 0,-17 22-353,-8 38 0,-11 21 0,-5 11 0,12 2 0,-3 8 0,-3 8 0,0 3 0,0 4-164,0 1 0,-2 4 0,0 5 0,0 2 0,1 3 0,2 1 23,8-5 1,-1 3-1,2 2 1,0 1-1,2 1 1,1 0-1,3 0 0,4-4 1,1 0-1,1 2 1,2-1-1,2 0 1,2-1-1,3-1-56,-7 16 0,4-1 1,2-1-1,5-2 0,3-3-49,4 0 0,3-2 0,5-3 0,3-5 310,-8 32 1,17-12-65,22-33 0,14-12 32,15-19 0,11-12-32,17-14 0,6-11 0,12-11 0,-1-10 0,-8-10 0,-7-7 491,-9-2 1,-9-2-1,-15 8 1,-8 1 491,1-17 0,-50 26 0,-73 15-700,32 16 0,-11 2 0,-4 3-529,1 0 0,-5 2 0,-3 1 0,0 2 47,-5 2 1,-1 1-1,-1 1 1,3 2 198,4 2 0,0 0 0,3 3 0,5 1 0,-6 4 0,6 3 0,8 1 0,1 5 0,10-1 0,-3 12 0,94-28 0,31-6 0,-6-7 0,13-5 0,9-4 0,7-2 0,3-1-123,-8 0 0,5-2 0,5-2 0,4-1 0,2-1 0,3-2 0,1-1 0,1 0 41,-22 3 0,1 0 0,3-1 0,0-1 0,2-1 0,1 0 0,0-1 0,1 0 0,0-1 0,1-1 0,-1-1 0,0 0 6,-1 0 0,1-1 1,1-1-1,1-1 0,0 0 1,0-1-1,0-1 1,0 0-1,-1 0 0,0-1 1,-1 0-1,-1 0 0,-2 0-6,1-1 0,1 0 0,-1-1 0,-1-1 0,0 0 0,-1 0 0,-1 0 0,-1 0 0,-1-1 0,-2 1 0,-1-1 0,-2 1-28,10-5 1,-1-1 0,-2-1 0,-1 1-1,-2-1 1,-2 1 0,-3 1 0,-1 0-1,-4 0-54,15-7 0,-2 1 0,-4-1 0,-4 2 0,-5 2 0,-8 1-164,16-12 0,-11 3 0,-10 6-164,-8 4 0,-15 6 818,-23 9-326,-22 15 983,-6-3 0,3-23-492,32-8 1,22-6-165,19-5 1,17-5 0,11-1-290,-25 20 1,5-1-1,5-1 1,5 1-1,2-1 1,2 1-39,-5 4 0,3 1 0,4-1 0,1 0 0,2 1 0,2 0 0,0 1 0,0 0-110,-3 3 1,1-1 0,1 1 0,2 0-1,0 1 1,0 0 0,0 0 0,-1 2-1,-1 0-13,6-1 0,0 0 0,0 1 0,-1 1 0,0 1 0,-2 0 0,0 1 0,-3 0-18,2 1 1,-1 0-1,0 0 1,-3 2-1,-1 0 1,-3 1-1,-3 1-56,9-2 0,-3 1 1,-3 1-1,-4 1 0,-4 1-131,15-4 0,-7 2 0,-6 2 285,6-3 1,-12 2 42,5-3 983,-34 4 0,3-10 0,34-25-492,-15 10 1,9-3-165,-10 8 1,6-1 0,2-1-1,10-4 1,3 1 0,1 1-83,-16 10 1,0 1 0,2 2 0,-1 1 81,21-7 1,0 2 0,-1 3-157,-10 5 0,-1 1 0,-3 2-171,-10 6 0,-2 1 0,-5 2 0,8-1 0,-8 3 0,14-1 0,-35 8 0,-21 3 983,-7 0-605,7-2 50,27-3-428,43-8 0,-24 4 0,4-2 0,17-2 0,3-1 0,6-2 0,-1 0 0,-16 4 0,-4 0 0,-5 1 0,-1 0 0,-11 3 0,-2 0 0,32-6 0,-1 0 0,-41 9 0,-23 0 0,-7-2 0,2-5 0,18-8 0,24-8 0,22-7 0,9-2 0,-8 6 0,-21 11 0,-23 10 0,-18 9 0,-63 3 0,-32 1 0,-12 0 0,-13 0-246,18 0 0,-9 0 0,-5 0 0,0 0 49,12 0 0,-2 0 1,-2 0-1,0 0 0,-3 0 33,8 0 0,-2 0 0,-1 0 0,-1 0 0,0 0 0,0 0 0,-4 0 0,1 0 0,-1 0 0,-1 0 0,0 0 0,0 0 0,-2 0 0,0 0 0,-1 0 0,0 0 0,1 0 0,0 0 19,3 0 1,0 0-1,1 0 1,0 0-1,1 0 1,0 0 144,2 0 0,1 0 0,0 0 0,0 0 0,1 0 0,1 0-197,-15 0 0,1 0 1,0 0-1,2 0 0,-1 0 0,6 0 0,0 0 1,0 0-1,1 0 0,0 0 180,1 0 0,0 0 1,0 0-1,0 0 1,1 0 16,2 0 0,1 0 0,0 0 0,-1 0 0,0 0 0,-2 0 0,-1 0 0,1 0 0,-1 0 0,0 0 0,1 0 0,0 0 0,0 0 0,0 0 0,1 0-197,2 0 0,1 0 1,0 0-1,0 0 0,1 0 103,0 0 0,1 0 0,1 0 1,0 0-1,1 0 94,-15 0 0,1 0 0,1 0 0,0 0 0,-2 0 0,1 0 0,-1 0 0,1 0 145,4 0 1,1 0 0,0 0-1,1 0-145,4 0 0,1 0 0,0 0 0,1 0 0,1 0 0,1 0 0,0 0 0,0 0 0,-3 0 0,0 0 0,-1 0 0,0 0 0,-4 0 0,-1 0 0,-1 0 0,0 0 0,-2 0 0,-1 0 0,0 0 0,0 0 0,-1 0 0,-1 0 0,0 0 0,0 0 245,2 0 1,1 0 0,-1 0 0,0 0-236,-2 0 1,-2-1 0,1 1 0,1 1-11,3 0 0,0 1 0,0 0 0,1 1 0,0 1 0,-1 1 0,1 0 0,0 2 0,1 2 0,0 1 0,1 1 0,0 1 0,4 0 0,2 2 0,0 0 0,-1-1 241,0 1 1,0 0-1,0 0 1,1 0-242,5 0 0,1-1 0,1 0 0,-2 0 0,0-1 0,0 0 0,-1 0 0,-1-1 0,-3 2 0,-1-1 0,-1 0 0,1 0 0,-2 0 0,0-1 0,-1 1 0,0-2 51,-5 1 0,0-1 0,-1 0 1,0 0-52,1 0 0,-1 0 0,1 0 0,-2-2 0,-3 0 0,-1 0 0,-1-2 0,-1 1-197,13-1 0,0-1 1,-2 1-1,0-1 0,-2-1 179,-4 1 0,-2-1 0,-1 0 1,0 0-1,0-1 18,12-1 0,0 0 0,0-1 0,-1 0 0,1 0 0,-1 0 0,-2 1 0,-1-1 0,0 0 0,1 0 0,0 0 0,0 0 0,3 0 0,1-1 0,-1 0 0,2 1 0,0-1 0,0 1 0,-12 0 0,1 0 0,0 1 0,2-1 0,0 0-22,6 1 0,1-1 0,0 1 0,1-1 0,1 1 22,-16 0 0,0-1 0,2 1 0,1-1 0,4 0 0,2 0 0,1 0 0,1-1 21,5 0 1,0 0 0,2 0 0,0 0-22,5 0 0,0 0 0,1 0 0,0 0 0,-19 0 0,2 0 0,0 0 0,4 0 0,1 0 0,0 0 268,0 0 0,1 0 1,0 0-269,0 1 0,0 0 0,1 0 0,5 0 0,1 1 0,1 0 0,1 1 0,1 0 0,1 1 327,6-1 1,1 0 0,2 1 163,-22 0 1,3-1-1,7 0 1,3-2-1,8-1 1,3 0-1,8 0 1,1 0 353,-43 0 83,12 0-928,6 0 115,-8 6-115,-8 7 0,42-3 0,0 3 0,-4 1 0,1 1 0,-2 1 0,0 0 0,2-1 0,2 1 0,2-2 0,1 1 0,3 0 0,2-1 0,-36 14 0,7-2 0,9-1 0,-5 1 0,-11 7 0,-6 8 0,3 7 0,17-3 0,32-19 0,18-11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32.6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24575,'47'0'0,"9"0"0,4 0 0,-4 0 0,-7 0 0,2 0 0,6 0 0,8 0 0,5 3 0,-5 3 0,0 3 0,-3 1 0,-9 0 0,-5-1 0,-6-2 0,-2 0 0,-1 1 0,0 2 0,2 0 0,2 0 0,0-1 0,-1 2 0,1-3 0,-3-1 0,3 0 0,6 0 0,8 1 0,4-1 0,0-2 0,-4-1 0,-8-2 0,2-1 0,-3-1 0,4 0 0,4 0 0,-1 0 0,2 0 0,-5 0 0,-10 0 0,-9 0 0,-11 0 0,-8 0 0,-3 0 0,5 0 0,17 0 0,30 0 0,27 0 0,-37 0 0,0 0 0,1 0 0,-2 0 0,32 0 0,-26-2 0,-25 0 0,-16 0 0,1 1 0,17 1 0,31-1 0,31-2 0,-38-1 0,3 0 0,1 0 0,-1-1 0,-7 0 0,-1 0 0,31-3 0,-26 5 0,-16 0 0,-7 3 0,4 0 0,8 0 0,6 0 0,7 0 0,0 0 0,2 0 0,-6 0 0,0 0 0,-3 0 0,0 0 0,5 0 0,9 0 0,15 0 0,-34 0 0,2 0 0,7 0 0,2 0 0,3 0 0,0 0 0,-2 0 0,-1 0 0,-8 0 0,-3 0 0,22 0 0,-31 0 0,-20 0 0,-9 0 0,11 0 0,24 0 0,29 0 0,-25 0 0,4 0 0,4 1 0,1 1 0,-2 0 0,-2 1 0,-3-1 0,-1 0 0,34 1 0,-17-3 0,-10 0 0,-10 0 0,-10 2 0,-9 0 0,-10 2 0,-10 0 0,-4 2 0,-22 7 0,-11-2 0,-39 6 0,19-10 0,-4-1 0,-17 1 0,-5-1 0,-14 1 0,-4 0 0,-2-2 0,-1-1 0,2 0 0,3-2 0,10 0 0,3-1 0,13-1 0,3 0 0,9 0 0,4 0 0,-28 0 0,20 0 0,19 0 0,17 0 0,15 0 0,66 0 0,26 0 0,-1 0 0,12 0 0,-24 0 0,2 0 0,2 0 0,3 0 0,1 0 0,-2 0 0,-6 0 0,-2 0 0,-4 0 0,10 0 0,-9 0 0,7 0 0,-33 0 0,-21 0 0,-4 0 0,7-2 0,21-1 0,26-2 0,18-1 0,1 0 0,-9-1 0,-16 3 0,-19 1 0,-13 3 0,-14 0 0,-7 0 0,7 0 0,14 0 0,26 0 0,24 0 0,12 0 0,0 0 0,-11 0 0,-17 0 0,-10 0 0,-5 0 0,1 0 0,9-3 0,9-1 0,2 0 0,-2 2 0,-9 2 0,-13 0 0,-12 0 0,-11 0 0,-9 0 0,4 0 0,15 0 0,24 0 0,25 0 0,-34-2 0,2 0 0,3-1 0,0-1 0,-3-1 0,-1 0 0,36-6 0,-28 4 0,-26 2 0,-18 3 0,-5 0 0,10 1 0,18 1 0,21-1 0,9 1 0,-6 0 0,-18 0 0,-19 0 0,-9 0 0,5 0 0,5 0 0,4 0 0,-3 0 0,-6 0 0,10 0 0,18 0 0,37 0 0,-31 0 0,3 0 0,4 0 0,-1 0 0,-5 0 0,-4 0 0,20 0 0,-34 0 0,-56 0 0,-17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39.19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1122 78 24575,'-41'0'0,"-13"0"0,-5 4 0,-7 3 0,12 4 0,17 1 0,16-2 0,7-1 0,-11 1 0,-20 7 0,-22 7 0,-19 7 0,39-15 0,-1 1 0,-44 15 0,13-3 0,14-5 0,15-4 0,11-4 0,8-6 0,11-4 0,9 0 0,3-1 0,-2 6 0,-3 1 0,-4 4 0,0-2 0,12-3 0,26-6 0,42-3 0,-14-2 0,5 0 0,13 0 0,2 0 0,3 0 0,-2 0 0,-6 0 0,-2 0 0,34 0 0,-36 0 0,-26 0 0,-11 0 0,8 2 0,27 1 0,-6-1 0,7-1 0,19 0 0,8 0 0,-18-1 0,3 0 0,2 0-208,5 0 0,1 0 0,0 0 208,-2 0 0,-1 0 0,-1 0 0,-6 0 0,-2 0 0,-2 0 0,20 0 0,-5 0 0,-10 0 0,-2 0 0,6 0 0,1 0 0,10 0 0,3 0 0,-20 0 0,2 0 0,0 0-155,5 0 0,0 0 1,1 0 154,-3 0 0,-1 0 0,0 0 0,-3 0 0,0 0 0,-3 0 0,21 0 0,-5 0 0,-11 0 0,-5 0 608,30 0-608,-28 0 0,-13 0 0,-5 0 480,5 0-480,7 0 0,8-3 0,-1-3 0,-2-5 0,-9-4 0,-6-1 0,6 0 0,6-1 0,13-4 0,12 0 0,5 0 0,-1 2 0,-10 4 0,-6 4 0,-5 2 0,-4 3 0,-1 3 0,-3-1 0,0 1 0,3-2 0,5 0 0,1-1 0,-2 0 0,-9 2 0,-12 0 0,-7 2 0,-11 0 0,-5-2 0,1 2 0,6 0 0,21 1 0,17 1 0,16 0 0,5 0 0,-9 0 0,-6 0 0,-7 0 0,18 0 0,-27 0 0,6 0 0,21 0 0,8 0-328,-20 0 0,4 0 0,1 0 321,5 0 0,1 0 1,1 0 6,-1 0 0,0 0 0,-2 0 0,-7 0 0,-1 0 0,-3 0 0,20 0 0,-7 0 0,-19 0 0,-8 0 0,15 0 0,-36 0 0,-20 0 0,13 0 983,29 0-973,-12 0 1,7 0-11,20 0 0,6 0 0,9-2 0,4 0 0,3-1 0,1 0 0,-6 1 0,-4-1 0,-11 1 0,-4 0 0,-11 2 0,-4 0 0,38 0 0,-16 0 0,-7 0 0,-1 0 0,8 0 0,7 0 0,4 0 0,2 3 0,-1 1 0,-3-1 0,-7 0 0,-8 0 0,-12 1 0,-17 1 0,-13 0 0,-16-2 0,-8 0 0,1-2 0,14 1 0,36-2 0,0 0 0,9 0 0,19 0 0,5 0-172,-21 0 0,1 0 0,1 0 172,-1 0 0,0 0 0,-2 0 0,15 0 0,-6 0 0,-17 0 0,-8 0 0,8 1 0,-44 3 0,-63 8 0,-38 4 0,-2 2 0,-13 1 0,-12 2-164,24-4 0,-9 2 0,-5 2 0,-4 0 0,-1 1 0,0-1 41,16-3 0,-1 1 0,-1 0 0,-1 0 0,-1 0 0,-1 1 0,0-1 0,1 1 0,-4 0 0,-2 1 0,0 0 0,0 0 0,0 0 0,1 0 0,1-1 0,3 0-18,-4 0 1,2 0-1,0 0 1,2-1-1,1 0 1,3-1-1,1-1-56,-14 3 0,1-1 1,3 0-1,5-2 0,4-1-49,7-2 0,3-1 0,5-1 0,3-1 206,-33 5 1,11-3 39,28-3 0,6-3 0,-17 0 0,5-3 983,22-4 0,9 0 0,-6 0 0,-10-2 0,-11-7 0,-1-4-382,0-2-601,6-2 0,7-2 0,0-6 0,-1-6 0,-6-4 0,-2 0 0,-1 3 0,1 3 0,5 5 0,7 3 0,11 5 0,11 4 0,8 4 0,1-3 0,-12-7 0,-12-8 0,-12-5 0,-6 1 0,-3 2 0,-2 3 0,1 1 0,6 3 0,14 5 0,13 6 0,14 3 0,5 1 0,-1 0 0,-14-6 0,-19-6 0,-23-2 0,-11-2 0,1 2 0,12 4 0,14 2 0,11 4 0,1 1 0,-6 0 0,-12-3 0,-18-4 0,-18-4 0,43 10 0,-1-1 0,-1-1 0,1 1 0,3 1 0,1 0 0,-31-7 0,16 4 0,13 4 0,9 0 0,0 0 0,-4-4 0,-1-2 0,-4 0 0,3 0 0,2 2 0,6 3 0,5 2 0,7-1 0,7 1 0,6-1 0,8 1 0,5 2 0,37 1 0,12 2 0,35 2 0,7 1 0,8 0 0,5 0 0,-1 0 0,-7 0 0,-14 0 0,-10 0 0,-13 0 0,-9 0 0,-6 0 0,-7 0 0,-3 0 0,-4 0 0,1 0 0,3 0 0,9 0 0,6 0 0,7 0 0,0 0 0,-6 0 0,-9 0 0,-14 0 0,-8 0 0,-6 0 0,2 0 0,11 0 0,20 0 0,19-3 0,15-4 0,5 0 0,-10-2 0,-9 3 0,-11 3 0,-8 1 0,2 2 0,7 0 0,13 0 0,17 0 0,13 0 0,4 1 0,-6 2 0,-17 1 0,-23 1 0,-18-1 0,-18-2 0,-6 1 0,7 2 0,16 0 0,22 4 0,22 1 0,10-2 0,-5-1 0,-15-4 0,-18-1 0,-11 3 0,4 0 0,23 4 0,34-3 0,-33-3 0,5-1 0,9 0 0,1 0 0,2-1 0,-1 1 0,-7 1 0,-4 0 0,-13 1 0,-3 0 0,28 7 0,-22 2 0,-5 3 0,4 3 0,10 1 0,7 0 0,9 0 0,-4-6 0,-6-1 0,-12-6 0,-15-1 0,-1 2 0,3 0 0,8 0 0,16 5 0,14 1 0,-35-7 0,4 1 0,7 1 0,4 0 0,5-1 0,2 0 0,4 0 0,1 0 0,-1 0 0,-1-1 0,-8-1 0,-3 0 0,-10-2 0,-3 0 0,25 1 0,-31-2-246,-24 0 0,-15-1 0,-9-1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43.3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0 202 24575,'59'0'0,"18"0"0,-16 0 0,5 0 0,5 0 0,0 0 0,-1 0 0,-1 0 0,-4 0 0,-2 0 0,-7 0 0,1 0 0,11 0 0,3 0 0,14 0 0,4 0 0,-22 0 0,2 0 0,-1 0 0,3 0 0,1 0 0,-1 0 0,-2-1 0,0 1 0,-2 1 0,22-1 0,-5 2 0,-15 1 0,-6 1 0,24 5 0,-39 1 0,-21-2 0,-13-2 0,3 2 0,19 2 0,30 1 0,-16-4 0,5-1 0,15-1 0,5-2 0,9 0 0,2-1 0,4-1 0,-1 0 0,-5-1 0,-2 0 0,-9 0 0,-4 0 0,-10 0 0,-3 0 0,37 0 0,-12 0 0,-9 0 0,-5-2 0,2-1 0,1-2 0,3 0 0,-1 0 0,-5-3 0,-9 1 0,-16 1 0,-14 3 0,-13 3 0,-5 0 0,-1 0 0,6 0 0,14 0 0,26-3 0,29 0 0,-28-1 0,3 0 0,6-1 0,3 0 0,1 0 0,1 0 0,-1-2 0,-1 0 0,-3 1 0,1 0 0,2 0 0,1 0 0,3-2 0,1 1 0,6-1 0,2 0 0,9-1 0,3-1 0,3 0 0,2 1-159,-29 2 0,1 1 1,0 0 158,0-1 0,0 1 0,0 0 0,30-3 0,-1-1 0,-4 1 0,-1 0 0,-12 1 0,-2 0 0,-8 1 0,-4 1 0,-9 2 0,-3 1 0,39 0 0,-3 2 0,-4 1 476,-4 0-476,-4 0 0,-10 0 0,-9 0 0,-11 1 0,-15 1 0,-12 2 0,-9-1 0,-3-1 0,0 0 0,1-2 0,6 0 0,3 0 0,5 0 0,6 0 0,7 3 0,8 3 0,16 3 0,16 1 0,-28-6 0,4-1 0,7 0 0,4-2 0,9 1 0,3-2 0,5 1 0,1-2 0,4 1 0,0 0 0,4 0 0,1 0 0,3 0 0,1 0 0,0 0 0,-1 0 0,-7 0 0,-3 0 0,-13 0 0,-5 0 0,28 0 0,-36 0 0,-28 0 0,-17 0 0,-6 0 0,1 0 0,5 0 0,12 0 0,12 0 0,10 0 0,4 0 0,-3 0 0,-3 0 0,0 0 0,1 0 0,6 0 0,2 0 0,-1 0 0,0 0 0,3 0 0,12 4 0,14 4 0,14 4 0,-43-4 0,0-1 0,1 0 0,0-1 0,0 0 0,-1 0 0,-4-1 0,-1 0 0,36 4 0,-12 3 0,-13-1 0,-9-2 0,-9-1 0,-4 0 0,6 1 0,12 1 0,18 3 0,-25-7 0,3-1 0,10 1 0,4-1 0,8-1 0,4-1 0,4 0 0,1-2 0,-2 1 0,-1-2 0,-8 0 0,-4 0 0,-14 0 0,-6 0 0,19 0 0,-30 0 0,-19 0 0,-5 0 0,-4 0 0,-1 0 0,3 0 0,0 0 0,-5 0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25.03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30222 11475 24575,'0'67'0,"0"-18"0,0 4 0,0 12 0,0 3 0,0 6 0,0-2 0,0-11 0,0-5 0,0 18 0,0-36 0,0-21 0,0 3 0,0 17 0,0 18 0,0 14 0,-4-4 0,-2-16 0,-3-20 0,-1-17 0,-3-9 0,-14-1 0,-18 6 0,-31 9 0,24-2 0,-4 1 0,-9 4 0,0 1 0,0 1 0,1 0 0,8-1 0,4 0 0,-24 12 0,32-11 0,17-6 0,3 3 0,-19 15 0,-31 23 0,22-18 0,-5 2 0,-12 8 0,-3 1 0,-4 2 0,-1-1 0,1-2 0,1-3 0,6-5 0,2-4 0,11-9 0,4-2 0,-30 11 0,13-12 0,1-3 0,-13-2 0,23-8 0,-4 0 0,-2 1 0,-1 1 0,-8 1 0,-2 0 0,1 1 0,4 1 0,13-4 0,4 0 0,-39 9 0,30-7 0,9-3 0,-16 4 0,20-5 0,-4 1 0,-7 2 0,-5 1 0,-21 5 0,-4 1 0,2 0 0,0 0 0,0 2 0,3 1 0,8-1 0,5-1 0,20-5 0,4 0 0,-24 12 0,26-8 0,4-1 0,-10 2 0,6 0 0,-5 2 0,-9 7 0,-4 1 0,-11 8 0,-2 1 0,1 2 0,3-2 0,14-9 0,3-2 0,-24 15 0,36-21 0,16-10 0,-17 3 0,-27 9 0,8-5 0,-5 2 0,-8 2 0,0 0 0,6-1 0,3 0 0,11-5 0,6-1 0,3 1 0,24-7 0,8-1 0,-3-1 0,-6 2 0,-7 3 0,0-1 0,0-1 0,-2-2 0,-4-1 0,-11 1 0,-23 4 0,-9 0 0,-12-1 0,4-2 0,21-5 0,12 0 0,21-2 0,3-1 0,-1 0 0,-10 3 0,-12 5 0,-8 3 0,-4 1 0,7-1 0,16-5 0,16-2 0,14-2 0,10-1 0,24 2 0,1-4 0,41 2 0,15-2 0,-25 1 0,2 0 0,8 0 0,0 1 0,-9-1 0,-2-1 0,21 1 0,-33-4 0,-25 0 0,9 2 0,22 1 0,27 0 0,22 2 0,0-2 0,-20 1 0,-21-2 0,-22-2 0,-15 0 0,-5 0 0,-2 2 0,13 2 0,14 2 0,8 0 0,1 1 0,-17-1 0,-13 0 0,-3-1 0,10-2 0,18-1 0,12-2 0,-4 0 0,-13 0 0,-15 0 0,-9 0 0,1 0 0,7 0 0,21 0 0,21 0 0,15 0 0,3 0 0,-11 0 0,-14 0 0,-17-2 0,-9 0 0,4-2 0,18-3 0,23-3 0,-23 3 0,4-1 0,7-1 0,2-2 0,7 0 0,0 1 0,1-2 0,-2 0 0,-5 0 0,-1 1 0,-6 3 0,-3 0 0,39-5 0,-7 4 0,-2-1 0,13-3 0,-40 6 0,2 0 0,12-1 0,2 0 0,10 0 0,3-1 0,5 0 0,2 0 0,2 0 0,2 0 0,-1 1 0,0 0 0,1 1 0,0 1 0,-4 1 0,0 1 0,-4 1 0,0 1 0,-4-1 0,-1 0 0,-2 1 0,0 0 0,2 0 0,1-1 0,4 0 0,0-1 0,3 1 0,0 1 0,0-3 0,-1 0 0,-6 1 0,-3-1 0,-12 1 0,-4 0 0,32-3 0,-34 3 0,-27-1 0,-14 3 0,-8 0 0,-5 1 0,-2 1 0,7 0 0,15-3 0,24-3 0,26-5 0,-28 2 0,3-1 0,7-1 0,1 0 0,-1-1 0,-2 0 0,-5 1 0,-4 0 0,24-4 0,-27 3 0,-18 5 0,-15 2 0,-7 2 0,-3-1 0,1-5 0,5-8 0,9-11 0,11-10 0,7-9 0,3-3 0,-5 0 0,-7 1 0,-4 1 0,-3-4 0,2-4 0,-1-7 0,0-9 0,-3-5 0,-4-5 0,-6-8 0,-7 41 0,-1-3 0,0-14 0,-2-5 0,0-10 0,0-5 0,0 20 0,0-2 0,0-2-246,0-8 0,0-2 0,0 1 246,0-1 0,0 0 0,0-1 0,0-1 0,0 0 0,0 0 0,0 6 0,0 0 0,0 1 0,0 6 0,0 0 0,0 1 0,1-27 0,2 2 0,1 8 0,1 4 0,0 7 0,2 3 0,0 10 0,1 1 0,0 6 0,0 2 0,1 2 0,1 0 369,-1-1 0,0 1-369,2-3 0,-1 1 0,-1 0 0,0 2 0,9-47 0,-3 8 0,-3 7 0,-3 10 0,-4 10 0,-3 15 0,-2 18 0,0 10 0,2 11 0,-1-2 0,3-10 0,3-17 0,2-13 0,1 4 0,-2 16 0,-4 27 0,-2 41 0,-2 5 0,0 32 0,1 6 0,3-30 0,1 2 0,3 6 0,2 1 0,1-2 0,1-1 0,11 31 0,-7-31 0,-7-22 0,-2-5 0,3 7 0,2 12 0,4 4 0,-2-6 0,-4-12 0,-4-13 0,-4-9 0,0-2 0,2 6 0,3 7 0,2 5 0,1 3 0,-1-5 0,1-1 0,-2 1 0,1 2 0,0 2 0,-2-1 0,-1-1 0,-1 4 0,-3 11 0,-1 12 0,-1 12 0,0 8 0,0 2 0,0 12 0,0-39 0,0 2 0,0 7 0,0 3 0,0 8 0,0 2 0,-1 0 0,-1 1 0,-2-1 0,0-1 0,-1-4 0,-2-3 0,0-4 0,-2-2 0,2-3 0,-2-2 0,-6 37 0,2-22 0,3-25 0,4-21 0,1-10 0,0-6 0,-8-4 0,-43-14 0,-9-7 0,-14-9 0,-5-4 0,-9-5 0,-6-6-197,20 7 0,-4-3 1,-3-3-1,-2-1 0,0-2 33,6 2 0,-2-1 0,0-2 0,-2-1 0,1-1 0,0 0 23,8 3 1,0 0-1,0-1 1,0-1-1,0 0 1,1-1-1,1 1-23,-9-8 0,0 1 0,1-1 0,1-1 0,2 2 0,2-1-33,-4-3 0,2-1 1,2 1-1,2 0 0,3 2-49,-4-5 0,2 0 0,4 2 0,5 2-82,1-1 0,6 3 0,7 3-164,0-3 0,9 3-492,-8-30 1967,14-11-492,14 32 1,0-5-1,-7-14 1,-2-3-1,-5-8 1,-3-1-165,11 29 1,-2 0 0,0 1-1,-1-1 1,-1 1 0,0 1 163,-16-24 1,-1 3-1,4 11 1,1 4-223,8 13 0,0 4-269,-20-16 0,16 26 0,15 19 0,7 12 454,7 5-454,1 2 0,-4 6 0,-7 10 0,-7 12 0,-6 11 0,0 5 0,5-5 0,10-5 0,5-3 0,3-1 0,-1 7 0,-8 7 0,-7 9 0,-8 1 0,-3-1 0,-7-4 0,-7-2 0,-12 3 0,-10 1 0,32-25 0,0 1 0,-2 0 0,0 0 0,0-1 0,2 0 0,-35 20 0,21-9 0,17-10 0,14-6 0,1 1 0,-7 9 0,-17 10 0,-20 10 0,-9 3 0,6-5 0,18-10 0,24-12 0,14-12 0,5-4 0,-11 6 0,-26 23 0,6-7 0,-5 4 0,-13 10 0,-4 2 0,-3 1 0,1-1 0,7-7 0,3-3 0,-19 16 0,37-27 0,20-11 0,13-8 0,4-1 0,-2 5 0,-5 9 0,-3 11 0,-4 4 0,3 0 0,5-8 0,2-2 0,2 1 0,0 4 0,-1 6 0,-2-2 0,1-6 0,0-9 0,0-10 0,1-4 0,-4-1 0,-2 3 0,-7 4 0,-3 4 0,-1 2 0,3-2 0,7-2 0,6-5 0,3-3 0,-3 5 0,1 0 0,-4 4 0,3-6 0,0-1 0,0 2 0,-3 1 0,-3 4 0,-1 1 0,3-3 0,4-1 0,1-3 0,0-1 0,0 0 0,0 0 0,1 1 0,-1 1 0,1 2 0,-1 1 0,-2-1 0,2-3 0,0-2 0,-4 0 0,-2 2 0,0 3 0,1-4 0,4-2 0,0-30 0,1 13 0,-1-20 0,3 21 0,0 2 0,2-4 0,0 4 0,0-6 0,0 4 0,0 1 0,0 0 0,-1-1 0,1-2 0,-1-2 0,-2-6 0,1-7 0,1-5 0,1 2 0,0-4 0,0 0 0,0 2 0,0-1 0,0 5 0,1 2 0,4-6 0,2-2 0,1 1 0,-1 6 0,-1 5 0,-1 3 0,3-5 0,6-17 0,4-11 0,2-4 0,0 0 0,-2 11 0,0 1 0,2-7 0,1-3 0,8-19 0,2-4 0,-1 6 0,-2 3 0,-6 16 0,-3 9 0,-1 3 0,-3 5 0,-2-5 0,4-24 0,4-24 0,-8 33 0,1-1 0,1-3 0,1 2 0,9-37 0,-9 25 0,-8 13 0,-7-12 0,-1 17 0,0-5 0,0-9 0,0-3 0,0-1 0,0 1 0,0 8 0,0 3 0,0-23 0,0 23 0,0-17 0,1 14 0,1-7 0,2 2 0,2-5 0,2-3-328,4-17 0,2-4 0,4-4 144,0 14 1,2-3 0,3-1 0,1 1 183,2 0 0,1 1 0,2 0 0,0 2 0,-1 6 0,0 1 0,1 2 0,0 3-54,5-13 0,1 3 0,-3 7 54,3-6 0,-3 8 0,-8 22 0,-3 6 0,4-6 0,-14 31 0,-5 6 983,3-13-264,10-24-542,12-27-177,-12 30 0,-1-2 0,1 2 0,-1 2 0,10-27 0,-11 31 0,-11 30 0,-10 72 0,-2-1 0,-2 12 0,1 8 0,-1 9 0,1 5 0,0-12 0,1 3 0,0 3 0,0 0-246,1 8 0,0 2 0,0 0 0,1-4 91,0-9 0,1-2 0,0-3 0,1-5 155,0 1 0,1-5 0,0-9 0,1-2 0,1-17 0,1-30 0,-1-92 0,0 29 0,-5-8 0,-10-13 0,-8-9 0,-6 0 0,-6-1 0,-6 1 0,-5 2-278,-7 1 0,-4 3 0,-5 3 278,-3 5 0,-4 3 0,-1 10 0,10 16 0,0 6 0,-1 4 491,-26-5 1,0 7-217,1 8 0,1 6-275,3 5 0,1 3 0,4 2 0,3 2 0,9 0 0,3 0 0,-36 0 905,22 0-905,11 0 0,-2 0 0,-6-3 0,-4-5 0,5-8 0,14-8 0,18-11 0,18-11 0,10-13 0,7-12 0,23-19 0,2 36 0,7-1 0,10-8 0,8 1 0,10-7 0,4 1 0,3 3 0,2 3 0,2 3 0,0 3 0,-3 7 0,0 4 0,-5 6 0,-2 5 0,-8 5 0,-1 4 0,24-10 0,-22 12 0,-21 9 0,-9-3 0,17-26 0,1-1 0,6-7 0,-1 0 0,3-4 0,3-4-328,8-10 0,3-3 0,-1-3 251,-11 15 1,0-1 0,0-1-1,-2 1 77,13-18 0,-2 0 0,-3 2 0,-9 11 0,-2 1 0,-3 3 0,8-18 0,-7 6 0,-15 17 0,-6 2 0,-3-38 0,-12-2 0,-11 41 0,-6-2 0,-10-10 0,-11-1 0,-17-9 0,-11 1 215,11 23 1,-4 2 0,-3 2-216,-5 0 0,-3 2 0,0 3 0,1 4 0,-1 3 0,1 3 0,-23-7 0,2 7 0,12 7 0,3 6 0,10 7 0,3 6 0,-41 5 0,14 10 0,3 18 643,0 25-643,29-7 0,-4 7 0,-13 13 0,-4 4-328,13-14 0,-3 2 0,-1 0 286,-4 4 1,-2 0 0,0-1 41,0-4 0,1-1 0,-1-2 0,3-2 0,0-2 0,1-3-169,5-5 0,1-3 0,-2-1 169,-2 0 0,-2-1 0,-2 0 0,-9 2 0,-4 0 0,-4 0-246,7-4 0,-3 1 0,-5 0 0,-4 3 82,10-5 0,-3 2 0,-4 1 0,-3 1 0,-3 1 0,-2 0 54,16-7 1,-3 0 0,-1 1 0,-3 1-1,-1-1 1,-1 1 0,-1 0 0,-1 1-1,0-1 11,2-1 1,-1 1 0,-1 0-1,0 0 1,-2 0 0,0 1-1,-1-1 1,-1 0 0,-1 0-1,0 0 17,8-3 0,-1 0 0,0 0 0,-2 1 0,0-1 0,-1 0 0,0 0 0,0-1 0,-1 0 0,0 0 0,1-1 0,-1 0 0,-1-1 0,0 0 0,-1-1 0,0 0 0,0 0 0,-1-1 0,1 0 0,0-1 0,-1 0 0,1 0 0,0-1 0,1-1 0,1-1 0,1 0 0,0 0 0,-1-1 0,1-1 0,0 1 0,0-2 0,1 1 0,-1-2 0,2 1 0,-1-1 0,2-1-17,-13 2 1,1 0 0,-1 0-1,1-2 1,0 1 0,2-2-1,0 0 1,2-1 0,2-1-1,1-1-24,-5-1 0,0 0 0,2-1 0,1-1 0,3-1 0,1-1 0,2-2 0,4-1-41,-8 0 0,3-2 0,2-1 0,3-1 0,4-3 0,3-1-82,-10-5 0,5-2 0,5-3 0,4-3-23,-7-7 1,5-5-1,10-4 760,-6-19 1,15-7-1,20 0 1,10-8-1,8-15 1,10-8-281,8 17 1,6-3 0,5-3 115,7-13 1,5-2 0,6-3-83,0 15 1,4-2 0,3 0 0,4 1-1,5-1 1,4 2 0,4 1 0,1 1-1,3 1 1,2 1 0,3 2 0,2 3-1,1 2 1,3 2 0,2 2 0,2 2-165,2 4 1,3 2 0,1 2 0,2 2-82,0 1 0,2 1 0,1 2 0,0 2 0,0 2 0,1 1 0,0 2 0,-1 1 0,-4 3 0,0 1 0,0 2 0,0 2-129,-4 4 1,-1 2 0,0 2 0,1 1 128,-1 3 0,0 1 0,0 2 0,1 3 0,1 2 0,1 2 0,0 3 0,1 1 0,-1 1 0,1 3 0,0 1 0,0 1 0,23 0 0,0 1 0,-2 2-106,-7 0 0,-2 2 0,-5-1 106,17 0 0,-10 0 491,-25 1 1,-10 1-16,-2 6 507,-36 5 0,-34 19-977,-16 1 1,-13 4-7,-6 4 0,-9 3 0,-6 4-246,-5 2 0,-5 3 0,-4 3 0,-4 1 123,18-12 0,-3 1 0,-2 1 0,-1 1 1,-1 0-1,0 1-41,-7 4 0,-1 2 0,-1 0 0,0 0 0,0 1 0,1-2 0,3-2 0,0 1 0,0-1 0,1 0 0,0-1 0,3-1 4,-8 4 1,1-1-1,2 0 1,2-2 0,2-3-3,-4 4 0,3-2 0,3-3 0,3-4 162,-1 0 0,4-3 0,4-4 0,-8 4 0,9-6 0,-6 0 983,37-21 0,18-10 0,7-9 0,2-13 0,3-17 0,0-15 0,5-11-918,14-6-65,5 21 0,6-1 0,11-9 0,5-3 0,11-8 0,3-2 0,5-5 0,0 2 0,-7 7 0,-3 3 0,-5 7 0,-3 1 0,-9 9 0,-3 1 0,21-30 0,-4 7 0,6-1 0,18 4 0,-28 34 0,3 3 0,7 3 0,1 3 0,-2 6 0,0 4 0,38-1 0,-28 9 0,-25 6 0,-18 9 0,-10 12 0,-4 8 0,-3 2 0,-4-9 0,-2-8 0,1-1 0,8 23 0,8 40 0,-5-15 0,0 8 0,0 15 0,-1 4 0,-3 4 0,-2 1 0,-3-28 0,-1 0 0,-3 2-328,-5 5 0,-4 1 0,-5 3 260,-4-8 1,-4 1-1,-3 2 1,-4 0-179,-6 9 0,-3 0 0,-4 1 0,-2-1 0,-5 2 0,-2-1 0,-2 0 0,-1-4 241,4-7 1,-2-1-1,1-4 1,-1-4-122,-6 4 1,0-6 0,-2-7 125,4-11 0,-2-7 0,-3-7 0,-7-6 0,-5-8 0,-4-7-246,5-7 0,-3-6 0,-4-4 0,-3-4 49,-2-3 0,-2-4 1,-4-4-1,-3-2 0,-2-2 56,12 2 1,-3-2-1,-2-2 1,-2-2-1,-1 0 1,-2-2-1,0-1 31,10 4 1,-2-1 0,0-2 0,-2 0-1,0-1 1,-1 0 0,-1 0 0,-1-1-1,1 2 11,2 0 1,0 1 0,-1-1-1,-1 0 1,0 0 0,-1 0-1,1 0 1,-1 0 0,1 0-1,-1 1 0,1-1 1,-1 1 0,-1-1-1,1 1 1,0 0 0,0-1-1,0 1 1,1 1 0,1-1-1,1 1-11,-4-1 1,1 0 0,0 0 0,1 0-1,1 1 1,1 0 0,1 0 0,2 1-1,1 0-31,-9-3 1,2 0-1,1 1 1,1 1-1,3 0 1,3 0-1,2 1-56,-12-5 0,4 1 1,3 0-1,4 1 0,5 1 247,-19-9 0,7 1 1,8 3-51,-2-2 0,12 4 491,22 10 1,8 4 491,0 0 0,25 17 0,-1 14 0,-42 50-656,19-15 1,-6 10 0,-4 6-132,3-4 1,-3 6-1,-4 4 1,-1 3 0,-2 2-34,-1 1 1,-2 4 0,-2 2 0,0 2 0,-1 0 0,1-1-118,9-10 0,-2 2 0,1-1 0,0 1 0,0-1 1,1-1-1,2-1-46,-4 4 0,0 0 0,1 0 0,1-3 0,3-2 0,3-3 34,-6 7 0,3-3 0,4-5 0,6-6-34,-6 11 0,9-11 0,2 5 0,36-38 0,28-4 0,32-3 0,-7-10 0,9-2 0,26-3 0,9-7 327,-12-7 1,5-7 0,4-5-91,-11 0 0,3-4 1,1-3-1,0-2-237,-15 4 0,1-2 0,-1-1 0,1-1 0,-1-1 0,1-2 0,0-1 0,-1-1 0,0 1 0,-2 0 0,10-4 0,-2 0 0,-1 1 0,-3 1-146,13-4 1,-4 1 0,-2 3 145,-11 5 0,-3 1 0,-4 3 0,12-5 0,-5 2 0,-7 4 0,-2 1 0,-2 0 0,0 0 0,1-2 0,-1 0 491,3-1 1,-1-2-47,-2 2 1,0 0-446,7-5 0,3-1 0,9-6 0,2-2 0,5-2 0,0-1 0,0 0 0,-4 1 314,-16 9 0,-7 4-314,19-9 0,-40 29 0,-59 58 0,-7 3 0,-10 12 0,-4 5 0,-7 9 0,-5 8 0,-5 5 0,-3 4-141,16-24 1,-3 4-1,-1 1 1,-2 3-1,-1 0 1,0 1-1,-1 0 18,4-5 0,0 1 0,-2 1 0,0 1 0,0-1 0,0 1 0,0-1 0,1-1-18,-6 7 1,0 1-1,-1 0 1,1-2-1,1 0 1,0-1-1,2-3-23,-3 4 0,0-2 0,1-1 0,2-2 0,1-3 0,2-3-82,-7 11 0,2-4 0,2-4 0,4-5-82,0 0 0,3-6 0,5-6-25,3-6 0,7-9 353,3-4 0,17-21 983,-6-7 0,-33-4-492,2-2 1,-7-2-1,-21-8 1,-5-8-165,17-4 1,-2-5 0,3-9-248,-6-14 0,2-10 1,7-9-81,16 7 0,4-8 0,3-3 0,5-1 0,1-5 0,5-3 0,3-2 0,5 0 0,3-3 0,4-1 0,5 0 0,6 0 0,8 4 0,5-1 0,6 3 0,4 2 0,2 9 0,5 1 0,4 4 0,3 1 0,19-17 0,7 5 0,5 5 0,6 6 0,4 6 0,1 4 0,-3 6 0,0 4 0,1 0-237,-1 0 0,-1 1 0,-1 2 237,-3 3 0,0 1 0,-1 2 0,-1 2 0,1 2 0,1 2 0,5 1 0,2 3 0,5 3-246,-7 8 0,4 2 0,4 3 0,4 1 49,0 1 0,4 2 1,3 1-1,3 2 0,2 3 56,-14 1 1,3 2-1,2 2 1,1 0-1,2 2 1,-1 1-1,1 1 18,-7-1 0,1 2 0,0 1 0,1 1 0,0 0 0,0 1 0,-1 1 0,-1 1-18,9 2 1,0 1-1,0 1 1,-1 1-1,-2 1 1,-1 0-1,-4 2-23,0 1 0,-1 1 0,-1 2 0,-4 0 0,-4 0 0,-4 1 9,8 4 1,-5 2 0,-6-1 0,-6 0 383,29 14 0,-31 5-229,-74 48 0,-46-46 0,-33-3 0,-12 1-164,26-14 0,-7 1 0,-6 0 0,-5 0 0,-4-1 0,-2 1 54,16-7 1,-4 0 0,-2 0 0,-3 0-1,-2-1 1,-1 1 0,-2-2 0,-1 0-1,0-1 20,9-3 1,-1 0-1,-2-1 1,-2 0 0,0-1-1,0 0 1,-2-1 0,1-1-1,-1 0 1,1-1-1,0-1 40,0-1 0,-1 0 0,-1 0 0,1-2 0,-1 0 0,0 0 1,0-2-1,1 0 0,1-2 0,0-1 0,0 0-49,-2-2 1,-1 0 0,1-2-1,-1 0 1,2-2 0,0 0-1,1-2 1,2-1 0,2-1-1,1-1 3,-7-2 0,1 0 1,1-2-1,2-2 0,2-1 1,1-1-1,4-3 0,1-1-60,-9-4 1,3-2-1,3-2 1,2-3-1,4-3 1,4-3 155,-2-5 0,4-5 0,3-2 0,4-4 0,3-1 245,-5-12 1,4-5 0,5-1 0,2-2-28,4 3 0,3-1 1,3-1-1,3-1 27,5 4 1,3-1 0,3 0 0,2 1 81,-5-15 1,4 1 0,1 2-1,3 8 1,2 1 0,0 2 163,-15-27 1,1 4-1,3 13 1,-1 6-1,2 11 1,-1 5-1,2 8 1,-2 3-1,1 7 1,-1 3 491,-37-16 0,2 18 0,-14 15-492,31 14 1,-5 9-239,3 9 0,-6 8 1,-2 5-500,2 3 0,-2 4 0,-3 4 0,-1 4 49,5-1 0,-2 4 1,-1 2-1,-1 3 0,0 2 33,6-3 0,-1 2 0,-1 1 0,0 3 0,1 0 0,0 2 0,-4 4 0,0 1 0,1 2 0,0 2 0,0 1 0,1 2 23,8-6 1,-1 2-1,2 2 1,-1 1-1,1 1 1,0 1-1,1 1 18,5-5 0,0 1 0,1 1 0,0 1 0,0 1 0,1 1 0,1 0 0,0 0 0,-1 3 0,1 0 0,1 1 0,-1 1 0,2 0 0,0 0 0,1-1 0,1 0-18,-4 7 1,1-1-1,1 1 1,1-1-1,1 0 1,1-2-1,1 0-23,-2 4 0,2 0 0,1-1 0,1-1 0,3-2 0,1-2-33,2 1 0,1-1 1,2-2-1,3-1 0,1-1 36,0 7 1,1-1 0,4-1 0,2 0 160,3-3 0,3-1 0,2 1 0,2-1 0,2 0 0,2 0 0,2 1 0,1-1 0,0 2 0,2 1 0,2-1 0,0-2 0,1 20 0,3-1 0,-1-4 327,0-13 1,0-4 0,0-4 163,0 8 1,0-11 491,0 2 0,0-72 0,0-95-738,0 32 1,-1-13 0,1-8 0,1-4-410,0 9 0,1-5 0,0-4 0,1-3 0,1-3 0,1-3 43,0 7 1,1-4-1,0-3 1,1-2-1,1-1 1,1-2 0,0 0-1,1 0 22,0 13 1,0-2 0,1-1-1,0 0 1,1-1 0,0 0-1,1 0 1,0 1 0,0 1-1,1 1-11,1-4 1,0 0 0,2 1 0,-1 0-1,2 1 1,-1 1 0,0 1 0,1 2-1,0 1-31,2-13 1,1 1-1,1 1 1,-1 2-1,1 3 1,-1 4-1,0 3-56,2-6 0,0 3 1,1 4-1,-2 6 0,-2 4 170,4-11 0,-2 9 0,-2 5 27,0-2 0,-3 9 0,3-24 983,-12 22 0,-5 10 0,0 12 0,-1 13 0,0 11 0,0 9 0,1 3 0,2 4 0,5 3 0,0 1-265,3-1-718,-1-22 0,7-52 0,-1-3 0,2-14 0,-4 26 0,1-5 0,2-3 0,0-3-197,1 2 0,0-3 1,1-2-1,1-1 0,1 0 0,3-9 0,1-1 1,1-1-1,1 1 0,-1 0 0,0 5 0,1-1 1,-1 2-1,1 0 0,-1 2 0,-1 7 0,-1 0 1,1 2-1,-1 1 0,0 1 38,3-8 1,0 2-1,0 2 1,-2 1-33,5-12 0,-1 3 0,-1 1 191,-2 8 0,-2 1 0,-1 4 0,5-18 0,-1 6 0,-7 15 0,-3 5 491,-4 12 1,-2 3 491,6-32 0,-7 8 0,-4 7 0,0-7-755,1-4-228,3-17 0,-2 35 0,1-4 0,2-10 0,1-3 0,3-8 0,0-2 0,-1 1 0,0 1 0,-3 11 0,-2 3 0,-3 14 0,-2 6 0,-1-16 0,-5 34 0,-4 21 0,-2 7 0,-7 3 0,3 1 0,-5 0 0,2 0 0,-7 4 0,-17 13 0,-22 25 0,-17 15 0,0 3 0,16-12 0,19-23 0,9-10 0,-5-7 0,-11-4 0,-13-2 0,-1-2 0,5-3 0,9-2 0,16-4 0,7 0 0,7 3 0,-1 4 0,-3 11 0,-4 21 0,-3 27 0,-1 38 0,13-26 0,1 5 0,-1 11 0,3 5 0,5-23 0,1 3 0,1 1-322,2 7 0,0 2 0,2 1 322,1 6 0,0 2 0,2 2 0,-1-17 0,1 1 0,1 2 0,-1 1-246,0 7 0,0 1 0,0 2 0,0 1 0,-1 8 0,1 1 0,0 2 0,1 4 49,0-9 0,2 2 1,-1 3-1,2 2 0,1 2 56,0-17 1,0 1-1,1 2 1,1 1-1,0 1 1,1 1-1,0 1 18,1-5 0,1 2 0,0 1 0,0 0 0,2 1 0,0 1 0,0-1 0,1 0 0,1 3 0,0 1 0,1 0 0,1 0 0,0 0 0,0-1 0,1 0 0,-1-2-18,2 7 1,1-1-1,0 0 1,0-2-1,0 0 1,0-3-1,0-2-23,1 1 0,0-1 0,0-2 0,0-2 0,0-2 0,-1-3-33,1 0 0,-1-2 1,1-3-1,-2-3 0,1-2-36,6 27 1,-1-4 0,0-5 232,-3-12 0,0-3 0,0-3 0,-2-6 0,1-3 0,-1-1 491,7 20 1,1-4-1,-4-13 1,-1-4 491,13 24 0,-11-36 0,-10-21 0,-2 2 0,0 32-492,-3-9 1,1 9-1,5 19 1,0 6-165,-5-20 1,1 2 0,-1 1-264,0 0 0,1 2 0,-2-1-64,-1 1 0,-1 0 0,-1-1 0,-2 2 0,-1-1 0,0 1 0,-1-1 0,-1 1 0,0-1 0,-1-3 0,0 1 0,0-4 0,0 18 0,0-7 0,0-20 0,0-8 0,1 4 0,1-42 0,7-50 0,1-30 0,1-11 0,0-12 0,-2 18 0,1-7 0,0-5 0,0-1-246,1-11 0,-1-2 0,0-2 0,0-1 49,0 14 0,-1 0 1,1-2-1,0 1 0,-1 0 161,1 1 0,0 1 0,1-1 0,-1 2 0,-1 0-210,3-14 0,-1 1 0,-1 1 0,0 4 140,-2 12 0,-1 2 1,-1 2-1,0 2 26,-1-12 0,0 3 1,-2 4 79,-2-20 0,-1 8 0,0 24 0,0 7 0,0-22 983,0 37 0,1 20 0,6-2 0,8-15-624,18-32-359,-10 26 0,2-3 0,3-5 0,1 0 0,-1 2 0,0 2 0,16-25 0,-16 29 0,-17 25 0,-27 15 0,-61 5 0,-2 11 0,-14 5 0,5 1 0,-8 4 0,-4 2-246,7 0 0,-5 2 0,-1 2 0,-1 2 49,18-4 0,-2 1 1,0 2-1,0-1 0,1 0 66,1 0 0,1 0 0,-1 1 0,2-2 1,1 0-115,-10 4 0,2-2 0,2 0 0,3-2 245,-7 1 0,5-2 0,3-3 0,-19 2 0,8-5 0,28-7 0,5-6 0,-28-16 0,13-24 491,35 6 1,1-6-1,-5-12 1,0-4-1,-1-1 1,0-2-166,-1-2 1,1 1-327,8 7 0,1 2 0,-24-29 0,10 13 0,10 16 0,-6 4 0,-4 1 0,-2 7 0,-1 5 0,5 9 0,7 7 0,9 6 0,12 6 0,8 3 0,7 7 0,-5 18 0,-7 33 0,3-9 0,-2 4 0,-5 13 0,-1 4 0,0 4 0,-1 1 0,1-2 0,1-1 0,2-7 0,2-1 0,4-8 0,2-1 0,-4 39 0,9-11 0,5-6 0,0 6 0,0 17 0,0-43 0,0 2 0,0 6 0,0 1 0,0 5 0,0 2 0,2 2 0,0 2 0,3 6 0,1 1 0,2 2 0,2 1 0,1 2 0,0 1 0,-1 7 0,-2 1-188,-3-30 1,-2 1 0,0 1 187,-1 4 0,0 0 0,-1 1 0,-1 2 0,0 0 0,0-1 0,0-1 0,0-1 0,0-1 0,0-2 0,0 0 0,0-1 0,0 0 0,0 1 0,0-1 0,1-2 0,0 0 0,1 1 0,0 31 0,1-2 0,0-8 0,-1-4 0,0-15 0,0-7 0,-2 28 0,0-38 0,1-27 0,2-15 562,14-45-562,33-34 0,2-4 0,12-11 0,-15 25 0,4-3 0,5-2 0,6-2-164,-1 7 0,4-3 0,5-2 0,4 0 0,1 0 0,2 2 23,-3 4 1,2-1-1,2 1 1,2 0-1,1 1 1,2 1-1,0 3 18,-6 5 0,1 2 0,1 0 0,2 1 0,0 2 0,0 1 0,2 3 0,-1 1 0,-1 3 0,2 2 0,0 1 0,0 2 0,1 2 0,-1 2 0,-1 2 0,0 2-41,15 0 0,0 4 0,-1 2 0,0 3 0,-2 2 0,-1 0 0,-8 1 0,-1 2 0,0 1 0,-1 1 0,-2 1 0,-2 0-33,6 1 0,-1 1 1,-2 1-1,-3 0 0,-2 1-49,2-1 0,-2 1 0,-3 1 0,-3-1-41,6 0 1,-3 0 0,-2 0 286,-3 0 0,-1 0 0,0 0 0,-2 0 0,0 0 0,2 0 0,5-1 0,3-1 0,1 0 327,4-2 1,3 0 0,0-2-1,3-2 1,1-1 0,1 0-1,0-2 1,0 0 0,0-1-324,-1 1 1,0 0 0,-1 1-5,-3 1 0,-1 0 0,-3 0 327,-11 3 1,-3 0 0,-3 0 163,12-1 1,-7 1 491,16-2 0,-43 2-150,-23 1-833,-11-4 983,-5-17-963,-4-52-20,1 0 0,-3-12 0,-2 11 0,-2-5 0,-1-2-328,-2-10 0,-1-2 0,-1 1 319,-1 6 1,-1 1 0,0 6 8,-6-15 0,3 9 0,5 28 0,8 6 0,31-16 0,15 39 0,13 4 0,1 5 0,7 1 0,6 1-246,-2 5 0,4 1 0,5 2 0,1 1 31,11 0 1,5 2 0,1 2 0,2 1 17,-15 3 0,3 0 1,0 2-1,-1 2 0,0 1-49,15 2 0,1 3 0,-3 1 0,-2 4 241,-11 0 0,-1 2 0,-3 2 0,-4 3 190,9 7 1,-5 4-1,-7 4-185,10 17 0,-9 5 0,-13-4 0,-3 2 0,-7-1 0,0 1 491,2 2 1,2-1-138,7 2 1,3-2-355,6 2 0,4-3 0,1-3 0,3-2 0,6-3 0,2-2 0,-25-14 0,1-1 0,1-1 327,4 1 1,1-1 0,2-2-96,2 0 0,2-2 0,0 0-232,2-2 0,0 0 0,2-2 0,5 1 0,2-2 0,1-2-328,5-2 0,0-2 0,2-1 323,-19-2 0,1-2 0,0-1 0,2 0 5,2-1 0,2-1 0,0-1 0,1-1 0,1-4 0,1-1 0,0-1 0,0-3-246,2-1 0,0-1 0,0-3 0,0-1 54,3-2 1,-1-2 0,0-2 0,1-1 191,1-2 0,0-1 0,-1-2 0,1 2 0,-4 0 0,0 1 0,0 0 0,-1 1 0,-3 2 0,0 0 0,0 2 0,-2 0-207,-5 3 1,-1 0 0,-1 2 0,-2 1 206,16 0 0,-3 2 0,-1 1 162,-9 2 0,-2 2 0,-4 1-162,11 0 0,-7 3 983,21 0-802,-51 2 802,-42 3-132,-72 10-851,14-6 0,-13 0 0,-7-1 0,4 0 0,-7 0 0,-5-1 0,-5 1 0,-3-1-141,5-1 1,-4 0-1,-4-1 1,-3 1-1,-2-1 1,-2 0-1,-1 0 31,10-1 1,-2 1 0,-2-1 0,-2 0-1,-1 0 1,0 0 0,-2 1 0,0-1-1,0 0 20,13 0 1,-2-1-1,0 1 1,-1 0 0,-1 0-1,0 0 1,0-1 0,0 1-1,1 0 1,-1-1-1,2 1-9,-8 0 1,-1-1 0,1 0-1,0 1 1,0-1 0,0 0-1,1 1 1,1-1 0,0 0-1,2 1-11,-5 0 1,1-1 0,1 1 0,0 0-1,2 0 1,0-1 0,1 1 0,2 0-1,2-1-31,-13 1 1,3 0-1,0-1 1,3 1-1,1-1 1,3 0-1,2 1-23,1-1 0,2 0 0,2 0 0,2 1 0,2-1 0,1 0-33,-2 1 0,1-1 1,2 0-1,3 1 0,1-1-49,-5 2 0,3-1 0,2 0 0,1 0 1,-20 2 1,3-1-1,2 1 245,7-1 0,2 1 0,2 1 0,5 0 0,3 2 0,1 1 491,-28 4 1,4 2-1,6 2 1,3 3-1,5 5 1,1 5-1,-2 6 1,-1 7-165,22-8 1,-1 4 0,0 2-1,-9 9 1,-2 3 0,1 3-1,-2 3 1,0 2 0,2 1-260,3 0 1,3 2 0,3-1-69,6-3 0,4 1 0,5-2 491,-6 17 1,9-1-201,12-11 1,8-2 520,2 34-812,43-18 53,12-41 1,12-4-54,32 2 0,15-8 0,-3-8 0,9-4 0,6-3-246,-9-2 0,4-1 0,4-3 0,0-3 94,-12-3 1,1-2 0,2-2 0,-1-2 0,1-3 151,1-2 0,1-2 0,0-3 0,-1-1 0,-2-2 0,-5-1 0,-1-1 0,-1-2 0,-2-2 0,-1-1-246,12-9 0,-3-2 0,-2-3 0,-3 1 136,-9 3 0,-2 0 0,-3-1 0,-4 2 91,7-4 1,-5 1 0,-4 1 18,14-10 0,-7 2 0,-20 10 0,-5 1 0,-7 4 0,-1-2 491,12-8 1,4-2-1,12-7 1,6 0-304,-11 10 1,3 0 0,3 1 59,5-1 1,2 0 0,2 3-249,2-1 0,1 2 0,2 1 0,2 1 0,1 1 0,0 2 0,0 2 0,-1 1 0,1 1 0,1-1 0,0 0 0,1 2 0,-4 2 0,0 0 0,0 1 0,-3 0 0,-1 0 0,2 1 0,3-1 0,1 1 0,0 0 0,0 0 0,1 1 0,-1 0 0,2 1 0,-1 0 0,2 2 0,0-1 0,1 2 0,0 0 0,-2 3 0,1 0 0,0 1 0,3 1 0,2 0 0,-1 1 0,1 1 0,-1 0 0,0 0 0,-2 1 0,-1 0 0,-1-1 0,-8 0 0,-1 0 0,0-3 0,-3-2 0,1-2 0,-2-3 0,-2-3 0,-1-4 0,1-4 0,8-12 0,2-7 0,0-6-246,-9 3 0,1-4 0,1-5 0,1-3 82,-17 12 0,1-2 0,1-2 0,1-2 0,0-2 0,0-1 23,-2 2 1,1-2-1,0-1 1,1-2-1,0 0 1,-1-1-1,1 0 0,2-2 1,-1-2-1,1 0 1,0-1-1,-1 0 1,1 1-1,-1 0 0,-1 1 1,0 0-1,0 0 1,-1 0-1,1 1 1,-1 1-1,-1 1-23,5-4 0,-1 0 0,0 1 0,0 2 0,-1 1 0,1 1-33,8-5 0,0 1 1,0 3-1,0 1 0,-2 2 0,-6 9 0,0 1 1,-2 2-1,1 1 0,1 0-49,15-9 0,1 1 0,-1 1 0,-1 1 185,-7 5 1,-1 1 0,-2 2 0,-1 0 387,14-9 1,-2 1 0,-2 2-188,-6 3 1,-2 1 0,-5 3 350,6-6 1,-6 3-1,-9 5 1,-6 0-1,-15 5 1,-5-1-1,-6-6 1,-4-4-1,-3-13 1,-6-5-1,-7-13 1,-15-3-165,-14 14 1,-12-2 0,-11 1-574,-5 6 0,-10 0 0,-7 1 0,-2 0 211,2 7 1,-3 0 0,-4 0 0,-2 1 0,-2 0-130,8 7 0,-2 0 0,-2 0 0,-1 1 0,1 2 0,-1 0 0,4 4 0,-1 0 0,1 1 0,-1 2 0,1 1 0,2 2-5,-6-2 0,1 3 1,1 1-1,0 2 1,1 3-67,-11-1 1,0 3 0,1 3 0,2 3 234,-12 1 0,1 4 0,4 3-117,10 4 1,2 3 0,1 1 116,4 1 0,0 2 0,1 0 0,2 1 0,-1 1 0,-1 1 0,-7 2 0,-2 2 0,-2 3 324,-9 4 0,-3 3 0,-2 5-324,16-1 0,0 2 0,-2 3 0,0 2 197,-7 3 1,0 3-1,-2 2 1,1 0-198,16-5 0,-1 0 0,0 0 0,0 1 0,0 1 0,-2 1 0,-1 2 0,0-1 0,0 1 0,1 0 0,1 0 0,1 0 0,0 0 0,1 1 0,0 0 0,1 1 0,0 0 0,1 2 0,0-1 0,-1 1 0,0 2 0,-1-1 0,1 2 0,-1 0 0,0 0-197,-4 3 0,-1 1 1,-1 0-1,0 1 0,-1 1 75,7-3 1,-1 1 0,0 1 0,-1 1 0,0 0 0,-1 1-43,-3 4 0,-1 0 0,0 1 0,0 1 0,0 1 0,1 1 23,10-7 1,0 2-1,0 0 1,0 0-1,1 1 1,0 0-1,1 0 68,-10 9 0,2 0 0,-1 1 1,2 0-1,0 0 0,0 0 73,1 0 0,1 0 0,0 0 0,0 1 0,0-1 0,1-1 0,-1 1 0,0-1 0,1 0 0,-1 0 0,1-1 0,0 0-138,2-3 0,1-1 0,0 0 0,0 0 0,1-2 0,-1-1 138,-9 7 0,0-1 0,1-2 0,0-1 0,1-3 84,-8 5 0,1-2 1,1-3-1,1-4-84,8-7 0,1-3 0,1-3 0,-1-4 0,2-3 0,0-4 0,-1-2 0,0-3 327,-21 2 1,-1-6 0,-2-5-234,22-7 1,-2-4-1,0-4 1,0-4-95,-1-7 0,0-5 0,0-5 0,2-4 0,0-6 0,1-5 0,2-4 0,3-4 0,3-4 0,1-4 0,4-3 0,4-3 0,5 1 0,4-4 0,3 0 0,4-1 0,-4-16 0,6 0 0,7-2 0,6 1 0,5 0 0,10-2 0,11-4 0,11 0 0,10-1 0,7 15 0,8 0 0,9-1 0,7-2-141,-7 17 1,7-1-1,4-1 1,4 0-1,3-1 1,3 0-1,0 0 118,-6 7 0,3 0 0,3-1 0,1 1 0,1-1 0,2 1 0,1-1 0,2 0 0,-1-1-76,2 1 1,2-1 0,1-1-1,1 1 1,1-1 0,1 1-1,1-1 1,1 0 0,-1 1-1,2 0 9,-4 2 1,1 0-1,0 0 1,2 0 0,0 0-1,0 0 1,1 0 0,0 2-1,0-1 1,-1 2-1,0 1 0,-3 2 1,1 1-1,-1 0 1,0 1 0,1 1-1,-1 0 1,1 0 0,-1 2-1,0-1 1,1 1-1,-1 1-9,6-3 1,-1 1 0,1 0-1,0 0 1,0 1 0,0 1-1,-1 1 1,0 1 0,-1 1-1,-1 1-24,10-5 0,0 2 0,-1 1 0,0 1 0,-1 1 0,-1 2 0,-1 1 0,0 2 13,2 1 1,0 1 0,-1 2-1,-1 1 1,0 2 0,-1 2 0,0 1 212,7 0 1,-1 2-1,-1 2 1,1 2-1,-1 1 1,1 0-104,1 2 0,0 2 0,0 1 0,0 0 0,2 2 0,0 0 0,-11 2 0,2 1 0,-1 0 0,2 1 0,-1 1 0,1 0 0,1-1 129,2 1 1,1 1 0,0 0 0,1 0 0,-1 0 0,1 0-1,0-1-129,2 0 0,0-1 0,1 0 0,-1 0 0,0 0 0,1-1 0,-1 1 0,-2-1 0,1 0 0,0 1 0,-1-1 0,0-1 0,0 1 0,-1-1 0,-2 0 0,0 0 0,-1 0 0,0 0 0,-1-1 0,0 0 0,-2 0 163,9-3 1,-1 1 0,0-1 0,-2 0 0,-1 0 0,-1 0-6,8-1 0,-2 0 0,0 0 0,-3 0 0,-2-1 87,10-1 1,-2-2 0,-3 1 0,-4-1-11,11-2 0,-6 0 0,-6 0 92,-18 4 1,-5 1 0,-6 0 163,3-1 1,-10 1 491,-3-1 0,-34 7 0,-17 5 0,-22 0 0,-45-1-492,-7 3 1,-15 1-165,2 1 1,-10 1 0,-5 5-525,24 2 0,-3 3 1,-2 3-1,-3 3 0,-1 3 44,3 2 0,-2 2 0,-2 4 1,0 2-1,-1 3 0,0 4 12,5 0 1,-1 4-1,0 2 1,0 3-1,0 3 1,0 2-1,2 2 18,6-1 0,-1 4 0,2 1 0,-1 3 0,2 1 0,0 2 0,1 1 0,1 1 0,0 3 0,1 1 0,0 2 0,1 1 0,2 1 0,1 2 0,2 1 0,1 1 0,2 1 0,1 2 0,2 2 0,1 0 0,2 2 0,2 0 0,2 1 0,2 1 67,4-1 0,1 1 1,3 1-1,1 1 0,2 0 1,2 1-1,1-1 1,2 1 55,3-2 0,1-1 0,1 1 0,2 1 0,2-1 0,1 1 0,1-1 0,2 1-141,-1 9 1,2 2-1,2-1 1,1 0-1,2 0 1,1-1-1,0-1 0,2-5 1,2-1-1,1 0 1,1-1-1,0 0 1,0-1-1,1 0-23,-2 8 0,2-1 0,0 0 0,0-1 0,-1-1 0,0 0 0,0-5 0,1-1 0,-1-1 0,-1 0 0,0 0 0,-2-2 84,-3 13 1,0-1 0,-3-2-1,0 1 1,-3-1 79,-2 0 0,-1 0 0,-2-1 0,-2 0 0,-2 0 0,2-14 0,-2 0 0,-2 0 0,-1 0 0,-2 0 0,-1 0 0,-4 5 0,-2 0 0,-1 1 0,-3-1 0,-1 0 0,-2 0-102,1-7 1,-1 0-1,-1-1 1,-3 1-1,0-1 1,-2 1-1,-1-1 102,3-7 0,-2 1 0,0 0 0,-2 0 0,-1-1 0,0 0 0,-1-1 0,0-1 0,-1-1 0,-1 0 0,0 0 0,-1-1 0,-1-1 0,0-1 0,0-1 0,-1-2 0,-6 5 0,-2-1 0,0-2 0,-1-1 0,1-1 0,-1-3 0,0-1 163,-6 2 1,1-2 0,-1-2 0,0-1 0,0-4 0,1-2-139,-7 0 1,0-3 0,1-3-1,0-2 1,0-2 170,3-3 1,0-3-1,1-2 1,-1-1 0,0-1-186,3-1 0,-1-2 0,1 0 0,-1-1 0,0 0-11,0 0 0,0-1 0,-1 0 0,1 1 0,0 1 0,-2 1 0,1 0 0,-1 2 0,1 1 0,0 0 0,1 1 0,0 1 0,0 1 0,0 1 0,2 1 0,0 1 0,1 0 0,1 1 0,0 1 0,1 0 0,0 0 0,1 1 0,0 1 0,0 0 0,0 0 0,0 0 0,0 1 0,1 0 0,-1-1 0,0 2 0,-1 0 0,0 0 0,-1 1 0,1 0 0,-1 1 0,-4 2 0,1 0 0,-1 1 0,0 1 0,-1 0 25,-3 1 1,0 2 0,0-1 0,-1 1 0,0 1-26,-3 0 0,1 1 0,-1 1 0,0-1 0,0 0 0,2-1 0,-1 0 0,0-1 0,0 0 0,1 0 0,1-2 0,1 0 0,-1-1 0,1-1 0,-1-1 196,3-2 1,0 0-1,0-2 1,0-1 0,1-1-34,-11 3 1,0-1 0,1-3-1,0-1 82,7-5 1,-1 0 0,2-3 0,1-3-197,-16 2 1,2-4-1,2-3 278,12-5 1,3-3 0,0-2-219,3-3 0,2 0 1,1-3-110,-27 1 0,2-3 0,3-1 0,1-2 0,0-2 0,-1-4 0,-1-4 0,0-5 0,-2-7 0,0-5 0,3-4 0,0-4 0,3-4 0,1-1 0,8 1 0,3 0 491,10 3 1,4-1-1,9 2 1,4-1-1,10 4 1,5-2 491,-23-36 0,12-1 0,10-4-362,4-12-621,15 29 0,2-5 0,-2-13 0,0-4 0,4 18 0,0-2 0,-1-1-150,-1-5 0,-2-2 0,1 2 150,-1 3 0,-1 1 0,0 2 0,-10-28 0,-1 3 0,2 14 0,1 6 0,5 15 0,0 4 0,-14-24 0,10 29 0,9 22 0,4 13 450,2 8-450,2 5 0,0 7 0,-1 11 0,-1 18 0,-5 23 0,-3 26 0,7-33 0,1 3 0,2 5 0,1 1 0,0 4 0,3-1 0,1 1 0,4 0 0,5 1 0,8-1 0,11 1 0,11-3 0,15-2 0,10-6 0,16-6 0,7-7 0,7-10 0,1-7 0,-6-9 0,-3-5 0,-13-6 0,-6-2 0,26-3 0,-48-1 0,-23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59.8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1722 3037 24575,'-69'59'0,"1"-1"0,1-3 0,-7 4 0,-4 2 0,19-15 0,-4 2 0,-2 1 0,-1 0 0,0 0-197,-3 0 0,0 0 1,-1 0-1,1-1 0,1-2-49,-8 4 0,0-2 0,3-2 0,2-4-82,-4 1 0,2-5 0,7-6 642,3-3 0,7-7-314,-8-9 555,56-53-555,29-15 0,17-13 0,1-4 0,7-9 0,6-4-197,-9 17 0,3-4 1,3-2-1,3-2 0,1-1 33,0 3 0,2-2 0,1-1 0,3-1 0,0 0 0,2 0 23,-4 7 1,0 0-1,2 0 1,1-1-1,0 1 1,2 1-1,0 1 0,1-1 1,2 1-1,0 0 1,1 2-1,1 0 1,0 1-1,1 1 0,-2 3 1,1 2-1,0 0 1,0 1-1,1 2 1,0 0-1,1 2-23,7-5 0,2 1 0,-1 2 0,1 1 0,-1 2 0,-1 1-33,7-3 0,0 1 1,-2 2-1,0 2 0,-2 2-49,10-5 0,-2 3 0,-2 2 0,-3 3 70,-11 6 0,-2 3 0,-2 1 0,-2 3 503,2-2 1,-2 2 0,-3 4 163,17-7 1,-3 7-1,-15 10 1,-2 5-1,1 4 1,1 8-1,7 8 1,2 11-1,12 18 1,0 14-165,-20-3 1,-1 8 0,-2 7-83,-12-6 1,-1 5 0,-2 3 0,-2 2-14,0 4 1,-2 3-1,-2 2 1,-2 0-233,-2 3 0,-2 1 0,-3 1 0,-2 1 0,-4-2 0,-2 0 0,-3 1 0,-2 0 0,-2 3 0,-2 2 0,-4-1 0,-2-1 0,-4-2 0,-3 0 0,-4-1 0,-4-2 0,-11 19 0,-8-2 0,-5-6-175,-4-8 1,-6-4 0,-6-8 174,-2-15 0,-4-5 0,-4-7 0,-1-5 0,-3-6 0,-1-5 0,-28 1 0,-2-9 0,-5-5 0,-2-7 0,30-6 0,0-3 0,-1-2 0,2-1 0,1-3 0,0-1 0,0 0 0,1-2 0,2-2 0,-29-9 0,3-2 0,10 4 0,3 0 0,11 2 0,3 2 0,8 1 0,5 2 0,-23-4 983,28 6-465,22 4 55,17-4-573,5-18 0,1-25 0,-2 8 0,0-6 0,-2-17 0,-1-5 0,0-11 0,1-2 0,1-2 0,1 3 0,1 10 0,2 6 0,1 15 0,5 6 0,19-20 0,38 25 0,-3 28 0,10 6 0,-4 3 0,5 2 0,6 2-246,-2 1 0,4 1 0,3 2 0,2 3 0,11 3 0,3 2 0,1 4 0,-1 2 206,-1 2 0,1 3 0,-2 2 0,-3 3 40,-8 1 0,-1 3 0,-3 2 0,-6 3-102,4 9 1,-6 4 0,-8 5 101,5 19 0,-14 9 0,-13 10 0,-14 9 0,-17-20 0,-6 4 0,-6 2-328,-4 7 0,-5 1 0,-4 1 302,0-19 0,-3 0 0,-2 1 0,-1-2 26,-8 20 0,-2-1 0,-1-4 0,5-14 0,-1-3 0,2-3 0,-5 12 0,4-8 983,-1 6 0,19-48-664,40-50-319,13-18 0,9-12 0,6-4 0,7-9 0,5-4-197,-15 12 0,4-3 1,1-3-1,3-3 0,0 0 33,-2 0 0,2-2 0,1-2 0,0-1 0,1-1 0,0 0 89,-8 8 1,1-2 0,1 0 0,-1 0 0,0-1 0,0 1-1,-2 0 75,6-8 0,0 0 0,-1-1 0,-1 2 0,-1 1 0,-2 1 0,3-4 0,-1 1 0,-2 2 0,-2 1 0,-3 4-171,0-2 1,-4 3 0,-1 3 0,-3 2 170,3-5 0,-3 2 0,-2 4-52,12-13 0,0 2 52,3 0 0,5 1 0,-11 19 0,4 1 0,3-1-328,15-7 0,4-1 0,4 0 230,-11 10 1,2 0-1,3 0 1,0 1 97,3 1 0,1 0 0,0 1 0,0 0 0,-4 3 0,-1 0 0,0 1 0,-3 2 0,10-4 0,-2 2 0,-5 4 491,12-6 1,-10 7-1,-27 14 1,-7 6 491,1 3 0,-25 9-795,-8 7-188,12 8 983,15 12-204,6 9-779,1 13 0,-16 27 0,-20-16 0,-4 8 0,-2 3 0,-2 6 0,0 6-246,-2 1 0,1 5 0,-2 4 0,-1 1 49,0-7 0,-2 3 1,0 1-1,-1 0 0,0 1 82,-1 3 1,-1 1-1,0 0 1,-2-1-1,0 0 115,-1-4 0,-1 0 0,0 0 0,-2-2 0,0-1 0,-5 13 0,-1-2 0,-1-2 0,0-2-246,1-7 0,0-3 0,0 0 0,-1-1 161,-1-1 0,1-1 0,-1 0 0,0-2 85,-6 17 0,0-3 0,0-1-230,1-5 0,-1-1 0,1-2 230,0-2 0,-1 0 0,1-3 0,1-5 0,0-2 0,1-1-95,0 0 1,1-1 0,0 0 94,2-3 0,-1 0 0,2 1 0,0 4 0,0 1 0,2 1 327,-1 8 1,1 3 0,2 2-249,-1 8 0,3 2 0,1 3-235,4-15 0,1 2 1,2 1-1,0 3 156,0 8 0,2 3 0,1 1 0,1 0 0,2-19 0,1-1 0,1 1 0,1 0 0,2 0 0,2 18 0,2 0 0,2-1 0,2-2 0,-1-9 0,2-1 0,2-2 0,1-5 169,4 9 1,3-6-1,-1-4-169,6 15 0,-2-10 152,-8-28 0,-2-8-152,4 3 983,-10-29-960,-4-13 960,-2-5 0,17-66-873,2-9 1,5-16-111,-3 14 0,2-8 0,3-6 0,1-3-164,-5 16 0,0-3 0,2-2 0,0-2 0,1-1 0,1 0 23,-2 5 1,1-2-1,0-1 1,2 0-1,-1 0 1,0 0-1,-1 1-23,4-10 0,0 0 0,0 0 0,0 1 0,-1 1 0,0 1-33,4-9 0,-1 2 1,0 1-1,-1 2 0,-1 1 0,-5 11 0,-2 2 1,0 2-1,-1 0 0,-2 1-49,2-11 0,-2 2 0,-2 0 0,-1 0 0,-1-1 0,-1-1 0,-1 0 0,-2 2 226,-2 7 1,-2 0-1,-1 2 1,0-1-187,2-25 0,0 1 0,-1 2 206,-1 10 0,0 2 0,-2 4 491,1-18 1,-2 7-1,-2 19 1,-2 9 491,0-3 0,-4 38 0,-2-8 0,-26-54-499,-3 20 1,-7-4-485,3 14 0,-3-1 0,-4 1 0,-4 0 0,-3 2 0,-2 6 0,-23-12 0,-2 13 476,12 16 1,1 19-477,7 34 0,5 21 0,15 11 0,5 15 0,2 7-246,0 6 0,3 9 0,0 6 0,1 3 82,4-18 0,1 4 0,0 2 0,0 2 0,0 0 0,1 0 0,-1 2 0,0 1 0,1 1 0,0 0 0,0 0 0,0-1 139,2-2 0,-1 1 0,1 0 0,0-1 0,1-2 0,1-2 25,0 2 0,2 0 0,0-3 0,0-3 0,2-4-30,-4 22 0,1-5 0,2-8 30,-1 11 0,3-13 0,2-3 0,5-34 0,3 12 0,0-2 0,3 9 0,5 26 0,5 8 327,1-17 1,4 2 0,1 2-1,4 3 1,2 2 0,2-4-302,-1-11 0,1-4 0,-1-3 24,6 11 1,-2-9-51,6 8 0,-17-47 0,-8-17 0,-4-11 0,5-38 0,1-29 0,4-14 0,1-15 0,3-10-164,-7 29 0,2-5 0,0-4 0,1-4 0,0-1 0,-1 0 23,1 3 1,-1-2-1,1-2 1,0-1-1,-1-1 1,1 1-1,-1 0 0,0-1 1,0-2-1,0 0 1,0 0-1,0 2 1,-1 1-1,0 3-23,0-1 0,-1 1 0,0 2 0,0 3 0,-1 2 0,-1 4-56,2-13 0,0 4 0,-1 6 0,-2 5 220,5-28 0,-2 16 0,0 0 0,-9 34 0,-5 3 983,0 3 0,0 12 0,0 14 0,0 15 0,0 42-509,2 21 0,4 15-474,4 9 0,5 10 0,3 6-197,-3-19 0,2 5 1,1 3-1,1 1 0,1 1 0,2 6 0,1 3 1,1 0-1,1 1 0,-1-2 0,1-1 0,0 0 1,1 0-1,-1-2 0,-1-4-49,1 8 0,0-2 0,-2-4 0,-1-6-82,-1-2 0,-2-6 0,-1-5-164,0 5 0,-3-9-492,-1 11 419,-10-9 565,-4 13 983,0 12 0,0-7 0,0-21 0,0-25 0,0-22 0,-1-9 0,-2-1-411,-2 21-572,-4 43 0,2-13 0,-1 7 0,-1 13 0,-1 5 0,1 11 0,0 2 0,0 0 0,0 0 0,3-4 0,0-1 0,1-3 0,2-1 0,0-12 0,2-4 0,1-9 0,0-5 0,0 27 0,0-33 0,0-25 0,0-12 0,0 17 0,0 50 0,0-14 0,0 9 0,0-12 0,0 4 0,0 0 0,0 5 0,0 0 0,0-2 0,0 22 0,0-7 0,0-24 0,0-9 0,0 1 0,0-45 0,4-103 0,6 28 0,4-10 0,1-7 0,1-7 0,1-9 0,2-4 0,-1 1-197,-2 17 0,1 0 1,0-1-1,1 0 0,-1 0 0,1-3 0,1-1 1,0 0-1,-1 1 0,-1 4 95,0-5 0,-1 2 0,-1 2 0,-1 2-164,1-16 1,-3 2-1,0 2 266,-2 6 0,-2 3 0,-1 0 0,-4 5 0,-1 1 0,-1-1 0,0-3 0,-1 0 0,-1-1 0,1-3 0,0 0 0,0-2 0,0-1 0,0 0 0,0 0 0,1 4 0,-1 0 0,-1 2 0,1 4 0,0 0 0,0 2 0,0 5 0,0 1 0,0 1-22,0-28 1,0 2 21,0 7 0,0 3 0,0 7 0,0 2 0,0 3 0,0 2 491,1-1 1,-2 1-1,1 4 1,0 1-1,1 3 1,-2 2-384,2 5 0,-2 2-57,0-37-51,-4 2 0,-5-7 0,-2 0 0,-2 6 0,3 24 0,2 29 0,2 21 0,1 13 0,-5 29 0,4 21 0,-2 18 0,-3 17 0,1-8 0,-1 10 0,-2 8 0,1 4-164,1-7 0,-1 5 0,0 5 0,-1 4 0,0 2 0,-1 3 54,3-18 1,-1 2 0,0 2 0,-1 3-1,0 1 1,0 1 0,0 1 0,-1 1-1,1 0 20,2-11 1,-1 1-1,0 1 1,0 0 0,0 2-1,0 0 1,0 0 0,-1 0-1,1 0 1,0 1-1,1-1 0,-1 2 1,0 0-1,0 1 1,0 0 0,0 0-1,1 0 1,-1-1 0,0 1-1,1-1 1,-1-1-1,0-1-9,0 4 1,-1 0 0,1 0-1,-1-1 1,0 0 0,1-1-1,0-1 1,0-1 0,0-1-1,1-1-24,-1 11 0,-1-1 0,2-2 0,-1 0 0,1-2 0,0-2 0,0-1 0,1-2-41,-1 13 0,0-2 0,0-2 0,1-3 0,1-3 0,0-2-33,1-4 0,0-4 1,1-2-1,0-2 0,2-2-49,0 10 0,1-2 0,0-3 0,1-1-82,-1 16 0,-1-3 0,1-1 0,-1-3 0,1 0 0,-1-2 655,-1-8 1,1-2 0,-1-3 163,-4 17 1,-1-8-1,3-21 1,-1-8 491,-3 12 0,6-37 0,2-16 0,1-5 0,-2 3 0,-1 3-656,1-4 1,0-3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53.64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28248 0 24575,'43'0'0,"-9"0"0,-23 0 0,-4 0 0,6 0 0,14 0 0,12 0 0,21 0 0,16 0 0,9 0 0,4 0 0,-14 0 0,-23 0 0,-17 0 0,-17 0 0,-6 0 0,7 0 0,16 4 0,27 7 0,21 9 0,4 5 0,-15-2 0,-25-7 0,-21-6 0,-13-4 0,-1-2 0,3 2 0,12 1 0,17 1 0,15 0 0,3-3 0,-10 0 0,-17-3 0,-17 0 0,-11 2 0,-5 7 0,-2 2 0,0 20 0,0 21 0,0 24 0,-3 20 0,-2-4 0,-1-18 0,1-25 0,2-22 0,-2-10 0,1-4 0,-2 6 0,-4 11 0,-2 9 0,-2 3 0,4-7 0,3-12 0,3-11 0,-1-7 0,-5-4 0,-17-3 0,-27 0 0,6 0 0,-5 0 0,-20 0 0,-6 0 0,-16 0 0,-5 0-219,27 0 0,-2 0 1,-1 0 218,0 0 0,0 0 0,0 0 0,6 0 0,1 0 0,1 0 0,-24 1 0,5-2 0,11 1 0,3-2 0,8-1 0,2-1 0,0-3 0,0-1 0,-3-2 0,-2 0 0,-8-1 0,-3 0 0,-12 0 0,-2 2-14,23 4 1,-2 0 0,0 0 13,-6 1 0,0 1 0,-1 0 0,0 0 0,0 2 0,1-1 0,2 1 0,1 0 0,1 0 0,-26 1 0,3 0 0,12-1 0,3-1 0,10-1 0,2 1 0,7 0 0,0 0 0,-5-1 0,-1 1 0,-10-1 0,-3 0 0,-15 0 0,-3 0-209,27 0 1,-1 1 0,-1 0 208,0 1 0,-1-1 0,1 1 0,5 1 0,1 0 0,2 0 336,-24 0 1,5 0-337,13 0 0,5 0 0,12 0 0,3 0 0,-35 0 0,19 4 0,7 5 648,0 7-648,-10 10 0,-20 12 0,35-12 0,-3 2 0,-7 7 0,-3 1 0,-8 7 0,-1 0 0,3-2 0,1-2 0,10-6 0,4-2 0,11-7 0,3-4 0,-20 2 0,10-11 0,-10-6 0,-18-5 0,31 0 0,-5 0 0,-8-3 0,-3-2 0,-9-1 0,-2-1 0,-6-2 0,-2-1 0,-3-1 0,0 0 0,3 3 0,3 1 0,11 2 0,5 1 0,16 2 0,6 1 0,-7-1 0,32 0 0,28-6 0,26-7 0,29-10 0,34-7 0,-34 14 0,4 1 0,10-2 0,4 1 0,5 0 0,2 2 0,-1 1 0,-1 0 0,-10 3 0,-4 2 0,-15 3 0,-6 1 0,13-2 0,-25 3 0,5 3 0,45 1 0,-17 0 0,7 2 0,-11-1 0,3 0 0,2 0-228,9 0 0,2 0 0,1 0 228,-3 0 0,1 0 0,-2 0 0,-7 0 0,-1 0 0,-4 0 0,18-1 0,-7 2 0,-21 0 0,-7 2 0,14 6 0,-25 7 0,-17 8 0,-8-1 684,-4-1-684,-5-3 0,-3-4 0,-20 1 0,-41 1 0,-26-1 0,4-1 0,-12 0 0,-9 0 0,-5 1-141,28-5 1,-4 1-1,-4-1 1,-2 1-1,-3-1 1,-2 1-1,-2-1 42,14-1 1,-3-1 0,-2 1-1,-2 0 1,-1-1 0,-2 1-1,0-1 1,-2 1 0,1-1-1,-1 0 9,0 0 1,-1 0-1,-1-1 1,-1 1 0,0-1-1,-1 1 1,-1-1 0,0 0-1,1 0 1,-1 1-1,1-1 8,7-1 0,-1 0 0,1 0 0,-1 1 0,0-1 0,0 0 0,1 0 0,-1 0 0,0 0 0,0-1 0,1 1 0,0 0-8,-8 1 1,0-1-1,0 0 1,0 1 0,0-1-1,0 0 1,1 0 0,1 1-1,0-1 1,1-1-1,2 1-9,-2 0 1,2 0 0,-1 0-1,1-1 1,2 1 0,0-1-1,1 1 1,1-1 0,2 0-1,2-1-24,-7 1 0,2 0 0,1 0 0,1-1 0,2 0 0,2 0 0,1-1 0,1 1-41,-11-1 0,1 0 0,3 0 0,1-1 0,3 0 0,3-1-82,-22 1 0,5-1 0,3-1 0,4 0 0,13 0 0,4-1 0,1 0 0,0-1 0,0-1 0,0 0 0,1-1 0,-1-2 0,0-1 0,0-2 0,0 0 0,-1-1 0,-3-1 0,0-1 0,0-1 0,-1 1 132,-2-1 1,0-1 0,0 0 0,1 1 113,0 1 0,1 0 0,1 2 0,0 0 0,3 2 0,1 2 0,0 0 0,2 0 327,-17 1 1,2 0 0,3 1-1,11 1 1,4 1 0,4 0 163,-11 1 1,10 0 491,-8 0 0,48 0 0,49 6 0,58 13-492,-4 1 1,17 1-296,-24-7 1,10 0-1,7 0 1,3 0 0,1-1-102,0 0 1,4-1 0,3-1 0,2 0 0,1 0 0,1-2-96,-4 0 0,2-1 0,1 0 0,1-1 0,1-1 0,0 1 0,0-2-123,-12 0 0,1-1 0,1 0 0,0-1 0,-1 0 0,-1 0 0,-2-1 0,-2-1-41,12 0 0,-2-1 0,-2 0 0,-2-1 0,-2 0 0,-1-1-33,6 0 0,-1 0 1,-2 0-1,-3-1 0,-4-1-49,1 1 0,-3-2 0,-4 1 0,-4-1 83,2 0 0,-4-1 0,-5 0 163,12 0 0,-6 1 0,-6 3 0,-1 2 0,11-1 0,4 2 0,-14 2 0,3 1 0,2 0 327,14 3 1,3 1 0,2 2-130,-14-2 0,2 2 1,1 0-1,1 0 47,5 2 1,0 1 0,1 0 0,1-1-1,1-1 1,0-1 0,0 0 0,0 0-48,-2-1 0,-1-1 0,-1 0 0,0-1-198,-4-1 0,-1 0 0,-1-1 0,0-1-88,21 0 0,-2-1 1,-2-1 87,-9 0 0,-1 0 0,-2 0 0,-6-2 0,0 1 0,-3-1-67,24 0 1,-2 0 66,-5 0 0,0 0 0,0 0 0,1 0 0,0 0 0,1-2 0,2-1 0,0-1 0,-3-2 0,-1-1 0,-2-1 0,-1-1 0,-3 1 0,-1 0 0,-1 2 0,2 2 0,2-1 0,1 1 0,3 1 0,1-1 0,-1-1 0,1-1 0,0-1 0,-1-1 0,-4 0 0,-1-2 0,-4-1 0,0-2 491,-4 2 1,-1-1-382,-4-1 1,-1 0 380,0-1 1,0 0-95,2-2 0,2 1-397,3-1 0,2 0 0,7-1 0,3 0 0,-25 6 0,1-1 0,2 0 36,6 0 0,2-1 1,2 0-37,4 0 0,2-1 0,0 1 0,1 0 0,1 0 0,-1 0 0,1 1 0,1-1 0,-2 1 0,-5 0 0,0 2 0,-1-1 0,-3 1 0,-1 0 0,-1 0 2,-6 3 1,-2 0-1,-1 1-2,27 0 0,-4 1 0,-8 3 0,-3 0 0,-5 1 0,-2 2 0,-2-1 0,1 0 0,2 0 0,3 0 0,5 0 0,3 0 0,6 0 0,1 0 0,3-1 0,-2 2 0,-5 1 0,-3 3 427,-10 1 1,-4 2-428,-16 0 0,-6 2 158,15 10-158,-32-3 0,-19 7 0,-7 21 0,-4 34 0,-2-23 0,-1 5 0,-1 9 0,-2 1 0,-2 0 0,-1-3 0,0-11 0,0-5 0,-4 18 0,7-34 0,14-19 0,14-9 0,21-4 0,19-1 0,17-8 0,11-15 0,-43 4 0,-2-4 0,42-27 0,-20 3 0,-23 11 0,-19 10 0,-12 5 0,-6-7 0,0-6 0,2-12 0,1-9 0,-3-1 0,-2 2 0,-4 8 0,-2 8 0,0 6 0,-2 9 0,0 8 0,-37 32 0,-23 11 0,-18 10 0,9-7 0,-9 4 0,-9 3 0,-7 0 0,23-12 0,-5 1 0,-5 1 0,-3 1 0,-3 0 0,-1 0 0,-1-1 0,-1 0-99,9-3 1,-2 1 0,-2-1-1,-1 0 1,-1 1 0,0-1-1,-1-1 1,1 0 0,0 0-1,1-1-11,-7 1 1,0 0 0,-1 0 0,1-1-1,0 0 1,1-1 0,1-1 0,1 0-1,1-2-13,-1 1 0,0-1 0,1 0 0,1-2 0,1 0 0,3-1 0,4-2 0,3-1-74,-11 1 0,4-2 1,4-2-1,3-1 0,3 0-131,-21 1 0,6-1 0,5-2 0,12-2 0,4 0 0,6-2-164,-3-1 0,7-2 145,-18-3 347,7 0 0,19 0 0,-6 0 0,-29 1 0,-10-2 327,15 1 1,-6-2 0,-2-1-83,13 0 1,-3-1 0,-1-1 0,-1-2-1,-6 0 1,-1-3 0,-1 0 0,0-1-1,3-1 1,1-2 0,-1 0 0,1-1-131,-2-1 1,1-2 0,0 0 0,0 0-231,0-1 1,0 0 0,0-1 0,0 1 114,0 1 0,0 0 0,0 0 0,-2 1 0,-6 0 0,-1 0 0,-2 2 0,-1 1-197,18 4 0,-1 1 1,0 1-1,-2 1 0,-2 0 0,-8 1 0,-2 1 1,-2 1-1,-2 1 0,-1 0 33,7 0 0,-1 1 0,-2 1 0,-1 0 0,-1 0 0,0 0 23,8 0 1,0 1-1,0-1 1,-2 1-1,0 0 1,0 0-1,0 1 0,-2-1 1,-2 1-1,0 0 1,0 0-1,0 0 1,1 1-1,2 0-9,-8 0 0,0 0 0,1 1 0,1-1 1,2 1-1,2 0 44,8-1 0,1 1 0,1 0 0,1-1 0,3 1 0,1 0 106,-4 0 0,2 0 0,1 0 0,3 0 0,4-1 296,-27 0 0,5 0 0,6-1-296,17-1 0,4 0 0,7 0 491,4 0 1,10 0 491,1-1 0,49-1 0,96-4-738,-34 4 1,11 0 0,9 0 0,4 1-410,-3 0 0,7-1 0,3 1 0,5 0 0,3 0 0,1 1 62,-19-1 0,1 0 0,3 1 0,2-1 0,1 1 0,1-1 1,1 1-1,1 0 0,0-1 3,0 1 1,1 0 0,2 0-1,1 0 1,1 0 0,0 0-1,0 0 1,0 0 0,-1 0-1,-1 0 0,-2 0 1,1 0 0,-1 0-1,1 0 1,-1 0 0,-1 0-1,0 0 1,0 0 0,-2 0-1,0 0-11,2 0 1,0 0 0,0 0 0,-1 0-1,-2 0 1,0 0 0,-1 0 0,-3 0-1,-1 0-31,10 0 1,-2 0-1,-1 0 1,-2 0-1,-2 0 1,-4 0-1,-4 0-105,27 0 0,-7 0 0,-5 0 0,-7 0-82,-6 0 0,-7 0 0,-10 0 328,33 0 983,-64 1 0,-53 5-492,-41 3 1,-28 1-435,18 0 1,-11 1 0,-7 1-1,-8 1 1,-4 1-60,16-3 1,-4 0 0,-5 1 0,-4 1 0,-3 0 0,-3 0-1,-2 0 1,-2 2 0,-1-1 1,19-2 0,-2 1 0,-2-1 0,-1 1 0,-2 0 0,-1 1 0,-2-1 0,-1 1 0,-1 1 0,-1-1 0,-1 1 0,-1 1 0,0-1 0,-1 1-52,16-2 0,-1 0 0,-2 0 1,0 1-1,-1 0 0,-2 0 0,1 1 1,-2-1-1,1 1 0,-2 0 0,1 0 1,-1 1-1,0-1 0,0 0 0,0 1 1,0 0-1,1-1 0,-1 1 0,1-1 0,-1 1 0,-1 1 0,0-1 1,0 0-1,0 0 0,-1 1 0,1-1 1,-1 1-1,0 0 0,1 0 0,-1 0 1,1 0-1,-1 0 0,1 1 0,0-1 1,0 1-1,0-1 0,1 1 0,0 0-3,-3 1 0,0 0 1,0 0-1,0 0 0,1 0 1,-1 1-1,0-1 1,1 1-1,0 0 0,0 0 1,0 0-1,1 0 1,0 0-1,0 0 0,1 0 1,1 0-1,0 0 0,0 0-7,-4 1 1,0 1-1,0-1 1,0 1-1,1 0 1,0 0-1,0-1 1,1 1 0,1 0-1,0 0 1,1-1-1,1 0 1,1 1-1,1-2 1,1 1-1,1-1-20,-13 4 0,1-1 0,1 0 0,1-1 0,2 1 0,0-1 0,2 0 0,0 0 0,2-1 0,0 1 0,1-1 0,1 0-9,-7 1 0,1 0 1,1 0-1,1 0 0,0 0 1,3-1-1,1 0 0,2-1 1,2-1-1,3 0-15,-10 1 1,2 0 0,3 0 0,2-2 0,4 0 0,3-2 0,4 0 105,-20 3 0,6-2 0,6-2 0,6 0 327,1-1 1,7-1 0,9-2 655,-34 5 0,44-11 0,-9-8-492,8-3 1,-7-2-1,-30-5 1,-11-4-165,16 3 1,-4-2 0,-2-1-83,17 3 1,0 0 0,-1-1 0,0 1-1,-2-1 1,1 1 0,-1 0 0,1 0 81,-21-2 1,1 1 0,1 0-1,4 1 1,2 0 0,-1 1-126,1 1 1,1 0-1,1 0 125,8 1 1,1-1 0,2 1 163,-21-6 1,6 0-470,23 4 0,8-1-22,-11-10 0,43 6 0,21 0 983,36-12-798,13 5 0,11-1-185,3 1 0,7-1 0,5-1-246,-2 1 0,6 0 0,2-1 0,2-1 79,10-3 1,3 0 0,2-1 0,1 0-31,-14 5 0,2-1 1,1 0-1,0 0 0,0 0 0,1-1 0,1 0 1,0 0-1,1 1 0,-2 0 110,0 1 0,-1 0 0,0 1 0,0 0 0,-1 1-159,15-5 0,0 2 0,-1 0 0,-2 2 139,-7 3 1,-2 0-1,-1 2 1,-2 0 106,-4 3 0,-2 0 0,-1 1 0,-1 0-265,20-2 0,-2 0 1,1 2 264,1-1 0,0 2 0,1 1 0,-18 3 0,0 1 0,1 0 0,0 0 59,5 0 1,0 1 0,1 0 0,0 0-60,1-1 0,0 0 0,0 0 0,-1 0 0,-1 0 0,0 1 0,0-1 0,-3 1 327,16-3 1,-2 0 0,-4 1-87,-15 3 0,-4 0 0,-4 1 250,8-1 1,-10 2 46,-3 0-538,-119-1 0,-45-3 0,26-1 0,-6-1 0,-11-1-164,21 4 0,-8 0 0,-4-1 0,-3 1 0,-1-1 0,0 0 0,-5-1 0,-2 0 0,-1-1 0,-1 1 0,-2 0 0,0 1 23,9 2 1,-2 0-1,-1 0 1,-1 1-1,0 0 1,1 0-1,-1 2 0,1-1 1,0 1-1,-1 1 1,1 0-1,0 0 1,0 1-1,1 0 0,4 0 1,0 1-1,0 0 1,1 0-1,1 1 1,1 0-1,2 0-23,-5 1 0,2 0 0,1 0 0,1 0 0,1 0 0,0 0 43,-11 0 1,1 0 0,1 0 0,1 0-1,0 1 121,5 0 0,1 1 0,0 1 0,1 0 0,0 1 0,1 0 0,0 1 0,1 1 0,0 0 0,0 0-197,2 1 0,-1 1 1,1 0-1,1 1 0,0 0 169,-13 3 0,2 1 0,0 0 1,1 0 27,6-1 0,1 0 0,1 1 0,2-2 327,-15 3 1,4-2 0,2 0-1,11-2 1,2-2 0,5 0 163,-12-1 1,8-2-1,20-4 1,4-1 491,-36 0-492,35 0 1,-5 0-1,-22 0 1,-8 0-165,5 0 1,-6 0 0,-4 0-321,9 0 0,-3 0 0,-2 0 0,-2 0-7,-6 0 0,-2 0 0,-2 0 0,1 0 0,19 1 0,-2 1 0,1-1 0,1 2 0,1 0 0,-14 1 0,1 1 0,2 0 0,3 2-44,8 0 0,1 1 1,2 0-1,4 1 44,-11 3 0,5 0 0,5 0 0,-9 1 0,10-1 0,-16 2 0,48-9 0,20-2 983,-1 2 0,-12 0 0,-9 1-950,-5-1-33,2-3 0,8-13 0,9-19 0,12-20 0,10-21 0,5-12 0,2-11 0,0 44 0,0-1 0,1 1 0,1 0 0,4-41 0,5 17 0,6 17 0,-1 17 0,-4 14 0,-22 10 0,-52 10 0,0 3 0,-11 3 0,-5 7 0,-8 5 0,-3 2-246,14-1 0,-2 2 0,0 2 0,2 0 176,-20 7 0,3 2 0,5 1 70,16-2 0,4 0 0,9 0 0,-20 15 0,52-22 0,16-6 0,4 6 0,-5 17 0,-6 27 983,-3 20-772,3 11-211,7 4 0,8 2 0,1-46 0,2 1 0,0 7 0,1 2 0,2 9 0,1 3 0,1 9 0,2 4 0,0-16 0,1 3 0,0 2-328,2 14 0,1 2 0,1 6 82,-1-7 0,1 4 0,1 4 0,1 3 82,-2-19 0,1 2 0,1 2 0,1 2 0,1 2 0,0 1 23,1-2 1,0 3-1,2 1 1,-1 1-1,2 1 1,0 0-1,0 0 18,-2-11 0,1 1 0,1 1 0,-1 0 0,1-1 0,1 0 0,-1-1 0,1-1-18,1 7 1,2-1-1,-1 0 1,1-1-1,0-2 1,-1-3-1,0-1-56,5 14 0,-1-1 1,0-4-1,0-4 0,-2-6 51,5 14 0,-1-7 0,-2-10 146,1 3 0,-3-14 0,2-8 983,1-35-507,27-12-476,-2-8 0,10-2 0,22-1 0,9 0 327,-13-1 1,4-1 0,3-2-83,-10-4 1,1-1 0,3-4 0,3-2-443,-4-4 0,2-1 1,2-4-1,3-2 0,1-3 143,-12 2 1,2-1 0,2-3 0,1-1 0,1-2 0,1-2 0,1 0-70,0-2 0,1-1 0,1-2 0,1-1 0,0-1 0,2-2 0,0 0 0,1 0 24,-11 4 1,1-1 0,1 0-1,0-1 1,1-1 0,0-1-1,0 1 1,1-2 0,-1 1-1,1-1 9,-5 2 1,0-1-1,0 0 1,1 0 0,0-1-1,-1 0 1,1-1 0,-1 1-1,1-1 1,-2 0-1,0 0-9,7-3 1,-1-1 0,1-1-1,-1 1 1,-1-1 0,1 0-1,-2 1 1,0-1 0,-1 1-1,-1 1-11,1-2 1,-1 0 0,0 0 0,0 1-1,-2 0 1,-1 0 0,-1 1 0,0 0-1,-2 1-31,10-6 1,-1 0-1,-1 1 1,-2 1-1,-1 0 1,-2 2-1,-3 1-56,14-9 0,-3 3 1,-2 0-1,-3 3 0,-3 1-49,3-2 0,-2 3 0,-4 1 0,-1 2 237,12-8 1,-3 2-1,-6 2 336,-15 10 1,-5 2 0,-1 0 163,18-11 1,-3 0-1,-3 1 1,2-2-317,8-7 1,4-1 151,-21 13 1,2-1 0,2 0-1,10-7 1,3-1 0,3-1-83,-12 10 1,2 0 0,2-1 0,1 1-1,6-2 1,2 1 0,1 1 0,2 0-50,-11 7 1,1 0-1,1 1 1,2 1 0,2 1-394,6-1 0,2 1 1,2 2-1,2 0 0,1 3 164,-10 4 0,1 1 0,1 2 0,1 1 0,2 0 1,0 2-132,6 0 0,0 1 0,2 1 0,1 2 0,1 0 0,0 2 23,-9 3 1,2 1-1,0 0 1,1 2-1,0 1 1,1 0-1,0 0 0,3 1 1,1 1-1,0 0 1,1 1-1,0 1 1,0 0-1,1 1 18,-10-1 0,1 1 0,0 0 0,0 1 0,1 0 0,0 1 0,0 1 0,0 1 0,3 1 0,1 0 0,-1 2 0,1 0 0,0 1 0,0 1 0,-1 1 0,1 1 0,0 0 0,0 1 0,0 1 0,1 1 0,-1 1 0,-1 1 0,1 0 0,-1 1 0,0 0 0,0 2 0,-1 0 0,1 1 0,-1 1 0,-1 0 0,0 0 0,-2 0 118,7 3 0,-1 0 0,-1 1 0,0 0 0,-1 0 0,0-1 0,-1-2-12,-2-1 0,0 0 0,-1-1 0,0-1 0,-1 0 0,-1-2 0,-2 0 17,4 0 0,-1-1 0,-2-1 0,-1-1 0,-1-2 0,0 0 183,8-1 1,-2-1 0,0-2 0,-2-1 0,-1 0-184,14-1 0,-1-1 0,-3-1 0,-3-1 245,-16-1 1,-3-1 0,-2 0 0,1-1 81,25-1 1,-1 0 0,-1-2-300,-5 1 0,-1-1 0,2-1-28,-17 2 0,2 0 0,0 0 0,0 0 0,-1 0 0,1 0 0,-1 0 0,2 1 0,3 1 0,1 0 0,0 0 0,-1 2 0,-5 1 0,-1 0 0,0 2 0,-2 2 0,15 4 0,-1 3 0,-3 6 0,0 5 0,-2 6 0,-4 6 0,-8 7 0,-4 6 0,-3 4 327,-3 1 1,-3 4 0,-4 4-1,-5 5 1,-4 3 0,-7 3-1,-6 0 1,-5 3 0,-7 2-250,-5 4 0,-7 1 0,-8 3 167,-8-12 1,-7 1 0,-5 2 0,-6-1-152,-9 8 1,-7-1 0,-6 1-1,-5-1-243,2-10 1,-5 1 0,-3-1 0,-4-1-1,-1-2 149,5-10 0,-2-1 0,-1 0 0,-3-2 0,0-2 0,0-2 0,-11 6 0,0-1 0,-2-3 0,-2-3 0,0-4 0,-1-3 0,-2-4 0,-1-3 0,-1-3 0,-1-3 0,-4-3 0,0-4 0,-2-2 0,-1-3 0,0-1 0,0-1 0,0-3 0,-1-2 0,-1-1 0,1-1 0,-2-2 0,0 0 0,0-2 0,-1 0 0,1-1 0,0 0 0,-1-1 0,1 0 0,1-1 0,0 1-187,7-1 0,1-1 0,0 0 1,0 1-1,1-1 187,-1 1 0,0 0 0,0 1 0,1-1 0,1 0-114,-12 2 0,1-1 0,2 1 0,3-2 114,-12 1 0,4 0 0,4-2 327,16 0 1,4-1 0,6-1-114,-1-1 0,9 0 769,-8-2 0,46-8 0,17-33-492,15-3 1,10-10-165,5-1 1,7-7 0,6-2-574,2 0 0,5-3 0,4-1 0,4 0 241,-1 5 0,4 0 1,3-1-1,2 1 1,2 0-160,-4 8 0,2-1 0,2 1 0,1 0 0,2 2 0,0 0 0,3 2 0,2 0 0,0 1 0,1 1 0,1 2 0,-1 2-33,12-5 0,0 2 1,0 2-1,0 2 0,-1 3 0,-6 4 0,0 2 1,0 2-1,-2 3 0,-2 1 124,5 1 0,-2 2 0,-2 3 0,-5 3 73,4 1 0,-5 4 0,-5 2 0,8 0 0,-11 5 983,0 5-82,-38 9 82,-17 9 0,-20 25 0,-32 46-492,12-22 1,-3 3-55,-5 10 1,0-1-438,3-6 0,4-3 0,11-17 0,5-5 0,-1 7 0,16-29 0,8-12 0,-20-10 0,3 0 0,-8-2 0,10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36.5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2057 2590 24575,'23'-30'0,"-78"86"0,13-17 0,-6 6 0,-6 7 0,-8 7 0,-1 0 0,-3 2 0,-2-1 0,0 0 0,-2 0 0,-1-1 0,1-1 0,1-3 0,1 0 0,1-5 0,8-7 0,2-2 0,1-6 0,-13 4 0,2-9 0,1-10 0,-1-8 0,-2-7 0,-2-4 0,-12 1 0,-1-1 0,1-1 0,4 0 0,14 0 0,7 0 0,-16 1 0,43 5 0,41 30 0,19 16 0,11 11 0,1-1 0,6 6 0,4 2-246,-5-8 0,3 2 0,3 0 0,2 0 36,6 5 0,2 0 0,3-2 0,0-3 210,-1-5 0,1-3 0,2-4 0,2-3 0,3-6 0,3-3 0,2-4 0,1-4 0,2-2 0,3-5 0,1-3 0,1-3 0,4-3 0,1-4 0,2-3 0,1-4-197,-14-3 0,2-2 1,0-3-1,1-3 0,-1-2 0,3-5 0,0-2 1,0-4-1,0-2 0,0-3 0,7-5 0,0-4 1,0-3-1,0-3 0,0-3 33,-12 3 0,1-3 0,-1-2 0,0-2 0,0 0 0,1-2 0,2-2 0,1-2 0,0-1 0,-1-1 0,0 1 0,-1-1 120,-4 3 0,0-1 1,-1 0-1,0 1 1,-1 0-1,-1 0 44,10-6 0,-1 1 0,-1 0 0,-2 2 0,0 1-197,-8 6 0,-1 1 1,-1 1-1,0 2 0,-1 1 99,9-4 1,0 2 0,-1 2 0,1 1 97,-2 2 0,0 1 0,1 2 0,-1 2 60,-1 1 1,1 3-1,-1 0 1,0 2-61,-1 0 0,-1 2 0,0 0 0,-1 1 0,22-6 0,0 2 0,-1 1 0,-2 0 0,0 0 0,-3 1 327,-12 4 1,-2 0 0,-4 1 43,18-3 0,-9 2 120,-26 6 1,-8 4 491,-6 5 0,-49 17 0,-62 27-520,-2 0 0,-11 6-463,5-3 0,-7 4 0,-4 3-246,9-5 0,-3 3 0,-2 2 0,-1 1 201,12-5 0,-1 1 0,-2 1 0,1 0 0,1 1 45,0 0 0,-1 1 0,1 0 0,1 0 0,2 0 0,-12 9 0,3 0 0,2 1 0,3-2-200,9-5 0,2 0 0,3 0 0,3-2 200,-7 8 0,4-1 0,4-2 0,-11 14 0,7-3 0,14-12 0,7-4 0,-8 21 0,28-19 983,14-9 0,6-1 0,6 2-369,10 1-614,18-3 0,21-5 0,26-4 0,-21-16 0,7-3 0,21-1 0,9-4-328,-10-4 0,7-2 0,3-6 116,-9-3 0,3-3 1,1-4-1,3-4 15,-10-2 0,2-3 1,1-3-1,1-3 0,1-4 33,-7 1 0,1-4 0,0-2 0,1-2 0,-1-3 0,0-1 23,-7 3 1,-1-2-1,0-2 1,0-2-1,0 0 1,-1-1-1,1 1 0,0-2 1,0-1-1,0-1 1,-1 0-1,0 0 1,-1 0-1,-1 1-23,6-6 0,-1 0 0,-1 0 0,-1 1 0,-2 0 0,-2 2-33,2-3 0,-1 0 1,-2 2-1,-2 1 0,-4 3-131,19-17 0,-6 4 0,-7 5 684,2-3 1,-10 9-357,7-5 983,-57 37 0,-69 22-696,-13 15 1,-15 9-288,2 2 0,-8 5 0,-6 4 100,22-6 0,-4 2 0,-3 3 0,-1 2 0,-1 2-100,3-1 0,-1 3 0,-2 1 0,0 2 0,-1 1 0,1-1 0,-1 2 0,-1 1 0,-1 0 0,2 2 0,0 0 0,1 0 0,2 1 0,0 0 0,1 1 0,1 1 0,2-1 0,2 1 0,-4 4 0,1 0 0,2 0 0,3 0 0,4-1 78,-4 5 0,5 0 0,3-1 1,4-1-79,-5 8 0,5-1 0,8-3 0,-2 8 0,13-3 0,17-16 0,9-1 0,4 30 0,13 12 491,8-37 1,6 1-1,8 9 1,5 0-1,8 2 1,6-2-1,5-7 1,6-5-132,11-7 0,8-9-360,20-8 0,9-12-328,-13-13 0,5-7 0,5-7 82,-6-5 0,5-7 0,3-4 0,1-5 82,-21 4 0,1-4 0,2-2 0,0-2 0,1-3 0,0-1 23,-3 0 1,-1-3-1,2-1 1,0-2-1,0-2 1,0-1-1,-1-1 18,-5 4 0,0-3 0,0 0 0,1-2 0,-2 0 0,1-1 0,-2 0 0,-1 1-18,7-7 1,0-1-1,-2 0 1,0-1-1,-2 1 1,-1-1-1,-1 1-23,5-6 0,-2 0 0,-1 0 0,-2 1 0,-2 0 0,-3 1-33,2-3 0,-2 1 1,-2 1-1,-3 1 0,-4 3-131,14-18 0,-5 3 0,-6 4 243,7-7 0,-12 7 85,-2-8 983,-34 40 0,-15 21 0,-15 11 0,-35 3-492,-1 3 1,-10 2-1,-24 5 1,-10 7-165,8 5 1,-6 7 0,-3 5-445,11 0 1,-3 4 0,-2 4-1,0 2 117,11-2 0,-2 3 0,0 2 0,0 1 0,0 1 0,0 2 0,0 0 0,0 2 0,1 0 0,2 0 0,4-1 0,1 1 0,1 0 0,2 0 0,2 0-246,-8 7 0,3 0 0,2 0 0,3 0 209,-7 10 0,4 0 1,5-1 36,12-9 0,3-1 0,6-2 0,-2 9 0,10-2 0,12-10 0,7-1 0,3 46 491,8-40 1,4 3-1,6 8 1,5 2-1,6 1 1,5-2-114,5-6 0,8-7-378,9-9 0,9-9 0,13-9 0,10-11 0,-6-10 0,6-7 0,5-6-246,-1-4 0,4-5 0,4-5 0,2-5 49,-4-1 0,4-5 1,1-3-1,1-3 0,2-3 56,-19 7 1,1-2-1,1-1 1,0-2-1,1-2 1,0 0-1,0-2 0,5-5 1,2-1-1,-1-2 1,0-1-1,1-1 1,-1-1-1,-1-1 18,-9 5 0,0-1 0,0-1 0,0 0 0,-1-1 0,-1 0 0,0 0 0,-2 0-18,6-4 1,-1-1-1,-1 1 1,-1-1-1,-1 0 1,-2 0-1,-2 0-23,5-5 0,-1 0 0,-2-1 0,-2 1 0,-2 0 0,-3 2-33,1-4 0,-2 1 1,-3 0-1,-3 2 0,-3 1-49,0-2 0,-3 1 0,-4 2 0,-2 1 103,4-8 1,-4 3-1,-5 2 634,0-6 1,-8 5 419,-2-26 72,-47 23 0,-68 14-492,5 31 1,-14 7-165,10 5 1,-7 2 0,-3 5-102,14 4 0,-3 2 0,-1 4 1,0 3-227,-4 6 0,-1 4 0,1 4 0,3 4 0,4 2 0,2 4 0,3 4 0,3 5 0,4 3 0,3 5 0,4 3 0,2 2-88,7-2 1,4 3-1,2 1 1,4 1 87,-7 18 0,6 2 0,5 1 0,3 0 0,5 1 0,4 0 0,8-5 0,4 0 0,3-1-103,3-1 1,3 0 0,2-2 102,3 28 0,6-3 0,4-8 0,6-4 0,4-8 0,7-5 0,2-15 0,5-5 491,0-10 1,4-6-114,3-6 0,5-6 113,9-6 1,7-6-427,19-1 0,7-8-65,-14-7 0,3-5 0,3-5-246,-9-2 0,2-4 0,2-3 0,0-4 66,13-8 1,2-4 0,1-5 0,2-3-18,-9 0 0,1-3 1,1-3-1,2-3 0,-1-1 56,-16 10 1,0-1-1,0-2 1,1-1-1,1-1 1,-1-1-1,1-1 0,5-4 1,0-2-1,1-1 1,0-1-1,0-2 1,-1 0-1,0-1 18,-7 6 0,0-2 0,1 0 0,-2-1 0,1-1 0,-1 0 0,0-1 0,-1 0 0,0-1 0,0-1 0,0 0 0,-1-1 0,-1 0 0,0 0 0,-1-1 0,-1 1 0,-3 2 0,0-1 0,0-1 0,-1 1 0,-1 0 0,-1 0 0,-1 0 0,-1 1-18,2-3 1,-1 0-1,-1 0 1,0 1-1,-2 0 1,-2 2-1,-1 0-56,11-12 0,-3 0 1,-1 1-1,-3 4 0,-2 2 122,-1 0 1,-3 3 0,-2 3 0,-4 5 74,16-25 0,-10 11 983,4-11 0,-74 76-706,-24 35 1,-11 22-278,-5 4 0,-5 9 0,-3 7 196,14-12 1,-1 5-1,-1 4 1,-1 3 0,0 2-157,4 0 0,-2 2 0,1 4 0,0 1 0,1 3 0,2 0-166,5-5 1,0 1-1,1 2 1,0 2-1,2-1 1,1 1-1,2-1 126,-3 10 0,1 1 0,1 1 0,3-1 0,1-1 0,4-2 0,-1 8 0,2-1 0,3-1 0,4-2 0,2-5-35,3 1 1,2-2-1,5-5 1,5-5 34,2-3 0,6-6 0,10-5 0,21 9 0,18-14 0,27-20 0,14-15 0,-12-10 0,6-6 0,3-4 245,-13-5 1,2-3 0,2-2 0,-1-4-51,0-2 1,0-3-1,-1-2 1,0-3-196,-4-1 0,0-3 0,-2-3 0,0-3 0,1-3 0,-1-3 0,0-3 0,-3-1 0,-2-1 0,-2-3 0,-1-1 0,-1-3 0,-2-3 0,0-3 0,-3-2 0,-2 0 0,14-18 0,-4-3 0,-4 1 327,-12 7 1,-3 1 0,-4 1 163,10-20 1,-6 5-1,-13 22 1,-5 5 491,7-29-922,-18 11-61,-11-9 491,-3 27 1,-2-3-287,2-9 0,-2-2-30,0-2 0,-1 2-175,-1 7 0,-1 5 0,-3-21 0,-1 34 0,1 23 0,1 11 0,-7 2 0,-16 2 0,-47 3 0,6 11 0,-12 10 0,2 9 0,-7 9 0,-4 9-197,20-5 0,-2 6 1,-2 4-1,-2 5 0,1 4 56,11-6 1,-2 4-1,0 3 1,0 2-1,0 3 1,0 0-1,1 1 18,5-4 0,0 2 0,0 1 0,0 1 0,0 1 0,2 1 0,0 0 0,1-1-18,-6 10 1,0 1-1,1 1 1,2 0-1,0 0 1,2-2-1,2-1-23,-1 3 0,1-1 0,1 0 0,2-3 0,3-1 0,3-3-82,-6 11 0,4-3 0,3-4 0,5-5-82,1-1 0,6-5 0,4-7-656,-11 30 545,33-49 1422,7-12 0,11 2 0,12 3 0,16 2 0,36-6-492,-14-16 1,8-4-165,-1-3 1,7-4 0,4-4-574,3-4 0,4-3 0,5-4 0,2-2 129,0-2 0,3-4 1,2-1-1,3-4 0,1-1-24,-18 3 1,1-1-1,2-2 1,1-2-1,1 0 1,0-2-1,-1-1 18,-4 1 0,1-1 0,1-1 0,-1-1 0,1-1 0,0-1 0,-1-1 0,0 0 0,1-1 0,0-2 0,0 0 0,0 0 0,-1-2 0,0 0 0,-1-2 0,-1 1 0,-1-1 0,-2-1 0,0-1 0,0 0 0,-2-1 0,0 0 0,-1-2 0,-2 0 65,8-8 1,-1 0 0,-2-1 0,-1-1 0,-1-1-1,-1-2 1,-1 0-84,-3-2 1,0 0-1,-1-2 1,-2-1-1,-1-1 1,-1 1-1,-2-1 0,-4 4 1,-1-1-1,-1 0 1,-1-1-1,-2 1 1,0 0-1,-1 1-23,5-7 0,-1 0 0,-1 0 0,-1 1 0,-1 2 0,-2 1-33,4-3 0,-1 1 1,-2 2-1,-1 2 0,-2 4 436,1 1 0,-3 4 0,-1 2 0,-1 5-239,4-3 0,-3 4 0,-3 6 491,0 3 1,-5 7 491,2 2 0,-24 23 0,-12 15 0,-9 33-492,-7 13 1,-3 13-165,-3 8 1,-1 10 0,-1 7-391,3-16 0,0 6 0,-1 3 0,0 3 0,-1 3 63,0 1 0,0 5 0,-2 2 0,1 1 0,0 2 0,1-1 0,1-11 0,1 1 0,0 1 0,0-1 0,0 1 0,0 0 0,0-1 0,1-1 0,-1 0 0,1 0 0,0 0 0,0-1 0,1-2 0,-1-2 0,-3 21 0,0-2 0,1-2 0,0-4 0,1-4-142,0-3 1,1-3 0,1-5 0,0-4 141,0 4 0,-1-5 0,3-8 0,1-6 0,3-8 0,1 8 0,6-25 0,0-9 983,0-7 0,1-7 0,9-5 0,12-4-601,23-4-382,25 0 0,25-12 0,-38-3 0,0-6 0,5-9 0,-2-6 0,4-12 0,-3-7 0,0-9 0,-4-5 0,-1-6 0,-4-2 0,-4-1 0,-4-1 0,-6 9 0,-3 2 0,-7 13 0,-2 4 0,9-24 0,-11 24 0,-10 15 0,-3 10 0,-6 9 0,-2 6 0,3-5 0,3-11 0,7-17 0,6-14 0,7-8 0,5-1 0,1 8 0,-1 9 0,-5 16 0,-6 8 0,-5 8 0,-6 5 0,-4 5 0,-3 4 0,-2 28 0,6 14 0,9 39 0,-2-26 0,4 3 0,6 8 0,4 3 0,4 4 0,1 1 0,1 2 0,1-4 0,-7-13 0,-1-3 0,9 19 0,-19-31 0,-12-24 0,0 1 0,4 14 0,8 18 0,4 13 0,1 2 0,-4-17 0,-7-16 0,-7-15 0,-5-6 0,-1-4 0,0 5 0,0 3 0,0 12 0,0 3 0,0 1 0,0-5 0,0-8 0,3-2 0,6 9 0,7 13 0,5 11 0,0 0 0,-3-6 0,-6-15 0,-4-9 0,-3-6 0,-3 0 0,0 6 0,2 3 0,1 1 0,2-7 0,1-3 0,-1-1 0,2-1 0,2 4 0,2 0 0,-1 1 0,-4-2 0,-5-3 0,-23-26 0,0 0 0,-25-22 0,3 9 0,-6-3 0,-3-3 0,-1-2 0,7 3 0,8 4 0,16 9 0,11 4 0,7 3 0,3-3 0,-1-9 0,1-17 0,0-15 0,0-6 0,0 2 0,0 13 0,0 9 0,0 9 0,0 1 0,0-1 0,0-2 0,0-5 0,0 1 0,0 5 0,0 4 0,0 5 0,0 0 0,0 1 0,0 4 0,0 3 0,0-1 0,0-2 0,3-9 0,4-7 0,1 3 0,1 1 0,-3 11 0,-3 4 0,-1-4 0,-2-2 0,0-11 0,2-3 0,1 3 0,0 2 0,1 9 0,0-2 0,0-2 0,2-6 0,2-3 0,-2 1 0,1 4 0,-2 13 0,-3 13 0,-1 29 0,-1-12 0,0 12 0,-5-63 0,-2-15 0,-2-11 0,-4-27 0,-1-6 0,-2 1 0,1 1 0,1 9 0,2 9 0,-4 2 0,7 37 0,4 14 0,-2-1 0,-3-7 0,-4-4 0,0 3 0,2 9 0,6 9 0,8 2 0,12-6 0,16-12 0,19-19 0,11-10 0,-23 23 0,0-1 0,31-30 0,-12 18 0,-15 16 0,-20 22 0,-3 7 0,3 3 0,22 1 0,29 0 0,-23-1 0,4-2 0,7 0 0,2-2 0,-5-1 0,-1 0 0,34-8 0,-31 3 0,-29 3 0,-14 4 0,-6 3 0,-1 1 0,8 0 0,12 0 0,11 0 0,7 0 0,-3 0 0,-4 0 0,-8 0 0,-6 0 0,-5 0 0,-5 1 0,0 4 0,2 5 0,6 7 0,12 10 0,17 7 0,13 6 0,2-2 0,-11-9 0,-18-10 0,-18-8 0,-11-3 0,-6-3 0,-1 8 0,2-1 0,4 5 0,1 2 0,3 3 0,2 1 0,-2-1 0,0-5 0,-5-6 0,-4-3 0,1 1 0,2-1 0,4 8 0,6 4 0,-2 3 0,-2-1 0,-5-5 0,-4-4 0,-2 0 0,-2 1 0,0 0 0,0-1 0,0-3 0,0-2 0,0 1 0,0 0 0,0 2 0,0-2 0,0 0 0,0 1 0,0-2 0,0 3 0,0 4 0,0 5 0,0 3 0,0 2 0,0-2 0,0-4 0,0 0 0,0-4 0,0-1 0,0-3 0,0-3 0,0-2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46.96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19771 11464 24575,'-73'1'0,"0"0"0,0 1 0,-12-1 0,-2 0 0,-2 0 0,14-1 0,-3 0 0,-1 0 0,1 0-246,-4 0 0,-1 0 0,1 0 0,2 0 67,-15 0 1,3 0 0,4 0 178,14 0 0,3 0 0,3 0 246,-11-1 1,9 2-247,-4 4 252,17 24-252,-7 33 0,21-12 0,-4 7 0,-13 17 0,-2 6-188,19-23 1,-1 2 0,1 0 187,-1 2 0,0 1 0,2-2 0,-13 20 0,6-4 376,15-18 0,4-4-376,-5 17 0,25-35 0,14-20 0,18-7 0,30-2 584,35 0-584,-25-2 0,5 0 0,11-1 0,5 0 0,7 0 0,1-1 0,2 0 0,-1-1 0,-5-1 0,-2 0 0,-9-1 0,-3-1 0,-8-1 0,-3-2 0,-8-1 0,-1-2 0,-3-2 0,1-1 0,6-3 0,2 1 0,9-1 0,5 1 0,15 2 0,5 1 0,-25 4 0,2 1 0,0 1 0,1 1 0,1 1 0,-2 0 0,28 1 0,-4 0 0,-21 0 0,-6 1 0,25 3 0,-45 3 0,-23 4 0,-7 7 0,11 14 0,24 19 0,-11-18 0,6-1 0,14 3 0,4-3 0,8-4 0,2-4 0,2-6 0,-1-4 0,-11-5 0,-4-4 0,29-6 0,-41-16 0,-29-12 0,-15-13 0,-22-9 0,-22-13 0,-21-12 0,25 36 0,1 0 0,-26-36 0,17 11 0,21 13 0,18 0 0,42-6 0,8 23 0,11 3 0,20-3 0,10 4 0,-16 12 0,3 3 0,2 2 0,2 2 0,0 3 0,-1 2 0,23 1 0,-5 3 0,-20 2 0,-9 2 0,7 5 0,-48 7 0,-20 8 0,-9 5 0,-9 5 0,-11 1 0,-6-1 0,2-5 0,7-8 0,10-6 0,5-2 0,5-2 0,1 1 0,0 7 0,0 8 0,-13 17 0,-42 20 0,3-27 0,-15 1 0,-10-1-197,1-4 0,-10 0 1,-8-1-1,-6 0 0,-4-1 87,25-8 1,-4-1 0,-3 0 0,-3-1-1,-2 0 1,-3 0 0,-2-1 0,-1-1-1,-1 0 28,7-3 0,-1 0 0,-3 0 0,-1-1 0,-1 0 0,-3 0 0,0-1 0,-1-1 0,-2 0 0,0-1 0,0 0 0,-1 0 16,12-2 0,-2 0 1,0-1-1,-1 0 1,-2 0-1,1-1 1,-2 0-1,1 0 1,-2-1-1,1 0 1,-1-1-1,1 0 1,-1 0-1,1-1 0,0 0 4,5-1 1,-1 0-1,-1-1 1,1 0-1,-1-1 1,1 0-1,-1 0 1,0-1 0,0 0-1,0 0 1,0 0-1,1-1 1,-1 0-1,1 0 1,0-1-1,1 1-4,-5-1 0,0-1 1,1 0-1,-1 0 1,0 0-1,1-1 1,-1 0-1,1 0 1,1 0-1,-1-1 1,1 1-1,0-1 1,1 0-1,1-1 0,-1 1-5,0 0 1,0-1 0,0-1 0,0 1-1,1-1 1,0 0 0,0 0 0,1 0 0,1 0-1,0 0 1,1 0 0,2 0 0,0-1-1,1 1-19,-11-1 1,2-1-1,0 1 1,2-1 0,0 0-1,2 0 1,0 0 0,2 1-1,0 0 1,2 0-1,0 2-20,-5-1 1,0 0 0,2 1 0,0 1-1,2-1 1,2 1 0,1 1 0,2 0-1,3 0-54,-18 0 0,3 0 0,2 1 0,4 0 0,4 2 0,3 0-82,-8 1 0,5 2 0,4 1 0,4-1-82,-4 0 0,5-1 0,7 2 819,1 0 1,11 1 461,-8 3 30,38 5 0,18 2 0,9-1 0,3 5 0,29 17-492,11 0 1,12 4-165,3-2 1,7 1 0,7 1-219,1-2 1,6-1 0,5 0 0,2-1-110,-4-4 0,3-1 0,2-1 0,3-1 0,1-3-164,-8-3 0,3-2 0,1-2 0,1 0 0,0-2 0,1-1 0,5 0 0,1-2 0,1-2 0,0 0 0,0-1 0,-1-1 0,-4-2 0,1 0 0,-1-1 0,-1-1 0,-1-1 0,-1 0-33,10 0 0,0-1 1,-2 0-1,-3-1 0,-2-1 18,4 0 0,-3 0 1,-3-1-1,-6-1 179,0 0 0,-6-1 0,-6 0 0,2-1 0,-12-1 983,-7-4-76,-42 8-416,-51 1 1,-31 2-1,-18 1 1,-15 2-296,31-1 1,-8 1-1,-6 1 1,-4-1 0,-2 0-338,11 0 1,-3-1-1,-2 1 1,-2-1-1,-2 1 1,0-1-1,-2 0 18,4 0 0,-2 0 0,-2 0 0,0 0 0,-1 0 0,0-1 0,1 1 0,1-1 6,3 0 0,0 0 0,-1 0 0,1 0 0,1-1 0,0 1 0,2-1 0,2 0-47,-18-1 0,2 0 0,1 0 0,3 0 0,2 0 0,5 0-33,3 0 0,3 0 1,3 0-1,3 0 0,2 0 14,-27 0 0,5 0 1,3 0 182,10 0 0,4 0 0,3 0-23,-20 0 1,4 0 22,8 0 0,1 0 0,-6 0 0,-2 0 0,26 0 0,-1 0 0,-1 0 327,-4 0 1,-1 0 0,-2 0-1,-8 0 1,-1 0 0,-2 0-1,-7 0 1,-1 0 0,-2 0-83,19 0 1,-2 0 0,0 0 0,-1 0-16,-5 0 1,-1 0 0,-1 0-1,2 0-230,4 0 0,1 0 0,1 0 0,0 0 0,-20 0 0,0 0 0,2 0-49,6 0 1,0 0-1,3 0 49,6 0 0,3 0 0,-1 0 0,2 0 0,1 0 0,1 0 30,-24 0 1,5 0-31,16 0 0,4 0 338,12 0 1,3 0-339,5 0 0,0 0 491,-5 0 1,-1 0-267,-6 0 0,-2 0-225,-13 0 0,-3 0 0,-10 0 0,-4 0 66,27 0 1,-1 0 0,-2 0-67,-2 0 0,-2 0 0,1 0 0,3-1 0,1-1 0,2 0 0,-27-1 0,6-2 0,18-1 0,7 0 0,15-1 0,4-1 0,-28-5 0,0-2 0,20 5 0,-8 1 0,-20-2 0,-8 0-9,23 3 1,-3 1 0,-2 0 8,-8 1 0,-1 1 0,1 1 0,5 0 0,1 1 0,3 0 0,-22 0 0,6 0 0,18 1 0,9 0 0,-12-3 0,41 0 0,16 4 0,2-1 775,-13 2-775,-19 0 0,-22 0 0,-14 0 0,0 0 0,11 0 0,17 0 0,19-2 0,16-1 0,10-5 0,6-4 0,2-10 0,-3-18 0,-3-30 0,3 18 0,1-5 0,-4-17 0,1-4 0,-1-16 0,-1-4-254,4 25 1,0-1-1,0-2 254,0-3 0,0 0 0,0 0 0,0 1 0,1 1 0,-2 0 0,0 4 0,-1 1 0,-2 1-103,-6-26 0,-5 2 103,-6 4 0,-7 0 0,6 27 0,-3 1 0,-4-1-328,-7-5 0,-4 0 0,-3 0 319,-6-4 0,-3 1 1,-2 0 8,-5-2 0,-2 1 0,0 3 0,1 5 0,0 3 0,1 4 0,11 10 0,2 2 0,2 5 0,-9-4 0,6 8 0,-7 5 713,35 28-713,16 31 203,7 41-203,3-14 0,0 4 491,0 10 1,0 0-453,0-4 0,0-3-39,0 29 0,2-34 0,2-22 0,2-9 0,3 0 0,-1 2 0,0 7 0,2 11 0,2 14 0,2 17 0,-5-28 0,0 3 0,-1 5 0,-1 2 0,1 5 0,0 1 0,0 2 0,1 1 0,-1 4 0,2 3 0,3 9 0,5 4 0,0-17 0,4 2 0,4 3-328,11 13 0,6 3 0,4 0 164,-6-20 1,2 0 0,2-1 0,3-2 163,2-2 0,3-1 0,1-3 0,4-3 0,0-6 0,2-3 0,3-4 0,2-5 0,1-7 0,2-4 0,2-4 0,4-4 0,12-2 0,4-4 0,4-4 0,3-5-164,-18-4 0,3-4 0,2-2 0,2-2 0,2-2 0,1-3 23,2-1 1,1-3-1,3-1 1,1-3-1,2-1 1,1-2-1,1-2 31,-11 3 1,2-2 0,1-2 0,1-1-1,1 0 1,1-2 0,0-1 0,0 0-1,0-2 11,-5 2 1,1-2 0,1-1-1,-1 0 1,1-2 0,0 0-1,0 0 1,0-1 0,-1 0-1,0-1 0,0 0 1,0-1 0,-1 0-1,1 0 1,-1-2 0,0 1-1,0-1 1,-1 0 0,0-1-1,-1 0 0,-3 1 1,0 0 0,0-1-1,-1 0 1,0-1 0,-1 0-1,0 0 1,-1 0 0,-1-1-1,0 1-11,2-3 1,0-1 0,-1 1 0,0-1-1,-2 0 1,1 0 0,-2-1 0,0 1-1,0-1-13,6-4 0,-1 1 0,-1-1 0,0 0 0,-1 0 0,0-1 0,-1 0 0,0 0 0,-2 0 0,0 0 0,-2 0 0,1-1 0,-1 0 0,1-1 0,-1-1 0,1-2 13,-3 3 1,-1-2 0,0-1 0,1 0-1,-1-1 1,1-1 0,1-2 0,-1 0-1,1-1 11,-1 1 1,0-2 0,0 0-1,1-1 1,-1-2 0,2 0-1,-1 0 1,0-1 0,0-1-1,-1 0 9,-3 3 1,-1 0-1,1-1 1,-1-1 0,1 0-1,-1-1 1,0 0 0,1 0-1,0-1 1,0 0-1,0 0 8,-4 2 0,2 0 0,-1-1 0,0 0 0,1 0 0,0-1 0,-1 0 0,1 0 0,-1 0 0,0 0 0,0 1 0,-1-1 0,-2 1 0,1 1 0,-1-1 0,0 0 0,0 0 0,0 0 0,-1 0 0,0 0 0,0 1 0,1-1 0,-1 1 0,-1-1 28,6-3 0,-1-1 1,0 1-1,0-1 0,0 1 1,-1 0-1,1 0 1,-1 0-1,1-1 0,-1 1 1,1-1 53,0 0 0,0 0 0,0 0 0,0 0 0,0-1 0,0 1 0,-1-1 0,1 1 0,-1 0 0,0 0 0,-1 0-35,-2 3 0,0 0 1,-1 0-1,0 0 1,0 0-1,0 0 1,0 0-1,-1 1 0,0-1 1,-1 0-1,0 1 35,4-5 0,0 0 0,-1-1 0,1 1 0,-2 0 0,1 0 0,-2 1 0,1 0 0,-2 0 0,0 2 61,1-2 1,-1 0 0,-1 1-1,0 0 1,0 1 0,-2 1-1,1 0 1,-1 1 0,0 1-62,2-2 0,0 0 0,-1 1 0,0 1 0,-1 0 0,0 2 0,0 1 0,0 2 163,10-10 1,-1 1 0,0 1 0,0 3 0,0 2 0,1 3-120,7-3 0,0 3 1,0 2-1,1 3 1,1 0 151,0 2 1,1 1-1,1 2 1,0 1 0,0 2-45,-2 4 0,1 1 1,-1 2-1,2 1 1,0-1-153,5-3 0,0 2 0,1-1 0,0 0 0,1 0 196,1 0 1,1 0-1,0 0 1,0 0 0,-1 0-1,1 0 1,0-1-1,0 0 1,-1 1 0,-1 0-183,-2 2 0,-2 0 0,1 1 0,-2 0 1,0 0 181,-6 2 1,-1 1-1,0-1 1,-2 1 0,1 1-19,13-7 1,0 0 0,-2 1 0,0 1-179,-4 3 0,0 1 0,-2 0 0,0 1 245,-4 2 1,-2 1 0,0 1 0,-1 1-134,18-5 1,0 2 0,-3 2 214,-9 4 1,-2 1 0,-2 3 24,20-3 0,-6 4 139,-18 8 1,-7 3 491,21 2 0,-35 11 0,-21 21-318,-11 54-665,-14-16 0,-5 13 0,-6 4-246,-6 4 0,-5 5 0,-5 5 0,-4 3 82,1-16 0,-3 3 0,-3 3 0,-3 1 0,-2 1 0,-1 0 23,1-4 1,-3 1-1,-1 2 1,-2-1-1,-1 1 1,-2-1-1,-1 0 18,4-10 0,-2 1 0,-1-1 0,-1-1 0,-1 1 0,0 0 0,0-1 0,1 1 0,-1-1 0,0 1 0,0 0 0,0 0 0,0-1 0,0 1 0,0-1 0,1-1-17,-5 8 1,0 0 0,0-1 0,1 0 0,0-1 0,1 1 0,1-1-2,1-3 1,1 1-1,0-1 1,1 0-1,1-1 1,2 0-1,0 0-23,-1 4 0,1 0 0,1-1 0,2 0 0,1-2 0,2 0-33,-1 5 0,1 0 1,2-1-1,3-2 0,2-2 123,0 6 1,3-3 0,3-1-1,3-3 401,1 9 1,4-4 0,2-3 84,-1 18 1,9-7 78,12-18 1,13-8-1,15-10 1,13-9-1,26-5 1,14-10-269,-11-9 0,7-5 1,5-5-102,-4-5 1,4-3-1,4-5 1,3-6-123,-17-1 0,2-4 0,2-4 0,3-2 0,0-3 0,1-3-141,3-4 1,1-2-1,1-4 1,2-3-1,0-2 1,1-2-1,0-2 31,-11 3 1,1-2 0,1-2 0,0-1-1,1-3 1,-1 0 0,1-2 0,-1-1-1,0-1 11,-5 2 1,0-2 0,1-1-1,-1-1 1,1-1 0,-1-1-1,0-1 1,0 0 0,-1 0-1,0 0 0,0-2 1,0 0 0,0 0-1,-1-2 1,0 1 0,0-2-1,-1 1 1,0 0 0,-1-1-1,-1 1 0,-3 2 1,0-1 0,-2 0-1,1 0 1,-1 0 0,-1-1-1,0 1 1,-1 0 0,-1 1-1,-1 0-11,3-3 1,0 0 0,-1 0 0,-1 1-1,-1-1 1,0 2 0,-2 0 0,-1 0-1,0 2-31,6-8 1,0 0-1,-2 2 1,-1 0-1,-2 2 1,-1 0-1,-2 2-56,11-12 0,-3 1 1,-1 3-1,-3 1 0,-3 4-49,2-1 0,-4 3 0,-1 3 0,-3 3 573,3 0 1,-3 3 0,0 3 163,21-15 1,0 6-213,1 7 1,1 3-280,3 4 0,2 1 0,-23 13 0,0 0 0,1 0 0,3-1 0,0 0 0,0 1 0,25-14 0,-2 0 0,-6 0 0,-5 0 491,-16 10 1,-6 2 491,14-13 0,-40 29-492,-64 57 1,-28 27-165,18-18 1,-3 4 0,-5 7-132,-1 2 1,-6 8-1,-4 4 1,-1 2 0,1 1-34,6-7 1,-1 3 0,-1 0 0,0 2 0,0 0 0,0 1-138,7-8 1,-1 1-1,0 1 1,0 0 0,0 0-1,1 0 1,1-1-27,-7 9 0,1 0 0,0-1 0,1 0 0,2-2 0,1-3-162,0 1 0,2-1 1,1-3-1,3-2 0,2-3 162,-10 14 0,4-4 0,6-6 0,-2 3 0,9-9 0,4 3 0,25-34 0,9-2 983,2 10 0,14 31-492,3-16 1,6 4-1,8 13 1,6 3-41,11 7 1,5 0-452,4 0 0,4-2-225,-15-25 0,2-1 0,1 0 225,4 1 0,2 1 0,0 2 0,4 8 0,0 3 0,0 5-246,-11-8 0,0 4 0,-2 3 0,-1 4 49,-6-5 0,-2 4 1,-1 2-1,-2 2 0,-1 1 135,-1 4 1,-1 2 0,-2 1 0,-1 0 0,-1 0 61,-3-3 0,-1 0 0,-1 0 0,-1-1 0,-3-3 0,1 7 0,-2-2 0,-2-2 0,-2-7 0,4 32 0,-4-14 0,-4-32 0,-2-10 0,-1-1 0,-24-38 298,-29-22 1,-18-13-299,-11-3 0,-11-5 0,-6-4 0,20 8 0,-3-3 0,-4-1 0,-1-1 0,-3-1-164,1 1 0,-2-3 0,-2 0 0,-2-1 0,-2 0 0,1 2 23,5 2 1,-1 0-1,-2 1 1,0 0-1,0 0 1,1 1-1,1 1 134,-9-3 0,0 1 0,1 1 0,2 1 0,0 1 0,2 2-190,-6-2 0,1 2 1,2 2-1,3 2 0,5 2 145,3 4 0,2 1 0,5 3 0,9 3 52,-9 1 0,12 4 0,-16 1 0,37 4 0,24-1 983,30-12 0,53-21-492,0 1 1,12-5-165,-1 0 1,8-4 0,3-2-302,-9 5 1,4-1 0,1-2 0,0 1-103,1-1 0,2-1 0,-1 0 1,0 1 75,-3 2 0,0 0 0,-2 1 0,-2 3 0,8-4 0,-4 4 0,-5 3 0,9-2 0,-9 6 0,-22 9 0,-8 5 0,-7 6 0,-24 14 0,1 28 0,29 55 0,-2-8 0,8 11-44,-4-11 1,5 5 0,3 3 43,-7-14 0,2 2 0,2 0 0,0 1 0,4 3 0,1 1 0,1-1 0,2 0 0,-12-16 0,2-1 0,1-1 0,-1 0 0,0-1 0,9 10 0,-1-1 0,1-1 0,-1-2 0,-3-4 0,0-2 0,-1 0 0,-1-2-226,12 12 1,-3-2-1,-1-3 226,-9-8 0,-3-3 0,1 0 0,-2-2 0,0-2 0,-1 1-102,20 21 1,-2 0 101,-1-1 0,-1-1 0,-7-6 0,-4-2 0,-10-13 0,-4-5 0,11 14 983,-27-30-111,-12-25-132,-20-52-740,-10-21 0,-7-17 0,6 21 0,-1-6 0,-2-4 0,-1-1-246,-3-13 0,-2-3 0,0-2 0,0 0 49,5 15 0,0-1 1,0-1-1,1 1 0,1 2 185,-2-9 0,1 1 0,1 1 0,4 3-252,-2-15 1,3 4 0,5 1 263,4 7 0,3 1 0,8 3 0,8 4 0,6 1 0,7 1 0,8-5 0,6 1 0,6 2 0,8 2 0,6 3 0,4 2 0,5 0 0,5 2 0,1 3 0,0 5 0,1 4 0,1 4 0,-4 7 0,0 3 0,-1 3 0,-7 6 0,-1 2 0,-3 3 0,12-2 0,-5 5 0,21-6 0,-39 16 0,-26 11 983,-14 5 0,-11 15 0,-18 43-938,6 15 0,1 19-45,5-16 0,2 7 0,1 9 0,0 6-141,2-17 1,0 6-1,1 5 1,0 3-1,1 2 1,0 3-1,0 0 31,0-9 1,1 3 0,0 2 0,0 1-1,1 2 1,0 1 0,0 1 0,1 0-1,0 1 20,1-11 1,-1 1-1,2 1 1,-1 1 0,1 0-1,1 1 1,-1 0 0,1 0-1,0 0 1,0-1-1,1-1 0,0-1 1,0 0-1,1 0 1,-1 0 0,1 0-1,0 0 1,1-1 0,0-1-1,0-1 1,0-2-1,1-1-33,2 17 0,1 0 0,0-3 0,1-1 0,0-1 0,0-3 0,1-1 0,-1-2-18,1-2 1,1-1-1,1-2 1,-1-1-1,0-4 1,0-2-1,-1-5-105,5 23 0,-1-5 0,-1-6 0,-1-7-82,-2-3 0,-1-7 0,-1-8 131,-3-3 0,-2-13 1,-2-12-1,-4-22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50.6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8679 90 24575,'-88'0'0,"9"0"0,20 0 0,10 0 0,17 0 0,12 0 0,1 0 0,-16 0 0,-33 2 0,15 3 0,-6 1 0,-12 3 0,-2 0 0,-3 2 0,2 0 0,8-1 0,5 0 0,-24 2 0,39-5 0,27-2 0,11-2 0,5 2 0,-5 4 0,1-2 0,-3 2 0,2-4 0,-1-4 0,-13 0 0,-25-1 0,-36 0 0,24 0 0,-4 0 0,-6 0 0,-1 0 0,2 0 0,3 0 0,13 0 0,4 0 0,-15 0 0,33 0 0,17 0 0,-1 0 0,-12 0 0,-21 0 0,-20 0 0,-10 0 0,4 0 0,16 0 0,17 0 0,18-1 0,8-1 0,3 1 0,-9-1 0,-26 2 0,-33 0 0,26 0 0,-4 0 0,-9 0 0,-2 0 0,-2 0 0,-1 0 0,4 0 0,1 0 0,3-1 0,1-1 0,3-3 0,0 0 0,0-1 0,-1 0 0,-3-1 0,0-1 0,-2 0 0,-1 1 0,1 2 0,0 0 0,4 1 0,2 0 0,6 2 0,3 0 0,-32 0 0,21-1 0,13 0 0,5 2 0,-6 1 0,-14 0 0,-13 0 0,-13 0 0,-10 0 0,3 0 0,-2 0 0,10 0 0,9 0 0,7 0 0,9 0 0,0 0 0,-3 0 0,-5 0 0,-6 0 0,-4 0 0,1 0 0,6 0 0,9 0 0,11 0 0,4 0 0,-7 0 0,-17 0 0,25 1 0,-4 2 0,-11 2 0,-2 0 0,-7 4 0,-3 1 0,-4 1 0,0 1 0,3-1 0,1 0 0,4-1 0,2-1 0,6-4 0,2 0 0,9-2 0,2-1 0,-39 0 0,12-3 0,10-2 0,7-6 0,11-1 0,9-3 0,5 0 0,0 0 0,-7-3 0,-4 0 0,-9 1 0,-2 2 0,-2 4 0,-5 3 0,-2 3 0,-10-1 0,-11-1 0,-7 1 0,-2 0 0,3 0 0,16-2 0,16-2 0,11 2 0,11-1 0,7 2 0,5 3 0,7 0 0,5-1 0,2-7 0,3-6 0,4 5 0,0-1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04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676 773 24575,'-5'-2'0,"0"0"0,1 0 0,0-1 0,0-1 0,-1-1 0,-3 0 0,-1-2 0,-1 0 0,-2 0 0,1 1 0,-1 0 0,2 1 0,3 2 0,3 1 0,1 0 0,0 0 0,-2-2 0,-2-1 0,-3-2 0,0 2 0,1 1 0,2 2 0,3 1 0,2 0 0,-1 0 0,0-1 0,-1 0 0,-2-1 0,1-1 0,1-1 0,2 1 0,1 0 0,0-1 0,1-1 0,0-1 0,2-3 0,2-3 0,3-4 0,1-3 0,0 0 0,-1 0 0,-2 2 0,-1 1 0,-2 2 0,-1 2 0,-1 0 0,0 2 0,0 3 0,0 1 0,0 1 0,0-1 0,0 1 0,0 0 0,0 0 0,-1 1 0,0 1 0,-2 0 0,-2 0 0,-1 1 0,-1 0 0,0 0 0,-2-2 0,0 0 0,-2-1 0,2 0 0,0 1 0,1 1 0,2-1 0,-1 1 0,1-1 0,1 0 0,0 0 0,2 1 0,0-1 0,-1 0 0,1-2 0,0-1 0,-1 0 0,1 0 0,1-1 0,0 1 0,-1 0 0,1 0 0,0 0 0,0 0 0,0 0 0,1-1 0,0-2 0,0 0 0,1 0 0,0 1 0,0-1 0,0 2 0,0-1 0,0 1 0,0 1 0,0 0 0,0 2 0,0 1 0,0 1 0,0 1 0,0 0 0,-2 0 0,0 1 0,-3-1 0,-3 1 0,-2-1 0,-6-1 0,-2-1 0,-4 1 0,-2-1 0,-2 1 0,-3 1 0,-1-1 0,1 1 0,2-2 0,4 0 0,3 1 0,3-1 0,0 1 0,2-1 0,3 1 0,3 1 0,3 1 0,4-1 0,2 2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09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24575,'0'17'0,"0"3"0,0 9 0,0 0 0,0-4 0,0-6 0,0-7 0,0-5 0,0-1 0,0 2 0,0 7 0,0 9 0,0 11 0,0 5 0,0 0 0,0-3 0,0-6 0,0-7 0,0-5 0,0-6 0,0-4 0,-1-3 0,0-3 0,1-3 0,3-1 0,1-2 0,1 0 0,0-1 0,0 0 0,-2 1 0,0 0 0,1 0 0,2-1 0,1 1 0,1 0 0,0 1 0,-3 0 0,-1 0 0,0 1 0,0-1 0,1 0 0,1-1 0,0 0 0,-3 0 0,-1 0 0,-1 0 0,-1 0 0,0-2 0,0-2 0,0 0 0,0-1 0,0 2 0,0 3 0,0 0 0,0-1 0,0-1 0,0-1 0,0-1 0,0-2 0,0-2 0,-1 0 0,0 0 0,0 0 0,-1 2 0,1 1 0,0 3 0,0 4 0,1 9 0,0 4 0,0 7 0,0 10 0,0 2 0,0-2 0,0-5 0,0-12 0,1-2 0,0-1 0,0-1 0,2 2 0,-1 0 0,1 1 0,-1 1 0,0 1 0,0 1 0,0 2 0,0 2 0,-1 2 0,0 0 0,-1-2 0,0-3 0,0-3 0,1-3 0,0-1 0,-1-2 0,1-2 0,-1 0 0,0 0 0,0 4 0,-1 6 0,-3 3 0,-2 7 0,-3-1 0,-1-3 0,1-1 0,0-5 0,1 0 0,-1-2 0,1-3 0,1-1 0,2-3 0,1 0 0,1-2 0,1-2 0,0 0 0,1 0 0,-1-6 0,2 3 0,0-3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0:58.6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21 24575,'0'-11'0,"0"2"0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16.19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556 9 24575,'73'-1'0,"-1"-1"0,1 1 0,9-1 0,7 2 0,7-1 0,7 0 0,4 1-110,-22-1 1,3 1 0,4 0 0,4 0-1,2 0 1,2 0 0,1 1 0,2-1-1,0 0 28,-12 0 0,1 0 0,1 0 0,2 0 0,0 0 0,2 0 0,1 0 0,1 0 0,0 0 0,2 0 0,0 0 0,1 0 16,-10 0 0,1 0 1,1 0-1,2 0 1,0 0-1,0 0 1,2 0-1,-1 0 1,2 0-1,-1 0 1,0 0-1,0 0 1,0 0-1,-1 0 0,0 0 0,0 0 0,0 0 1,0 0-1,0 0 1,0 0-1,1 0 1,-1 0-1,0 0 1,0 0-1,0 0 1,0 0-1,0 0 1,-1 0-1,1 0 0,-1 0 0,-1 0 0,0 0 1,0 0-1,0 0 1,0 0-1,-1 0 1,1 0-1,-1 0 1,0 0-1,1 0 1,-2 0-1,1 0 1,0 0-1,-1 0 0,0 0-5,4 0 1,0 0 0,0 0 0,0 0-1,0 0 1,0 0 0,-1-1 0,0 1 0,0 0-1,-1 0 1,-1 0 0,0 1 0,-2-1-1,0 0-11,5 0 0,-1 0 0,-2 0 0,1 0 0,-2-1 0,0 1 0,-1 0 0,0 1 0,0-1 0,0 0 0,-1 1 0,1 0-8,6 0 1,0 0-1,-1 0 1,1 0 0,-1 1-1,0 0 1,0-1 0,-2 1-1,0 0 1,-1 1-1,-1-1-20,9 1 1,0-1 0,-2 2 0,0-1-1,-1 0 1,-2 1 0,0-1 0,0 1-1,-1 0-13,4 1 0,-2-1 0,1 1 0,-2 0 0,-1 0 0,0 0 0,-1 0 0,-1 0-18,6 0 1,-1 1-1,-1-1 1,0 0-1,-1 0 1,-1 0-1,1-1 0,-4 0 1,1 0-1,-2 0 1,1-1-1,0 1 1,-1-1-1,1 1 0,1-1 1,-1 0-1,1 0 1,-1 1-1,1-1 1,0 0-1,-1 1 0,2 1 1,0-1-1,0 1 1,-1 0-1,1 0 1,0 0-1,-1 1 0,-1 0 1,0 0-1,1 0 1,-2 0-1,1 1 1,-3 0-1,0 0 304,5 0 1,-1 1 0,-1 0 0,-1 0 0,-2 0 0,-2 1-119,7 1 1,-2 1 0,-2 0 0,-2 0 0,-3-1 199,8 2 1,-3 0 0,-4 0 0,-2 1 81,8 3 1,-4 0 0,-3 0-1,-9-2 1,-3 0 0,-3-1 163,16 3 1,-6 0-1,-18-4 1,-3 0-1,-8-2 1,-2 0 491,48 8-492,-47-9 1,2-1-1,23 0 1,8-3-165,-9-1 1,5-1 0,4-1-99,-4 0 0,4-1 1,3 0-1,4 0-229,-3-1 0,3 0 0,2 0 0,3 0 0,2 0-164,-6 0 0,3 0 0,1 0 0,1 0 0,2 0 0,1 0 23,-7 0 1,1 0-1,2 0 1,0 0-1,1 0 1,1 0-1,-1 0 18,-8 0 0,-1 0 0,2 0 0,-1 0 0,1 0 0,0 0 0,-1 0 0,1 0 0,0 0 0,0 0 0,0 0 0,1 0 0,-1 0 0,0 0 0,0 0 0,-1 0 0,-1 0 0,0 0 0,0 0 0,0 0 0,-1 0 0,1 0 0,0 0 0,0 0 0,0 0 0,0 0 0,0 0 0,1 0 0,-1 0 0,1 0 0,-1 0 0,0 0-18,11 0 1,2 0-1,-1-1 1,-1 1-1,0 0 1,0 0-1,-2 1 0,-5-1 1,-1 1-1,-1-1 1,0 1-1,-1-1 1,-1 2-1,-1-1-23,7 2 0,0 0 0,-2 0 0,0 1 0,-3 0 0,-1 0 161,6 2 0,-3-1 0,-1 1 1,-2 1-1,-2 0 3,8 3 0,-2 0 0,-2 1 0,-3 0 245,-7 0 1,-2-1 0,-1 0 0,-4 0 81,12 2 1,-4 0 0,-3 1 163,20 6 1,-5 0-1,-10-1 1,-2 0-1,-7 1 1,-1 1-1,-6-1 1,0 0-1,0-1 1,-2 1-1,-4-1 1,-2-1-1,-7 0 1,-2 0 491,24 12 0,-27-5-125,-20 8-858,-27 61 0,-17-6 0,-9 13 0,5-26 0,-3 5 0,-3 4 0,-2 2-197,1-3 0,-2 3 1,-1 2-1,-1 1 0,-1 2 33,2-8 0,0 2 0,-1 1 0,-1 1 0,0 1 0,-1 0 23,3-7 1,0 0-1,-1 2 1,-1 0-1,1 0 1,-1 0-1,-1 1 0,-1 1 1,0 1-1,0 0 1,-1 0-1,0 0 1,-1 1-1,0-1 0,-1 4 1,-1-1-1,0 1 1,-1 0-1,0 0 1,1-1-1,-1-2 0,2-3 1,0-2-1,0 1 1,0-2-1,0 0 1,1 0-1,0-2-23,-2 8 0,0-1 0,1 0 0,0-2 0,2-1 0,1-2-33,-2 5 0,1-2 1,1-2-1,2-2 0,2-3-49,0 2 0,2-3 0,2-3 0,1-3 75,-1 5 0,1-3 0,3-8 662,-1-1 1,1-10 491,-13 9 0,-9-28 0,-42-13-492,13-12 1,-10-3-165,3-1 1,-6-2 0,-5-2-239,6-2 1,-4-3 0,-3-2 0,-1-3-90,11-2 0,-3-1 0,0-3 0,-1-2 0,2-1 0,0-4 0,-1-1 0,1-2 0,2-3 0,2-3 0,5-1 0,1-2 0,1-3 0,4-2 0,3-3-199,-7-11 1,4-5 0,5-3-1,7-2 199,10 1 0,6-2 0,6-3 0,3-2 0,5-4 0,4-4 0,5-1 0,5 0 0,5 1 0,4-2 0,5 1 0,6 0 0,5 2 0,5 0 0,5 2 0,5 1 0,2 2 0,5 2 0,4 1 0,4 4 0,4 5 0,4 2 0,3 4 0,1 1-184,18-11 1,4 3-1,-1 7 184,-7 10 0,0 5 0,-2 4 0,19-3 0,-4 8 0,-17 13 0,-5 6 983,23 1 0,-31 9 0,-26 9-156,-16 37-827,-16 6 0,-13 11 0,-15 10 0,-12 10 0,-12 5-164,10-20 0,-7 4 0,-5 3 0,-5 3 0,-5 0 0,-4 0 65,14-18 1,-2 2 0,-4 0-1,-3 0 1,-2 1 0,-3 1-1,-1-1 1,-1-1 0,-1 0-1,-2 0 17,6-6 0,-3 1 0,-1 0 0,-1-1 0,-2 1 0,-1-1 0,-1-1 0,-1 0 0,0-1 0,-1 0 0,0-2 0,-1 0 6,5-4 0,-1-1 1,-1 1-1,-1-1 0,0-1 1,-1-1-1,-1 0 1,1-1-1,0-1 0,0-2 1,0 0-1,0-2 0,2-2-14,-9 3 1,-1-2-1,1-1 1,-1-2 0,1 0-1,0-3 1,0 0 0,2-2-1,1-2 1,2 0-1,1-3-33,-12 3 0,0-3 0,2-1 0,1-2 0,2-3 0,3 0 0,2-2 0,4-2-74,-21 4 0,2-3 1,6-2-1,5-4 0,8-5-131,-10-3 0,10-6 0,19-15-164,22-20 0,26-11 164,38-3 0,30-5 0,12-2 212,-9 16 0,9-1 0,7-1 0,6 1 0,4 0 0,2 1 116,-2 3 0,4 1 0,3 0 0,4 1 0,3 0 0,2 1 0,1 2 0,1 1 0,-8 5 0,2 0 0,3 2 0,1 0 0,1 2 0,2 0 0,-1 1 0,2 1 0,-2 1 0,1 1-16,-8 3 1,1 0 0,0 1 0,1 1 0,1 1 0,-1 1 0,0 0 0,-1 1 0,-1 2 0,-1 0 0,-1 1 15,7 0 0,1 2 0,-2 0 0,0 2 0,-1 1 0,-2 0 0,-2 2 0,-1 0 0,-4 0-51,20 1 0,-3 0 1,-2 3-1,-4 0 0,-5 0 1,-6 1 50,5-1 0,-4 0 0,-10 2 0,-13 8 0,-3 11 0,-29 7 0,-61 11 0,-44 8 0,-14 2 0,17-11 0,-11 1 0,-7 1 0,-7 1 0,-4-1 0,-1 0 0,24-11 0,-3 0 0,-2 1 0,-3-1 0,-1 0 0,-3 0 0,0-1 0,-2 0 0,0-1 0,-1 0 0,6-3 0,-2-1 0,-2 1 0,-1-1 0,0-1 0,-2 0 0,0 0 0,0-1 0,0-1 0,1 0 0,0-1 0,2-1 0,-5 0 0,0 1 1,-1-2-1,1 1 1,0-2-1,1 0 0,0-2 1,1 0-1,1-2 1,1-1-1,2-1 0,-8-1 0,1-1 0,1-1 0,1-1 0,1-2 0,2-2 0,2-1 0,1-3 0,3-2-59,-6-2 0,1-1 0,2-2 0,3-3 0,3-3 0,4-5 0,6-4 59,-6-8 0,6-6 0,5-4 0,6-5 0,6-6-226,-6-20 0,9-9 1,9-6-1,13-2 226,15 14 0,8-3 0,8-2 0,7-1 0,6 3 0,8-6 0,10 1 0,6 1 0,7 1 0,4 3 163,0 11 1,4 2 0,6 1 0,3 2 0,3 4 0,3 3-48,7 1 0,5 4 1,4 4-1,1 2 0,2 3 1,0 3-117,-2 4 0,2 2 0,1 4 0,0 2 0,0 3 0,0 2 196,10 1 1,0 3-1,0 4 1,-1 3 0,-4 3 48,9 3 1,-3 5 0,-4 3 0,-4 4 81,6 3 1,-7 4 0,-6 3 163,10 7 1,-13 7-1,-35-1 1,-10 3 163,-3 23 328,-21-5 0,-14-9 0,-9-13 0,-6-23 0,-4-88-777,14 16 1,2-12 0,5-8-453,4-3 0,5-8 0,4-4 0,3 0 49,0 11 0,4-3 1,2-1-1,4 1 0,2 3 54,4 2 0,3 0 0,4 2 1,2 3-1,4 6-103,12-6 0,4 5 0,4 7 0,1 8 200,12 3 0,2 11 0,0 8 46,-12 10 0,0 6 0,-3 12 0,13 15 0,-8 19 0,-14 18 0,-10 14 0,-10 20 0,-10 11 0,-10-16 0,-4 4 0,-5 0 0,-5 0 0,-5 0 0,-5-1 0,-16 28 0,-14-7 0,-19-13 0,-14-13 327,8-27 1,-8-7 0,-3-5-39,-7-4 0,-4-6 1,0-7-290,-3-6 0,-2-6 0,4-6 0,7-4 0,3-4 0,5-5 491,-12-15 1,11-6-360,22 3 0,10-1-132,4-15 0,82 17 0,29 25 0,20 7 0,-5 0 0,8 2 0,4 4-246,-12 3 0,4 2 0,1 4 0,-2 3 53,-3 1 0,1 2 0,-2 5 0,-6 6 193,12 11 0,-7 9 0,-16 14 0,-16 20 0,-16 14 0,-24 6 0,-21-25 0,-14 5 0,-11 2 0,-9 2 0,-5-1-123,5-16 0,-7 1 0,-5 1 0,-4 1 0,-4-1 0,-4-1 0,-3-1 0,-3-1 33,7-9 1,-3-1-1,-4 0 1,-2 0 0,-3-1-1,-1-1 1,-3 0 0,-2-2-1,-1-1 1,-1-1-1,-1-2 14,3-4 0,-2-1 1,-2 0-1,-2-1 0,-1-2 1,-2 0-1,-1-2 1,0 0-1,-1-2 0,-1-1 1,0-2-1,1 0 0,-1-2 0,0-1 0,-1-1 1,-1-1-1,-1-1 0,0-1 1,0-2-1,-1 0 1,0-3-1,1-1 0,-1-1 1,1-3-1,0-1 0,1-2-6,-3-2 0,0-1 0,-1-2 0,0-3 0,0 0 0,1-3 0,1-1 0,0-2 0,1-2 0,2-1 0,1-1 0,2-2-17,-5-2 1,0-3 0,2-1-1,0-2 1,2-2 0,2-1-1,1-2 1,3-2 0,3-1-1,2-1-42,-12-8 1,3-3-1,2-3 1,4-1-1,4-1 1,3-1-1,4 1-56,-6-7 0,5-1 1,5-1-1,5 1 0,6 3-131,-5-7 0,9 2 0,14 2-656,13-41 980,99 58 0,44 15 4,-39 7 0,11 2 0,7 3 0,6 3 0,1 2 53,-20 3 1,4 2 0,2 1 0,3 2 0,1 2-1,1 1 1,1 3 0,0 1-54,-2 2 0,3 1 0,2 2 0,0 2 0,0 1 0,0 3 0,-1 1 0,-3 3 0,-1 2 0,-5 0 0,0 1 0,-1 2 0,0 2 0,-2 2 0,-3 3 0,-3 2 0,-3 4 0,-5 3 122,1 8 1,-1 3 0,-3 3 0,-3 4 0,-6 3 0,-6 2 0,-8 2 0,-10 2-86,-6 14 0,-10 5 1,-8 4-1,-10 2 0,-7 0 1,-9-1-1,-7-3-37,-5-14 0,-7 0 0,-7-1 0,-6 0 0,-5 0 0,-5-2 0,-3-1 0,-4-2 0,-1-2-82,6-12 0,-3 0 0,-3-1 0,-4-2 0,-2 0 0,-2-1 0,-3-2 0,-1-1 0,-2-2 0,-2-1 0,0-2 0,0-3 6,-1-1 0,-2-3 1,-2 0-1,-2-2 0,-1-2 1,-2-1-1,0-2 1,-2-1-1,0-3 0,0-1 1,-1-1-1,1-3 0,0-2 0,1-1 0,-1-3 1,-1-1-1,0-1 0,-1-2 1,0-2-1,0-2 1,0-2-1,0-1 0,1-2 1,-1-2-1,2-2 0,1-2-6,-3-2 0,-1-1 0,1-3 0,0-1 0,0-2 0,0-2 0,1-2 0,2-2 0,1-2 0,1-3 0,2-2 0,2-3 8,-6-4 0,1-3 1,1-3-1,2-3 0,1-2 1,2-2-1,3-3 0,2-3 1,4-1-1,2-2 142,-6-10 0,2-3 0,3-3 0,4-3 0,3-2 0,5-3 0,4-1 1,4-1-69,3-6 0,4-3 0,5-2 0,4-2 0,5-1 0,5 0 0,4 1 73,3-9 1,6-1-1,5 0 1,6 0-1,5 1 1,7 1-74,5 5 0,7 0 0,5 0 0,5 3 0,5 2 0,4 3 0,5 2 0,6 2 0,4 2 0,4 3 0,4 4 0,4 4 0,4 3 0,5 4 0,3 3 0,4 4 0,2 4 0,1 4 0,4 2 0,4 5 0,1 3 0,2 4 0,1 4 0,-1 3 0,-2 3 0,2 4 0,0 3 0,-1 4 0,0 3 0,-2 5 0,-4 4 0,0 2 0,-1 5 0,-2 3 0,-2 5 0,-3 4 196,9 8 1,-1 4-1,-4 6 1,-7 7 0,-7 10-90,-16 0 1,-5 7 0,-5 7-1,-5 4 1,-7 3 0,-5 2-108,-8 1 0,-6 3 0,-6 4 0,-5 2 0,-6 3 0,-4 0 0,-5 0 0,-4-8 0,-5 2 0,-5 2 0,-4 1 0,-4 0 0,-3 0 0,-4 0 0,-2-1 0,-2-1 0,1-9 0,-2 0 0,-3 0 0,-3 0 0,-2-1 0,-3 0 0,-2-1 0,-2-1 0,-1-3 0,-3-1 0,0-2-82,0-6 0,-1-1 0,-3-1 0,-2-1 0,-1-2 0,-2-1 0,-1-2 0,-2-1 0,0-1 0,-1-2 0,-1-2 0,0-2 72,0-1 0,-2-2 1,-1 0-1,-2-2 1,0-1-1,-1-2 0,-1-3 1,0-1-1,0-3 1,0-3-1,0-2 0,0-4-83,-10 0 1,-2-3 0,0-3 0,-1-4 0,1-3-1,0-2 1,1-4 0,0-2 0,3-3 0,1-3 92,2-2 0,0-4 0,2-1 0,0-4 0,1-3 0,2-2 0,2-4 0,3-3 0,2-3-39,-13-9 1,2-5 0,3-5-1,3-4 1,4-3 0,5-4 0,5-2 38,1-8 0,5-5 0,5-4 0,6-2 0,6-3 0,7 0 196,1-12 1,9-4-1,7-1 1,8-2 0,9 0-136,7 12 1,6-2-1,7-1 1,5 1 0,7 1-1,6 3-61,10-2 0,8 1 0,6 2 0,7 2 0,3 2 0,3 2 106,-3 7 0,5 2 0,3 1 1,4 1-1,2 4 0,2 1 1,3 4-107,-5 6 0,3 3 0,3 1 0,1 3 0,2 2 0,1 1 0,1 4 0,0 1 0,2 3 0,1 2 0,2 3 0,1 2 0,0 1 0,0 3 0,0 2 0,-1 1 0,-4 2 0,1 2 0,0 2 0,-1 1 0,0 2 0,-1 2 0,0 2 0,-2 2 140,3 1 0,1 3 1,-2 1-1,0 2 1,-3 3-1,-1 2 1,-3 2-40,14 3 1,0 3-1,-5 3 1,-6 7-1,-7 7 144,-1 10 1,-5 8 0,-12 7 0,-19 10-217,-20 18 1,-21 12 0,-17 6 0,-14-2-30,-4-24 0,-11 1 0,-9 1 0,-8 0 0,-6 0 0,-4-1 0,-1-2-99,9-13 1,-4 1 0,-3-1-1,-4 0 1,-2-1 0,-3-1-1,-2-1 1,-2-2 0,-2-1-1,0-2 23,11-10 0,-2 0 1,-2-1-1,-1 0 0,-2-2 1,-1-1-1,-1 0 1,-1-2-1,0-1 0,-1-2 1,-1-1-1,1-2 0,0-1 4,-7 1 0,-2-1 0,0-1 0,-2-1 0,1-2 0,-2-2 0,1-1 0,0-3 0,0-3 0,0-2 0,1-3 0,2-3 72,-3-3 0,0-2 0,0-3 0,0-2 0,0-2 0,1-4 0,1-2 0,1-3 0,2-3 0,2-4 0,2-2-99,-1-5 1,1-2 0,0-3-1,1-3 1,3-3 0,1-4-1,3-3 1,4-3 0,3-4-1,5-3 73,-2-9 0,3-4 0,4-5 0,3-4 0,4-3 0,4-3 1,4-2-1,5-2 0,4-1 26,7 3 0,3-3 0,4-3 0,4-2 0,3-2 0,5-1 0,2-1 0,4 0 0,4 1 0,3 1-99,4-4 1,4-1 0,5-1-1,3 0 1,4 0 0,3 0-1,4 1 1,2 1 0,2 1-1,3 2 45,-1 9 0,3-1 0,3 1 0,2 1 0,3 0 0,2 1 0,2 2 0,2 2 0,1 2 0,3 2 0,1 3 54,7-3 0,2 2 0,3 2 0,2 2 0,2 2 0,2 3 0,2 2 0,1 3 0,0 2 0,1 4 47,7-1 1,2 3-1,2 3 1,2 2-1,0 4 1,1 3-1,1 4 1,-1 4-1,-1 4-47,5 3 0,1 4 0,0 4 0,0 4 0,0 4 0,-1 4 0,-1 4 0,-2 5 133,6 5 1,1 5-1,-1 6 1,-3 4-1,-1 4 1,-3 4 0,-4 3-134,4 8 0,-2 6 0,-3 4 0,-5 4 0,-4 4 0,-7 4 163,-7 1 1,-5 6 0,-5 2 0,-4 3 0,-4 1 0,-6-1-126,1 9 0,-5 1 1,-6 1-1,-7 0 1,-9-1 157,-9-6 1,-6 1-1,-7-2 1,-6-2 0,-8-4 48,-15 11 1,-11-3 0,-9-7 0,-9-8-176,1-16 0,-8-7 0,-5-5 1,-6-6-1,-1-4 80,0-8 0,-4-4 0,-3-4 0,-3-6 0,1-4 0,1-5-150,-2-6 0,-1-5 0,1-5 0,0-4 0,1-4 0,3-4 0,3-4 0,0-3 0,2-4 0,3-4 0,3-3 0,5-5 196,-4-9 1,2-7-1,6-3 1,8-4 0,11-2-181,11 4 1,5-2 0,9-3 0,10-1 0,15 0-17,16-8 0,16-2 0,14 0 0,11 3 0,10 7-123,-4 20 0,10 4 0,7 2 0,7 3 0,5 3 0,4 1 0,2 3 0,1 0 33,-10 8 1,3 2-1,3 1 1,3 3 0,3 0-1,1 2 1,1 1 0,2 2-1,0 0 1,0 1-1,1 1 14,-10 2 0,2 1 1,1 0-1,1 1 0,1 1 1,1 1-1,0 1 1,0 1-1,0 2 0,-1 0 1,1 2-1,-2 1 0,0 2-6,3 2 0,1 1 0,1 1 0,-1 2 0,1 1 0,-2 2 0,0 0 0,-1 2 0,-1 2 0,-2 0 0,-1 1 0,-3 1 4,14 3 0,-1 1 1,-2 0-1,-1 3 1,-3 1-1,-2 2 1,-3 3-1,-3 3 1,-4 3 126,6 5 1,-2 2 0,-3 3 0,-4 3 0,-6 4 0,-9 5 0,-9 6-50,3 22 0,-10 10 0,-12 6 0,-15 2 0,-16-1 0,-19-6 0,-15 1 0,-13 2 0,-10 0 0,-9-1 0,-5-2-99,9-22 1,-7-1 0,-5 0-1,-5 0 1,-4-2 0,-5 0-1,-1-1 1,-3-2 0,-1-2-1,-1-1 45,9-9 1,-1-1 0,-3-1 0,-2-1-1,-2-1 1,-2-1 0,-1-1 0,-1-1 0,-1-2-1,0 0 1,-1-2 0,-1-1 0,1-2 53,2-1 0,-1-2 0,-1 0 0,-2-1 0,0-1 0,0-1 0,-2-2 0,1-1 0,-1-1 0,0-2 0,0-2 0,0-1 0,1-3 0,0-1 0,-5-1 0,-1-2 0,0-1 0,-1-1 0,0-2 0,1-3 0,-1-1 0,1-2 0,1-2 0,1-3 0,1-2 0,2-3 0,1-3 0,-7-3 0,1-4 0,1-3 0,1-2 0,0-3 0,3-3 0,0-2 0,3-2 0,1-2 0,2-2 0,3-1 0,0-3 0,2-2 0,1-2 0,2-2 0,1-2 0,3-2 0,3-2 0,3-2 0,2-1 0,4-2 122,-4-10 1,2-3 0,4-4 0,4-1 0,3-1 0,5-1 0,3-1 0,4 2-107,-2-14 0,4-1 0,5 0 0,6 0 0,7 0 1,8 3 23,7-6 0,8 1 0,7 2 0,9 2 0,8 5-40,9 3 0,8 3 0,8 4 0,7 4 0,5 7 0,0 12 0,7 5 0,4 4 0,5 4 0,2 3 0,2 3 140,1 3 0,4 3 1,2 3-1,3 2 1,1 4-1,0 1 1,0 3-129,0 1 1,2 3 0,1 2 0,0 2 0,-1 3 0,-1 4 0,-1 3-13,-4 3 0,1 3 0,-1 3 0,-2 2 0,-1 4 0,-2 2 0,-4 4 163,3 4 1,-1 3 0,-3 3 0,-3 5 0,-6 3 0,-5 5 32,1 13 1,-7 7-1,-6 4 1,-6 4 0,-4 1-144,-6 5 1,-4 4 0,-7 2 0,-5 0 0,-7 0-54,-8-6 0,-5 1 0,-5 0 0,-7-2 0,-4-1 196,-6-2 1,-4 0-1,-6-3 1,-6-3 0,-5-5-182,-17 8 0,-9-6 0,-6-7 1,-6-8-16,8-17 0,-5-5 0,-3-6 0,-3-6 0,0-7-27,-6-6 0,-3-7 0,-1-7 0,1-7 1,3-5 26,3-7 0,1-5 0,3-6 0,2-7 0,6-4 0,4-8 0,3-6 0,5-5 0,5-4 0,6-3 0,7 0 0,3-5 0,7-2 0,9-1 0,9 0 0,12 1 0,9 0 0,7-2 0,9 3 0,5 1 0,10-3 0,7 1 0,9 2 0,6 5 0,6 6 0,1 13 0,6 5 0,5 5 0,5 3 0,1 2 0,2 3 85,-5 5 1,3 2 0,3 2 0,0 3 0,1 3 0,0 2 0,-2 4-86,8 1 0,0 4 0,0 3 0,-1 4 0,-2 3 0,-3 4 0,8 3 0,-2 5 0,-3 3 0,-3 6 0,-7 6 182,3 10 0,-5 6 0,-8 7 1,-10 8-183,-10 9 0,-9 8 0,-11 6 0,-10 2 0,-12-6 0,-8 3 0,-9 3 0,-7 1 0,-8-2-164,-7-1 0,-8 1 0,-8 0 0,-6-1 0,-5-2 0,-4-4 59,6-12 0,-6-2 0,-3-1 0,-4-1 0,-3-2 1,-2-2-1,-2-2 0,-1-3-5,2-4 1,-3-1 0,-3-1 0,-1-3-1,-2-1 1,-1-3 0,-1-2 0,-1-4-1,1-2 22,-1-2 1,-2-3-1,-1-1 1,-1-3 0,0-3-1,0-4 1,0-3 0,2-3-1,0-6 88,-5-3 0,-2-2 0,1-5 0,0-4 0,2-5 0,3-6 0,3-6 0,4-7 0,4-8 0,2-9 0,3-5 0,2-7 0,5-4 0,3-4 0,4-2 0,4-2 0,8 4 0,4-5 0,2-2 0,4-4 0,3-2 0,4-1 0,3-1 0,5-1 0,3 1 0,5-2 0,4-1 0,4-2 0,4-1 0,3-1 0,4 1 0,4 1 0,3 1 0,3 1-76,4 4 0,3-2 0,3 1 0,4 1 0,3 1 0,4 2 0,2 3 0,4 3 0,3 5 76,13-10 0,6 4 0,4 4 0,5 4 0,3 4 0,2 3 0,3 5 0,3 4 0,4 4 0,4 4 0,1 4 0,3 3 0,0 3 0,0 3 0,0 3 0,2 3 0,1 3 0,0 3 0,1 3 0,-1 3 0,-1 3-100,-7 2 0,0 3 0,0 3 0,-1 2 0,0 2 0,-2 3 0,-2 2 100,5 2 0,0 4 0,-2 2 0,-2 3 0,-3 3 0,-3 3 245,20 11 1,-3 4 0,-8 6 0,-10 9-106,-17 3 0,-6 7 1,-9 5-1,-12 5-140,-11 10 0,-12 7 0,-12 2 0,-13 0 0,-12-6 0,-13 1 0,-11 0 0,-8-1 0,-5-4-1,4-14 0,-7-1 1,-5-2-1,-5-2 1,-3-1-1,-4-3 1,-1-3 0,8-8 0,-4-2 0,-2-1 0,-3-2 0,-1-2 0,-3-2 0,0-2 0,-1-3 0,0-2 0,4-3 0,-1-3 0,-2-1 0,-1-2 0,-1-2 0,0-2 0,-1-2 0,1-2 0,1-3 0,1-2 0,-6-2 0,0-3 0,0-3 0,0-2 0,0-2 0,2-3 0,1-2 0,1-2 0,3-2 0,-13-6 0,1-2 0,2-4 0,2-2 0,3-3 0,4-2 0,5-3 196,-11-8 1,4-5-1,5-2 1,7-3 0,9-1 24,8 0 1,7-3 0,8-1 0,12 1 269,-5-29 1,37 6-211,49 27 0,33 7 1,13 5-282,-12 11 0,10 4 0,7 3 0,6 2 0,3 1-123,-20 5 0,3 2 0,4 0 0,3 1 0,1 0 0,1 2 0,0 0 0,0 0 13,-5 2 1,1 0 0,1 0 0,1 1-1,0 1 1,0 0 0,-1 1 0,-1 0-1,-1 1 3,3 1 1,0 0 0,-1 1 0,-1 0 0,0 1 0,-3 1 0,-1 1 0,-3 0 269,10 0 1,0 1 0,-3 1 0,-4 1 0,-4 3 0,-6 3 163,30 5 1,-11 6 0,-18 14 163,-3 31 1,-41 16-462,-52-17 1,-29 8 0,-17 1 0,-6-2-31,12-19 0,-7-1 0,-6 0 0,-6-2 0,-4 0 0,-5-1 0,-2-2-90,12-9 1,-3-1-1,-4 0 1,-4-1 0,-2 0-1,-2-2 1,-1 0 0,-2-1-1,-1-1 1,0-2-1,-1 0 14,7-3 0,-2-1 1,-2 0-1,-1-1 0,-2 0 1,0-2-1,0 0 1,-1-2-1,0-1 0,0-1 1,1-1-1,0-1 0,2-2-6,-5-1 0,1-1 0,-1-1 0,0-2 0,0-1 0,0-1 0,1-2 0,0 0 0,1-2 0,1-1 0,1-1 0,2-1-17,-9-2 1,0 0 0,0-2-1,1-1 1,1-2 0,1-1-1,3-2 1,3-2 0,4-2-1,3-3 262,-21-8 1,3-3 0,5-3 0,6-4 0,5-3 0,7-3 76,-10-15 0,7-4 1,11-5-1,13-4-235,6-17 0,17-7 1,23-2-6,26 11 0,19-1 0,13-2 0,5 0 0,-4 15 0,7 0 0,5-1 0,4 1 0,2 0 0,2 0-141,-4 7 1,3-1-1,2 1 1,2 1-1,1 0 1,1 2-1,1 1 11,1-1 0,2 2 0,1 0 0,0 1 0,1 2 0,0 3 0,-2 2 130,5 0 0,0 1 0,0 2 0,0 4 0,-1 3 0,-1 3 196,2 3 1,0 3-1,0 4 1,-2 3 0,0 4 48,9 1 1,1 3 0,-3 7 0,-2 6 81,14 10 1,-4 10 0,-5 10-1,-10 7 1,-5 9 0,-6 8-281,-8 6 1,-6 7-1,-7 6-47,-6 12 0,-7 6 0,-9 4 34,-5 5 1,-7 3-1,-12 1-34,-9-18 0,-8 0 0,-6 0 0,-4-2 0,-6 1 0,-6-1 0,-4-3 0,-5-4 0,-2-6 0,-5-3 0,-4-4 0,-2-5 0,-3-5 0,-4-4 0,-1-4 0,-2-6 0,-18 3 0,-2-9 0,-2-11 0,-1-11 0,-2-11 0,2-12 0,23-6 0,0-6 0,2-8 0,4-6 0,1-11 0,2-9 0,6-6 0,4-4 245,4-11 1,5-6 0,5-5 0,5-1-118,9 16 1,2-2 0,3-2 0,6-1 0,5 1-129,7-2 0,4-2 0,7 0 0,5 2 0,7 2 0,6 1 0,7 0 0,6 3 0,6 3 0,6 5-197,9 1 0,7 5 1,7 3-1,3 5 0,5 6 156,-6 9 0,6 5 1,3 4-1,1 3 1,2 3-1,-2 3 41,-3 4 0,2 2 0,0 3 0,0 3 0,-1 4 0,-1 4 0,9 4 0,0 4 0,-1 4 0,-4 6 0,-3 6-220,7 10 0,-2 7 1,-8 9-1,-10 11 220,-11 15 0,-9 11 0,-10 8 0,-11 5 0,-13-7 0,-7 6 0,-10 4 0,-7 2 0,-10-1-141,-6-16 1,-6 2-1,-7 2 1,-5-1-1,-5 0 1,-5-2-1,-3-1 31,3-12 1,-4-1 0,-4 0 0,-4-1-1,-2-1 1,-3-1 0,-3-2 0,-1-2-1,-2-2 11,2-5 1,-3-2 0,-3-1-1,-2-1 1,-2-2 0,-1-2-1,-1-1 1,-1-2 0,-1-1-1,0-2 0,-3 0 1,-2-2 0,-1-1-1,-1-2 1,-1-1 0,-1-2-1,1-2 1,-1-2 0,1-2-1,1-2-11,-4-1 1,-1-1 0,1-3 0,-1-2-1,1-2 1,0-3 0,2-1 0,0-2-1,2-3 92,-13-1 1,0-3-1,1-2 1,2-4-1,1-2 1,3-3-1,3-2 18,-1-3 0,3-3 0,1-3 0,4-2 0,3-3 0,4-1 124,-13-10 0,5-3 0,7-3 0,6-2-124,-1-8 0,9-2 0,7 1 491,0-5 1,16 2 491,18-27-492,58 44 1,23 5-472,14 7 1,15 6-1,10 3 176,-12 2 1,8 2-1,5 1 1,3 3 0,4 3-97,-13 3 0,4 1 0,3 2 0,2 2 1,1 3-1,0 1 0,-1 3-223,-7 1 0,1 2 0,1 1 0,0 3 0,0 1 0,-1 3 0,-1 2 0,-2 3 115,-4 0 0,1 2 0,-1 1 1,-1 2-1,-2 4 0,-2 3 1,-4 3-1,-4 6 8,4 11 0,-2 5 0,-4 5 0,-4 3 0,-5 5 0,-5 2 0,-6 2 0,-6 2 0,-6 4 0,-4 3 0,-6 2 0,-5 2 0,-6 1 0,-5 1 0,-8-7 0,-5 2 0,-5 1 0,-5 2 0,-4-1 0,-4 1 0,-2-1 0,-4-2-110,0-6 1,-3 1 0,-4 0 0,-3-1-1,-2 0 1,-3-2 0,-2-1 0,-3-3-1,-2-3-13,-8 4 0,-2-1 0,-4-3 0,-2-2 0,-4-2 0,-2-3 0,-2-4 0,-3-3 37,-5-1 0,-3-3 1,-4-2-1,-2-3 0,-2-5 1,-1-3-1,-1-6 1,1-5 85,3-7 0,-1-3 0,-1-4 0,-1-4 0,0-5 0,0-5 0,0-4 0,2-7 0,-3-5 0,0-5 0,0-6 0,0-5 0,1-5 0,1-4 0,3-3 0,2-4 0,0-4 0,0-6 0,2-3 0,2-5 0,3-4 0,3-3 0,4-3 0,5-2 0,10 3 0,4-3 0,3-4 0,3-2 0,3-2 0,2-1 0,2-2 0,3 0 0,2 0 0,2 0 0,1-2 0,3-1 0,2-2 0,3 0 0,3 0 0,3 0 0,4 1 0,4 0 0,3-7 0,6-2 0,3 1 0,4 0 0,4 0 0,3 2 0,4 2 0,2 2-141,5-7 1,5 2-1,4 1 1,3 3-1,4 1 1,2 4-1,2 3 16,8-4 1,4 4-1,3 2 1,3 5-1,3 3 1,0 6 320,10-3 1,4 5-1,2 6 1,0 5 0,-1 5-189,5 4 0,1 7 0,0 5 0,-3 6 319,15-2 1,-2 8 0,-4 12-1,-15 12 1,-2 10 0,-8 15-231,-7 20 0,-7 17 0,-9 14-45,-15-2 1,-7 13 0,-5 8-1,-4 5 1,-4 3-53,-5-23 0,-3 3 0,-2 3 0,-3 3 0,-2 1 0,-2 2 0,-2 0 0,-2 1-99,-1-10 1,-2 3 0,-2 0-1,-2 2 1,-1 0 0,-2 1-1,-1-1 1,-1 0 0,-2-1-1,0-2 39,-1 0 0,-2 0 0,0 0 1,-2 0-1,-1-1 0,-1-1 1,-2-1-1,0-2 0,-2-2 1,0-2 59,-7 7 0,-1-2 0,-2-1 0,-2-3 0,0-2 0,-2-3 0,0-2 0,-2-4-17,-8 8 0,-1-3 0,-2-4 1,-1-4-1,-1-7 0,-1-7 17,-19 5 0,0-8 0,-4-13 0,-1-14 0,-6-17 0,-4-14 0,1-14 0,1-11 0,25-2 0,0-9 0,2-6 0,0-7 0,3-4 0,1-4-141,4-4 1,1-5-1,1-5 1,3-4-1,1-3 1,2-2-1,3-2 31,9 13 1,1-3 0,1-2 0,2-3-1,1 0 1,2-1 0,1-1 0,2 0-1,2 1 81,2-1 0,1-1 0,2 0 0,2-1 1,1 0-1,1 0 0,2 0 0,1 1 1,1 1 28,0-4 0,2-1 0,1 1 0,2 0 0,1 1 0,1 2 0,1 0 0,2 2 162,-1-14 1,2 1-1,2 2 1,2 1 0,-1 3-1,2 2-162,-1-2 0,2 3 0,0 1 0,1 4 0,0 3 245,0-3 1,0 4 0,1 3 0,1 2 81,1-8 1,0 3 0,2 4 163,3-15 1,2 5-1,-1 8 1,-1 1-175,0-5 1,-1-2-318,-2-7 0,-1-1 0,-1-3 0,-1 1 0,0 10 0,-1 4 491,-1 12 1,-2 3-1,-1 12 1,-5 3 491,-18-29 0,-21 14 0,-30 8-492,24 28 1,-5 1-1,-10-5 1,-2 0-1,-5 0 1,-2 3-313,2 0 0,1 4-179,11 6 0,5 4 0,-29 0 0,34 9 0,20 42 0,10 26 0,-1 20 0,3-14 0,-2 7 0,-2 6 0,-1 2-197,0-2 0,-1 3 1,-1 3-1,-1 1 0,0 2 33,2-8 0,-1 2 0,-1 1 0,0 0 0,0 0 0,1-1-33,-6 12 0,1-1 1,-1 0-1,1-1 0,2-4-49,-3 7 0,2-2 0,2-4 0,1-2 127,-2 12 1,2-4-1,3-7 119,0 12 0,5-8 0,8-18 0,4-2 0,3-3 0,2 2 0,1 14 0,0 6 0,1-16 0,0 3 0,-1 3 327,0 8 1,1 2 0,-1 3-147,0-18 0,1 2 0,0 1 0,-1-1-181,1 0 0,0 0 0,0-1 0,0 0 0,-1 19 0,1 0 0,-1-2 0,0-2 0,0 0 0,-1-3 212,1-7 1,0-2 0,0-1-213,0-2 0,0-1 0,1 1 0,1 1 0,0 2 0,0 1 0,0 3 0,0 2 0,0 2-246,0-12 0,0 2 0,0 1 0,0 2 52,-1 8 1,0 1 0,0 2 0,-1 0 193,-1 5 0,0 0 0,-1 2 0,0 1-197,0-15 0,0 0 1,-1 2-1,0-1 0,-1 0 0,0 1 0,-1-1 1,-1 1-1,0-1 0,0 2 148,-2 3 1,1 0 0,-2 1-1,0 0 1,0-1 48,0-1 0,-1-1 0,-1 0 0,0-1 0,0-1 0,0-4 0,0-2 0,0-1 0,-1 0 0,1-1-46,-3 14 1,0-1 0,0-1 0,0-3 45,2-11 0,0-1 0,0-2 0,0-1 6,-2 17 0,-1-1 0,1-3-6,0-9 0,0-1 0,1-2 0,-5 25 0,0-4 491,3-8 1,1-3-229,2-5 0,2-1 228,1-4 1,0-1-1,0-3 1,-1 1-1,0 3 1,0 1-7,0 6 1,0 1-486,0 2 0,0 0 0,2 2 0,0 1 0,0-1 0,-1-2 324,2-7 0,0-2-324,1-10 0,1-1 0,1-8 0,0-2 0,2-2 0,0 0 0,0 0 0,0 0 0,-1 3 0,1 0 0,2-3 0,0-1 0,-2 34 0,4-14 0,0-15 0,0-8 0,0-1 0,0 3 0,0 2 0,0 1 0,0 6 0,0 8 0,6 15 0,-1-33 0,2 3 0,3 9 0,2 1 0,2 7 0,2 1 0,0 2 0,1-1 0,1 1 0,0-3 0,0-7 0,0-2 0,-1-7 0,0-2 0,14 32 0,-4-22 0,-1-12 0,-5-13 0,-3-10 0,0-6 0,-1-7 0,6-3 0,7 3 0,16-2 0,37 7 0,-19-7 0,7-1 0,24 0 0,8-2-328,-20-1 0,5 0 0,2-1 202,-13-2 1,3-1 0,1 0 0,0-1 125,5 0 0,0 0 0,2 0 0,-1-1 0,2 0 0,0 0 0,0 0 0,0 0 0,-1-1 0,0 0 0,0 0 0,0 0-246,0 0 0,1 0 0,1 0 0,-1 0 9,3 0 0,1 1 0,-1-1 0,2-1 237,4-2 0,1-2 0,0 0 0,0-2 0,-2-1 0,1 0 0,-1-2 0,-1-1 0,-5 0 0,-1-2 0,0-1 0,-3-1-246,-4-1 0,-1-1 0,-2 0 0,-2-1 241,13-2 1,-3 0 0,-2-3-137,-6-3 1,-2-3-1,-8 4 1,-9 4-1,-8 0 1,27-22-1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20.37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7745 24575,'99'-5'0,"0"-1"0,0 1 0,-21 2 0,3 1 0,2-1 0,4 1 0,3 0-141,-9 2 1,3-1-1,3 1 1,2 1-1,1-1 1,0 0-1,0 0 0,7 0 1,1 0-1,1 0 1,1 0-1,-1 0 1,1 0-1,-2 0 0,0 0 1,-1 0-1,1 0 1,-1 0-1,0 0 1,-1 0-1,-1 0 0,-4 0 1,1 0-1,-1 0 1,-1 0-1,-2 0 1,-1 0-1,-2 0-56,14 0 0,-1 0 1,-3 0-1,-4 0 0,-3 0-49,1 0 0,-4 0 0,-4 0 0,-5 0-82,-2 1 0,-4 0 0,-10 1-354,37 4 682,-9 5 983,-4 3 0,-7-2 0,-1 0 0,-9 0 0,0-2 0,8 1 0,4-3-294,5 0-689,2-1 0,-1 0 0,0-1 0,4 2 0,-1 0 0,2-3 0,-40-2 0,2-2 0,-1 0 0,2-2 0,5 1 0,0 0 0,5 1 0,0-2 0,4-4 0,3-7 0,16-11 0,5-9-328,-16-2 0,2-5 0,4-4 139,-9 3 0,3-2 0,1-3 0,1-1-8,-9 6 0,1-1 1,1 0-1,0-1 0,-1 0 0,2-1 0,0 0 1,-1-1-1,1 1 0,-2 1 142,12-7 1,0 0-1,-3 0 1,-2 2-101,12-9 0,-4 1 0,-5 3 155,-17 10 0,-4 2 0,-6 3 0,3-4 0,-9 4 0,-1-9 983,-32 15-472,-15 3 472,-37-4 0,-41-6-805,11 16 0,-9 1-178,14 5 0,-4 0 0,-2 0-103,-7 0 0,-3 1 1,-1-1 102,-4 0 0,-2 0 0,0 0 0,5 2 0,1 0 0,0 1 0,4 1 0,0 0 0,3 1 0,-26-5 0,5 1 0,12 0 0,5-1 0,13-1 0,5-2 0,-24-18 0,32-13 0,26-39 0,22 17 0,11-9 0,10 6 0,8-5 0,7 0-164,-1 14 0,4-1 0,5 1 0,3 3 164,8-1 0,4 1 0,4 4 0,4 4 0,5 5 0,3 4 0,4 5 0,1 6 0,-1 6 0,2 6 0,1 6 0,1 7 0,2 6 0,1 7 0,-1 6 0,-1 7 0,-3 6 0,0 6 0,-3 6 0,-3 6 0,-3 5 0,-3 7 0,-3 5 0,-4 2 0,-3 5 0,-3 4 0,-5 3 0,-2 0 0,-5-1 0,-3 1 0,-3 1 0,-2 0 0,-2 0 0,-4 1 0,-1 0 0,-1 0 0,3 19 0,-2 0 0,-3-2-106,-3-8 1,-1-1-1,-3-4 106,4 22 0,-3-8 0,-3-23 0,-1-7 0,2 15 0,-2-38 0,10-21 0,45-42 0,-15-8 0,8-12 0,6-8-197,-5 2 0,5-8 1,3-4-1,3-5 0,1-2 74,-14 13 0,2-3 0,1-3 0,2-2 0,0-1 0,0-1 0,1-1 0,-1 0 13,-4 3 1,1-2 0,0-1 0,1 0-1,-1-1 1,0 0 0,-1 0 0,0 0-1,-1 0-13,4-5 0,0-1 0,0-1 0,-1 1 0,-1 0 0,-2 1 0,-1 2 0,-1 1-41,5-8 0,0 0 0,-3 2 0,-2 2 0,-3 3 0,-3 4-82,2-6 0,-4 3 0,-3 6 0,-4 5-246,14-19 0,-10 16 190,-9 19 302,-28 98 0,-3 30 0,-1 22 0,0-27 0,1 7 0,1 5 0,1 1 196,-1-5 1,1 2-1,1 3 1,1 0 0,0-1-98,1 2 0,1 1 0,1 0 0,1-2 1,-1-3-100,3 6 0,-1-2 0,2-4 0,-1-6 327,0-3 1,1-6 0,0-8 163,1-1 1,5-15 491,26-21-492,-3-45 1,5-21-202,4-11 0,5-12 1,3-10-488,-9 7 0,2-9 1,2-4-1,1-4 0,-1-1 56,-10 12 1,0-2-1,1-2 1,0-2-1,-1-1 1,0 0-1,0 0 0,0-3 1,1-1-1,-1 0 1,0-1-1,-1 0 1,-1 2-1,-1 1 31,2-4 0,-1-1 1,0 2-1,-2 1 1,-2 3-1,-2 5 355,4-9 1,-3 3 0,-3 5 0,-2 8 245,10-22 1,-6 23-257,-6 39-235,-25 68 0,-9 33 0,3-7 0,0 11 0,-2 8 0,2 4-164,-1-7 0,0 5 0,0 4 0,0 3 0,0 2 0,0 0 41,-1-15 0,1 2 0,-1 2 0,0 0 0,1 2 0,-1-1 0,1 0 0,-1-1-18,0 11 1,1 2-1,-1 0 1,1-1-1,-1-1 1,0-3-1,0-2 290,0-2 0,-1 0 0,0-3 1,0-2-1,0-4 0,1-5-149,-1 7 0,0-4 0,0-6 0,0-7 0,0 21 0,0-17 0,0-16 0,0-74 0,5-30 0,5-16 0,6-6 0,5-9 0,2-3 245,-1 7 1,3-2 0,1-3 0,1 0-1,6-9 1,2-2 0,2 0 0,1 2-85,0 1 0,3 1 1,-1 2-1,0 2-161,-6 13 0,-1 1 0,0 2 0,-1 3 327,5-8 1,-2 3 0,-2 7-12,1 0 0,-5 10-316,-1-3 0,-15 28 0,-9 4 0,-4-18 983,0-54-492,0 9 1,-1-13-480,-2 9 1,-2-7 0,0-3-259,1 19 0,0-3 0,-1 0 0,0-1 65,0-2 0,-1 0 0,0 0 0,1 2 181,-1 5 0,0 2 0,1 1 0,1 2-222,1-14 0,1 2 1,0 2 221,0 3 0,1 1 0,0 2 0,0 6 0,1 2 0,1 1 0,0 1 0,1 1 0,3 0-62,5-28 0,7 1 62,10 3 0,7 4 0,6 6 0,7 6 0,3 7 0,3 5 0,3 6 0,1 3 0,-2 2 0,1 2 0,6-1 0,3-1 0,-15 12 0,2-1 0,3-2 303,8-7 1,3-2-1,2-1-303,7-5 0,2 0 0,0-1-166,-15 12 1,-1 0-1,2-1 1,-2 1 165,0 1 0,0 1 0,-1 0 0,0 2 0,13-8 0,-2 2 0,0 2-33,-5 6 0,0 1 1,-2 5 32,21-6 0,-2 8 0,-5 11 0,-1 6 0,0 5 0,1 6 0,9 2 0,4 8-143,-22 8 0,2 7 0,1 7 143,-8 4 0,0 6 0,0 6 0,1 5-197,-2 5 0,1 6 1,-1 4-1,0 4 0,0 3 33,-6-3 0,-1 4 0,0 3 0,-1 1 0,1 2 0,-1-1 161,2 4 1,1 2 0,-1 1 0,-1-1 0,0 1 0,-1-2 2,-3-4 0,-1 1 0,-1-1 0,-1-1 0,0-2 0,-1-3-160,0 1 1,0-2-1,-1-2 1,-1-3-1,-1-4 160,17 17 0,-3-5 0,0-10 0,9 1 0,0-15 0,-8-18 0,0-10 474,-7-9 1,-1-4-475,42 0 983,-22-7 0,-25 2 0,-16 2 0,-11 6-309,0 0-674,-3-1 0,-7-4 0,-4-3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1:5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0 24575,'-11'21'0,"-9"6"0,-29 47 0,15-32 0,-4 3 0,-23 24 0,1-1 0,22-26 0,1-3 0,-12 7 0,8-7 0,22-16 0,8-6 0,51-15 0,24-26 0,5-2 0,17-6 0,-7 1 0,0-3 0,-2 1 0,-8 4 0,3 0 0,-11 4 0,11-5 0,-66 33 0,-1 8 0,-24 63 0,-28 0 0,23-25 0,-1-3 0,-27 7 0,31-43 0,17-17 0,11-47 0,1 3 0,6-9 0,-11 27 0,-4 24 0,-24 9 0,-27 21 0,-9 3 0,-3 11 0,34-18 0,22-14 0,33-23 0,-6 2 0,8-4 0,-22 16 0,-6 2 0,-10 9 0,0-5 0,1 0 0,-1 0 0,0-5 0,0-1 0,0-14 0,0-8 0,1-1 0,3 3 0,-2 20 0,3 2 0,-19 28 0,-2 11 0,-6 11 0,14 30 0,10-37 0,9 8 0,0-32 0,4-9 0,2-1 0,15-10 0,-4-1 0,10-5 0,-11 1 0,-5-1 0,4-10 0,-8 8 0,3-3 0,-5 11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1:53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17633 843 24575,'6'22'0,"6"42"0,-10-28 0,5 25 0,-7-56 0,0-91 0,0 11 0,0 15 0,0 1 0,0 7 0,-5 46 0,4 26 0,-11 21 0,10 30 0,-12 24 0,7-15 0,-1-17 0,3-55 0,4-54 0,2-28 0,0 25 0,-2-8 0,0-10 0,-2-18 0,1-6 0,-1 3 0,1 16 0,1-2 0,-1 2 0,0-31 0,-1-11 0,-3 47 0,1 59 0,-1 5 0,-28 41 0,-12 31 0,8 0 0,0 12 0,-5 6-546,3-13 1,-4 5-1,-2 5 1,0 3 0,2 3 545,10-11 0,0 6 0,1 2 0,1 2 0,1-1 0,1-3 0,1-4-724,-3 10 1,1-3 0,1-3 0,3-1-1,1-2 724,-4 14 0,1 1 0,6-8 0,12-17 0,13-12 0,12-18 0,20-26 0,16-30 0,17-19 0,2-4 0,7-4 0,2-6 0,2-7-370,-17 9 1,3-5 0,0-2 0,0-3 0,-3 1 369,11-13 0,-1 0 0,-3-3 0,-8-4 0,-10-4 0,-7-5 0,-3 1 0,-4 7 261,0 9 0,-3 5 1,-7 1-262,-2-33 0,-10 17 3344,-9 44-3344,-16 21 0,-83 5 0,22 15 0,-11 6 0,-7 4-588,1 0 0,-5 4 0,-4 2 1,-1 2 587,9-1 0,-4 2 0,0 1 0,2 1 0,4 1 0,-2 2 0,2 1 0,5 0 0,5-2 704,-6-1 1,5 0-1,30 1-704,39 18 0,57-36 0,38-14 0,11-1 0,-25 5 0,6 1 0,6-1 0,6-1 0,5-1 0,6-4-371,-23-1 1,6-1-1,4-1 1,4-2-1,3 0 1,3-2-1,0 0 1,1-1-1,0-1 1,-2 0-1,-1 0 1,-4-1 370,3-1 0,-1-1 0,-1 0 0,0-2 0,0 0 0,-1 0 0,0-1 0,1 0 0,0-1 0,0 0 0,1 0-242,-2 1 1,2-1 0,2 0 0,1 0 0,1-1 0,-1 0 0,-2 0 0,-2 0-1,-3-2 1,-5 1 0,-4-1 0,-6 0 241,20-10 0,-6-1 0,-6 0 0,-6-1 0,-7 1 0,-5 2 492,23-10 1,-10 1 0,-46 7-493,-67 9 0,-33 5 0,-9 5 0,-18 3 0,-11 2 0,-6 2-428,33 2 1,-3 2 0,-4-1 0,-4 2 0,-2 1 0,-3 0-1,-3 1 1,-1 1 427,12 0 0,-2 1 0,-2-1 0,-2 1 0,-2 1 0,-2 0 0,-1 1 0,-2 2 0,-2 1 0,-2 1 0,-1 2 0,-1 1 0,20 0 0,-3 0 0,-2 2 0,-1 1 0,-2 1 0,-1 1 0,-2 1 0,0 0 0,-1 2 0,-1-1 0,1 2 0,-1-1 0,1 2 0,0-1 0,1 0 0,1 1 0,1 0 0,2-1 0,1 1 0,-8 1 0,1 1 0,1 0 0,1 0 0,1 0 0,0 1 0,0 0 0,1 1 0,0 0 0,0 0 0,1 2 0,-1 0 0,0 1 0,0 0 0,0 2 0,0 0-46,1 1 0,-2 1 1,-1 0-1,-1 2 1,0 1-1,-1 0 1,0 1-1,1 0 1,1 1-1,1 0 0,2 0 1,1 1-1,3-1 1,2 0-1,3 1 1,3-2-1,4 1 46,-16 9 0,4 1 0,3 0 0,3 0 0,3 1 0,3-1 0,3 0 0,3-1 0,3-1 0,2 0 0,-10 8 0,3 0 0,5 0 0,5-2 0,6-1 0,5-1 0,-11 23 0,10-2 0,14-16 0,9-12 3034,33-3-3034,35-47 0,21-20 0,7-3 0,16-11 0,10-7 0,6-2 0,-1 0 0,-24 13 0,2 0 0,2-1 0,2-1 0,2-2 0,2 0 0,2-3 0,3-1 0,-12 5 0,4-2 0,2-2 0,2-1 0,2-1 0,0 0 0,2-2 0,-1 1 0,1-1 0,-2 0 0,0 1 0,-2 0 0,-3 1 0,1 0 0,0-1 0,0 1 0,0-1 0,-1 0 0,-1 0 0,0 0 0,-1 1 0,-1 0 0,-1 1 0,-2 0 0,12-6 0,0-1 0,-1 1 0,-1 0 0,-1 1 0,-3 1 0,-3 0 0,-2 3 0,-4 0 0,11-6 0,-1 1 0,-3 1 0,-7 3 0,-9 2 0,-12 4 0,16-20 0,-42 15 0,-67 36 0,-44 17 0,-18 8 0,7-1-759,7-1 1,3 2-1,-10 4 1,-21 2 758,54-9 0,-6 0 0,-6 1 0,-4 1 0,-5 2 0,-5-1 0,-3 2 0,-3 0 0,-2 0 0,-3 2 0,-1-1 0,-2 1 0,0 0 0,0 0 0,-1 0 0,2 1 0,1-1 0,2 0 0,11-2 0,0 0 0,-1 0 0,0 1 0,0-1 0,-1 1 0,0 0 0,0-1 0,-2 2 0,1-1 0,-2 1 0,0-1 0,-1 2 0,0-1 0,-2 1 0,0 0 0,-1 0 0,-1 1 0,-1 0 0,0 1 0,-2 0 0,-1 0 0,-1 1 0,16-3 0,-1-1 0,-1 2 0,-1-1 0,-1 1 0,-1 0 0,-1 1 0,-1-1 0,-1 1 0,0 0 0,-1 1 0,0 0 0,-1 0 0,-1 0 0,0 0 0,0 1 0,-1 0 0,0-1 0,0 2 0,0-1 0,0 0 0,0 1 0,-1 0 0,1-1 0,0 1 0,0 0 0,1 0 0,-1 0 0,2 1 0,-1-1 0,1 0 0,1 1 0,0-1 0,1 0 0,-1 1 0,0 0 0,-1-1 0,1 0 0,0 1 0,0-1 0,-1 0 0,1 0 0,0 0 0,0 1 0,0-1 0,0 1 0,0-1 0,1 1 0,-1 0 0,1 1 0,-1-1 0,1 1 0,0 0 0,0 1 0,0 0 0,0 0 0,1 1 0,0 0 0,0 0 0,0 2 0,0-1 0,1 2 0,0 0 0,0 0 0,0 1 0,1 1 0,0 1 0,0 0 0,0 1 0,-1 1 0,0 0 0,0 2 0,0 0 0,-1 0 0,1 1 0,-1 1 0,1 0 0,0 0 0,-1 1 0,1 1 0,1-1 0,0 2 0,0-1 0,0 0 0,2 1 0,-1 0 0,2 0 0,0 0 0,1 1 0,1-1 0,1 0 0,0 0 0,2 0 0,1 0 0,1 0 0,2-1 0,0 0 0,2 0 0,1 0 0,2-1-102,-20 12 1,2-1-1,1 0 1,2 0-1,1-1 1,2 0 0,1 0-1,2 0 1,1 0-1,1 0 1,2 1 0,1 0-1,1 1 1,1 1-1,1 0 1,1 1-1,2 1 1,0 1 0,1 1-1,1 2 102,-7 7 0,0 1 0,-1 2 0,1 2 0,-1 1 0,2 1 0,1 0 0,3 1 0,1 1 0,4-1 0,3 0 0,3 0 0,5-1 0,5-1 0,5-1 0,6-2 0,6-1 68,-6 28 0,9-1 0,8-1 0,9-1 0,7-1 0,6-2 1,6-2-1,6-2-68,7 5 0,9 0 0,6-2 0,8-3 0,6-3 0,4-3 0,5-5 0,7-3 0,6-4 0,6-4 0,6-4 0,3-3 0,4-3 0,2-4 0,-9-10 0,3-4 0,3-1 0,3-4 0,2-2 0,2-2 0,2-2 0,2-2 0,0-2 0,-5-3 0,2-2 0,1-1 0,2-2 0,1-1 0,1-3 0,2-1 0,1-2 0,1-2 0,0-3 0,1-1 0,-11-2 0,-1-1 0,2-1 0,0-2 0,1-1 0,1-2 0,0-2 0,1-1 0,2-1 0,0-2 0,1-3 0,0-1 0,2-1 0,1-3 0,-16 2 0,2-3 0,1 0 0,2-3 0,0-1 0,2-1 0,0-2 0,1 0 0,0-2 0,0-1 0,0-1 0,1 0 0,-1-1 0,-1-1 0,0 0 0,-1 0 0,-1-1 0,-1 1 0,-1-1 0,-2 1 0,4-3 0,-2 1 0,0-1 0,-1-1 0,0 0 0,-1-1 0,-1 0 0,0-1 0,0 0 0,-1-1 0,-1-1 0,1 0 0,-2-1 0,1 0 0,-1-1 0,1-1 0,-1-1 0,-1 0 0,2-2 0,1-2 0,1-1 0,0-1 0,1-1 0,-1 0 0,0-2 0,-1 0 0,0 0 0,-2-1 0,-1 1 0,-2 0 0,-1 0 0,-3 0 0,-2 2 0,-3 0 0,-3 2 0,-3 0 0,15-13 0,-2-1 0,-5 1 0,-2 1 0,-3 0 0,-4 1 0,-3 1 0,-3 2 0,-4 1 0,-2 2 296,23-23 1,0 0 0,-9 4 0,-21 6 0,-30 10-297,-56-18 0,-45 24 0,22 41 0,-15 13 0,-8 9 0,-5 3 0,1-1 178,0-1 0,-4 2 1,-3 2-1,-1 1 1,-1 1-1,0 0-178,9 0 0,-2-1 0,-2 2 0,0 0 0,3 1 0,4 0 0,6 1 0,-23 8 0,5 1 0,8 0 0,9-2 1188,4-2 0,7-2 0,27-2-1188,33-4 5329,9 17-5329,29 13 0,11-7 0,2-3 0,1 5 0,24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26.2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12716 872 24575,'99'3'0,"0"0"0,0-1 0,0 1 0,0-1 0,0 1 0,-1-1 0,-3 0 0,0 1 0,-1-1 0,0 1 0,-2-1 0,-2-1 0,-3 0-197,11 0 0,-3-1 1,-3 0-1,0 0 0,0-1 0,-1 1 0,0 0 1,0 0-1,-1 0 0,-2 0-49,12 0 0,-2 0 0,-2 0 0,-1 0 0,-6 0 0,-1 0 0,-1 0 0,-3 0-82,17 0 0,-3 0 0,-4 0 548,-9 0 0,-3 0 1,-2 0-221,21 0 0,-4 0 0,-12 0 0,-4 0 0,-17 0 0,-6 0 983,16 0 0,-23 0 0,-5 0-566,2-8 1,10-6-418,4-1 0,8-4 0,8-3 0,-5 0 0,9-3 0,4-2 0,-1 0 0,-5 1-123,-2-1 0,-3 2 0,-2-1 0,3 0 123,9-4 0,6-1 0,-7 1 0,-17 5 0,20-13 0,-103 18 0,-47 5 0,-26 3 0,18 1 0,-8-2 0,-5 0 0,-4-1-197,-3-1 0,-5-1 1,-4-1-1,-2 0 0,-2 0 56,21 3 1,-1 1-1,-2-1 1,-1 0-1,-1 0 1,0 1-1,0 0 0,-4 0 1,0 1-1,-1-1 1,0 2-1,0-1 1,1 1-1,1 1 13,3 1 1,0 0 0,0 0-1,1 1 1,0 1 0,2 1 0,1 0 127,-7 0 0,1 2 0,2 0 0,0 1 0,2 0 0,2 1-197,-4-1 0,1 1 1,2 1-1,3 0 0,2 1 128,-3-1 1,2 2-1,4 0 1,4 0 305,-3 1 1,4 0 0,6 0-238,-3 2 0,9 1 0,-3 5 0,42-2 983,16-1 0,-15 17 0,-37 34-492,8-7 1,-6 6-165,10-10 1,-2 3 0,1 0-108,-21 25 0,4 0-220,10-12 0,15-3 0,30 20 0,51-54 0,28-9 0,9-3 0,-8-3 0,8-2 0,7-3 0,4 0 0,3 0-123,-14-2 0,3 1 0,4-2 0,2 0 0,2 0 0,1 0 0,1-1 0,0 0 13,0 0 1,1-1 0,2 0 0,1 0-1,0 0 1,1-1 0,-1 0 0,-1-1-1,-1 0-13,6-1 0,1-1 0,-1 0 0,-1-1 0,0 0 0,-2-1 0,-1 0 0,-3 0-18,2-1 1,-2 0-1,0 0 1,-2-1-1,-4 0 1,-3 0-1,-5-1-105,22-4 0,-7 0 0,-6-1 0,-9 0-246,18-6 0,-18 2-492,-11 3 180,-69 12 804,-54 0 0,-9-3 0,-12-3 0,-1 0 0,-8-1 0,-6-2 245,-1 1 1,-6-2 0,-4 1 0,-3-1-83,22 4 1,-3 0 0,-2 0 0,-1 0 0,-1 1 0,-2 0-305,7 1 1,-2 1-1,-2 0 1,0 0-1,0 1 1,0 0-1,0 0 122,1 1 1,-1 0-1,1 0 1,-1 0 0,1 1-1,2 0 1,0 1 18,-4 0 0,-1 0 0,2 1 0,2 0 0,2 0 0,2 1-173,-21-1 1,4 2-1,4-1 1,7 1 172,4 1 0,6-1 0,9 2 0,-1 0 0,17 1 0,26 3 983,90-6-492,9-4 1,15-2-315,0 1 0,9-2 0,5 0 19,-25 1 1,4 0-1,2 0 1,1-1 0,0 1-123,5-1 1,2 1-1,1-1 1,0 1-1,-1 0-74,0 1 0,1 0 0,0 0 0,-2 0 0,-3 1 31,9 0 0,-3 0 0,-2 0 0,-7 1-31,2 1 0,-6 0 0,-8 0 0,5 0 0,-15 0 0,-17 2 0,-99 9 0,-29 1 0,-18 2 0,10-1 0,-7 1 0,-5 0 178,12-2 1,-4 1-1,-1 0 1,1 0-179,3-1 0,-1 1 0,3-1 0,3 1 0,-8 1 0,4 1 0,7-2 402,-9 2 0,20-1-402,37 2 0,97-11 0,49-5 0,-40-1 0,8-1 0,6-1 0,4-1 0,0-1-164,0 1 0,3-2 0,3 0 0,1-1 0,1 0 0,0-1 23,-8 0 1,2 0-1,1-1 1,0 0-1,0 0 1,-3-1-1,-2 0-23,3-1 0,-2-1 0,-1 0 0,-2-1 0,-4 1 0,-4-1 5,9-1 0,-5-1 0,-6 1 1,-7 0 158,30-3 0,-42 1 0,-74 4 0,-45 6 0,-38 7 0,-9 0-164,36-1 0,-5-1 0,-5 1 0,-3 0 0,-3 0 0,-2 0 41,4 0 0,-3 0 0,-2 0 0,-4 0 0,-1 0 0,-1 0 0,-2 0 0,0 0 24,10 0 1,-2 0 0,-2 0-1,-1 0 1,0 0 0,-1 0-1,-1 0 1,1 0 0,-1 0-1,1 0 9,7 0 1,1 0-1,-1 0 1,-1 0 0,1 0-1,0 0 1,-1 0 0,0 0-1,1 0 1,-1 0-1,0 0 0,-1 0 1,-1 0-1,0 0 1,0 0 0,0 0-1,0 0 1,0 0 0,1 0-1,0 0 1,2 0-1,0 0-9,-3 0 1,1 0 0,0 0-1,1 0 1,1 0 0,0 0-1,1 0 1,0 0 0,1 0-1,1 0-24,-13 0 0,0 0 0,1 0 0,0 0 0,2 0 0,1 0 0,2 0 0,1 0 107,0 0 1,1 0-1,2 0 1,1 0 0,1 0-1,2 0 1,1 0-149,-3 0 0,2 0 0,1 0 0,2 0 0,0 0 0,0 0 131,-11 0 0,1 0 1,1 0-1,0 0 1,2 0 32,4 0 0,0 0 0,2 0 0,-1 0 0,1 0 196,3 0 1,-1 0-1,1 0 1,1 0 0,0 0-97,-15 0 1,0 0-1,1 0 1,2 0 144,7-1 1,1 1 0,2 0 0,2 1 81,-16-1 1,3 1 0,1 4-1,4 2 1,2 4 0,1 4-1,4 4 1,2 4 0,2 6-1,-4 6 1,2 6 0,0 5-83,14-5 1,0 4 0,1 4 0,0 0-48,-2 5 1,0 2 0,0 3-1,2 1-198,-3 6 0,0 2 0,2 2 0,0 2-87,12-11 0,1 2 0,0 1 0,1 1 1,2 2 86,0 3 0,2 0 0,0 3 0,2 0 0,1 2 0,0 3 0,0 2 0,2 1 0,1 2 0,3 0 0,1 2 0,3 1 0,1 1 0,2 0 0,2 1 0,3 0 0,1 1 0,3 0 0,2 0 0,1 1 0,3-1 0,2 0 0,2 0 0,2 0 0,1 1 0,2 0 0,1 1 0,2 1 0,2-1 0,1 1 0,0 0 0,2 1 0,1 0 0,2 0 0,2 0 0,2 3 0,2 1 0,2 0 0,2-1 0,0-1 0,2-4 0,0-2 0,2 0 0,0-1 0,2-3 0,5 12 0,2-1 0,1-4 0,-1-3 267,6 9 0,-1-4 0,-1-9-267,2 2 0,-6-12 746,-5 12-746,-93-109 0,10-14 0,-12-15 0,-7-6-197,10 8 0,-5-5 1,-5-3-1,-2-3 0,-3-1 56,12 9 1,-4-3-1,-1-1 1,-2-1-1,-1 0 1,0-1-1,1 1 96,8 7 0,0-1 1,0-1-1,0 1 1,-1 0-1,2 0 1,0 1-1,1 1 45,-4-3 0,1 0 0,0 0 0,1 1 0,2 1 0,1 1 0,2 2 188,-11-8 0,1 2 0,3 1 0,3 2 0,6 2-188,-13-10 0,6 3 0,8 1 109,-8-8 0,11-2-109,18 3 0,6-4 0,3-15 0,2-8-308,4 14 1,-2-5-1,-1-2 308,-4-8 0,-1-2 0,-4 0 0,8 19 0,-2 0 0,-1 0 0,-2 2 0,0 3 0,-2 0 0,-1 2 0,1 2 0,-12-14 0,0 3 0,1 3 327,3 9 1,0 2 0,2 4 163,-11-10 1,3 5-1,14 14 1,2 5 491,-17-19 0,21 18-647,14 13 647,9 9-692,6 11-151,3 4-140,1-2 0,-4-3 0,-6-16 0,-11-18 0,-13-18 0,-9-17 0,-4 0 0,5 9 0,8 18 0,11 20 0,10 14 0,7 9 0,3 3 0,-2-4 0,-6-9 0,-8-7 0,-7-9 0,-4-1 0,3 5 0,7 3 0,6 7 0,8 8 0,4 2 0,3 5 0,1-3 0,-1-7 0,-1-17 0,-2-23 0,-4-23 0,-3-6 0,-1 8 0,0 24 0,2 23 0,2 15 0,3 7 0,-1 2 0,-3-3 0,-2-2 0,-2 1 0,3 0 0,3 6 0,4 27 0,3 38 0,1-8 0,3 8 0,2 17 0,3 4 0,2 4 0,2-1 0,-1-10 0,2-3 0,0-2 0,0-1 0,-2-9 0,0-2 0,-1-5 0,0-3 0,9 44 0,-7-38 0,-3-14 0,0 0 0,1 3 0,-2 1 0,-1 0 0,-1-6 0,-2-5 0,-1-4 0,0-2 0,-2 2 0,0 10 0,0 9 0,-2 10 0,0 5 0,0 4 0,0 2 0,0 2 0,0 4 0,0 1 0,-3 4 0,-1 1 0,-4-1 0,-2 0 0,0-2 0,-1-2 0,0-8 0,2-6 0,0-3 0,1-2 0,-2 3 0,-3 2 0,-1 4 0,-1 14 0,-2 16 0,9-40 0,0 2 0,-1 11 0,1 1 0,-1 6 0,0 1 0,2 6 0,1 2 0,1 5 0,0 0 0,2-1 0,1 0 0,2 2 0,0 0 0,0 1 0,0-1 0,0-3 0,0-1 0,0-4 0,0-2 0,0-6 0,0-3 0,1-5 0,1-1 0,1-2 0,1 1 0,3-1 0,2 0 0,2 1 0,2 0 0,1-1 0,0 0 0,1-5 0,-1-2 0,-2-5 0,-1-3 0,6 35 0,-6-17 0,0 2 0,-1 10 0,-1 19 0,-5-44 0,-1 0 0,-1 0 0,-1-2 0,0 36 0,-1-29 0,0-22 0,0-3 0,0 30 0,0-5 0,0 8 0,0 18 0,0 8-328,0-11 0,0 6 0,0 3 189,0-14 1,0 2-1,0 1 1,0 0 138,1 0 0,0 0 0,1 0 0,0 1 0,0 4 0,1 1 0,0 0 0,2-2 0,0-8 0,0-1 0,2-1 0,0-2-157,3 15 1,1-1 0,1-4 156,0-7 0,0-2 0,0-5 0,5 14 0,1-5 0,-3-13 0,2-1 0,3-2 0,3 1 0,3 6 0,3 1 0,5 6 0,3 0 0,4 2 0,1 0 491,-3-6 1,0-2-234,-4-9 1,-2-2-6,-5-10 1,-1-2-254,15 33 0,-5 2 0,-4-1 0,-6-6 0,-10-14 0,-8-6 0,-6 34 0,-3-25 0,0 6 0,-2 18 0,-2 4 0,-1-26 0,-2 2 0,-1-2 0,-6 25 0,-5-3 0,-2-12 0,-3-5 0,0-14 0,-2-5 0,-19 24 0,3-18 0,6-13 0,10-11 0,6-11 0,10-12 0,6-7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27.28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9489 24575,'0'56'0,"0"-1"0,0-3 0,0 0 0,0 41 0,0-18 0,0-19 0,0-21 0,0-17 0,0-11 0,2-49 0,4-38 0,5 9 0,6-12 0,4-9 0,1-10-110,-5 25 1,2-6 0,2-5 0,0-5-1,2-3 1,1-4 0,0-2 0,2-2-1,0 0 44,-6 22 0,2-1 1,-1-2-1,2-2 1,0-2-1,1-1 1,0-1-1,0-1 1,1-1-1,0-1 1,1 0-1,-1 0 1,1-1-1,-1 1 0,1 1 8,-1 4 0,0-1 0,0-1 0,0 0 0,1-1 1,0 0-1,1-1 0,-1 0 0,1 0 0,-1 0 0,1 0 1,-1 1-1,1-1 0,-1 1 0,1 0 0,-1 1 0,0 0-4,1-2 1,-1-1-1,1 0 1,0 0-1,0 0 1,0 0-1,0 1 1,-1-1 0,1 2-1,0 0 1,-1 1-1,0 1 1,0 1-1,0 1 1,-1 2-1,0 2-28,6-19 1,-1 1-1,1 1 1,-1 2 0,0 1-1,0 2 1,-2 2 0,1 2-1,-2 3 1,0 4-1,-1 2-74,8-24 0,-2 5 0,0 4 0,-2 5 0,-2 5 0,0 6-82,0-2 0,0 5 0,-3 7 0,-3 10-246,4-4 0,-7 15-492,-5 13 0,2 3 802,26-51 182,-1 6 0,9-13 245,-14 28 1,4-4 0,1-4 0,2 0-1,7-10 1,1-3 0,2 0 0,0-1-50,-10 18 1,0-1-1,1 0 1,0 1 0,0 1-77,8-11 1,0 1 0,0 2 0,-3 3 206,7-9 1,-2 4 0,-3 4-1,-10 14 1,-2 2 0,-3 4 163,6-8 1,-6 5-277,9-20 1,-28 43 0,-4 11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03.6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4718 13626 24575,'-57'0'0,"1"0"0,-13 0 0,-5 0 0,-18 0 0,-5 0 0,30 0 0,-1 0 0,3 0 0,-18 0 0,4 0 0,15 0 0,6 0 0,-11 0 0,33 0 0,10 0 0,-8 3 0,-21 8 0,-30 7 0,29-5 0,-4 1 0,-13 1 0,-5 0 0,-9 1 0,-3 0 0,-6 0 0,0 0 0,-1 0 0,2-1 0,10 0 0,2-1 0,10-3 0,3 0 0,11-2 0,3 1 0,-38 6 0,11 0 0,10-3 0,8-2 0,0 0 0,-8 4 0,-12 5 0,-12 3 0,47-11 0,-1 1 0,2-1 0,1-1 0,-43 10 0,12-3 0,15-5 0,18-4 0,10-3 0,7-1 0,0 1 0,-9 4 0,-4 6 0,-13 5 0,-9 6 0,-2 1 0,1 3 0,6 0 0,8 0 0,3 0 0,3-3 0,0 1 0,-5-1 0,0-2 0,-4 3 0,1 1 0,3 0 0,8-3 0,6-9 0,9-5 0,4-4 0,5-2 0,5 1 0,3-2 0,2-2 0,1-1 0,4 0 0,24-1 0,3 0 0,20-1 0,-7-1 0,0 0 0,0 0 0,1 0 0,0 0 0,0 0 0,2 0 0,6 0 0,3 0 0,10 0 0,5 0 0,11 0 0,7 0 0,-5 0 0,-5 0 0,-11 0 0,-9 0 0,-5-1 0,-4-3 0,-3-3 0,-1-3 0,-2-1 0,-3-1 0,1 0 0,4-4 0,7 0 0,3-1 0,10-3 0,-3 3 0,-5-1 0,-7 2 0,-14 3 0,-8 3 0,-9 2 0,-7 1 0,-4 0 0,-14-2 0,-16-1 0,-25 0 0,-21 0 0,-9-1 0,-3 2 0,11 2 0,7 3 0,9 4 0,9 0 0,5 0 0,8 0 0,4 0 0,1-3 0,0-1 0,1 1 0,7 0 0,6 3 0,6 0 0,3 0 0,0 0 0,-1-1 0,2-4 0,2-9 0,2-22 0,4-51 0,-1 2 0,2-14 0,2 24 0,2-7 0,2-6 0,4-3-547,0 9 1,3-5 0,1-2 0,3-3 0,1-3 0,2-1 284,0 8 0,2-2 0,1-2 0,1-2 0,3-1 0,0-1 1,1-1-1,1 0-66,-2 10 0,1-1 0,1-1 1,1-1-1,1-1 0,1 1 1,0-2-1,1 1 0,0 1 1,0-1 169,-1 6 1,0 1 0,1-2 0,1 1 0,-1 0 0,2-1 0,-1 1 0,1 1 0,-1-1 0,1 1 0,-1 1 157,2-6 0,1 1 0,1-1 0,-1 1 0,1 1 0,-1 0 0,0 0 0,0 2 0,-1 0 0,0 1-265,0 0 1,0 0-1,0 1 1,0 0-1,-1 2 1,0 0-1,-1 1 1,0 1 0,-1 0 264,6-12 0,-1 0 0,0 2 0,-1 0 0,-1 2 0,0 0 0,-1 2-209,2-7 0,-1 1 0,-1 2 0,-1 0 0,0 2 0,0 1 209,2-9 0,0 2 0,-1 1 0,-1 1 0,0 2 309,-3 7 0,0 0 1,0 2-1,-1 2 0,-1 3-309,3-5 0,-2 3 0,0 2 0,-2 6 1092,1-4 0,-1 6 0,-2 6-745,2 0 1,-3 11 2928,3 6-2857,-15 41 2618,-6 36-3037,-2 59 0,-1-19 0,2 8 0,0-15 0,2 3 0,-1 1 0,2 3 0,-1 1 0,2-3 0,4 21 0,2-7 881,-4-20 0,0-9-881,3 9 0,-3-39 0,-3-15 0,-3-7 0,0-14 0,-4-23 0,-3-23 0,-7-6 0,-8 13 0,-8 24 0,-3 21 0,0 23 0,3 25 0,2 23 0,0 15 0,1-1 0,-1-10 0,-1-6 0,2-7 0,0-5 0,-2 1 0,-1-4 0,-2-1 0,2 0 0,0 5 0,-1 10 0,0 11 0,-5 19 0,15-38 0,1 1 0,0 6 0,0 0 0,0 0 0,0-2 0,3-7 0,-1-4 0,-8 24 0,4-30 0,3-30 0,0-74 0,4-7 0,2-14 0,1 4 0,-1-6 0,1-4-334,1 12 0,0-3 0,1-2 1,0 2 333,-1-23 0,1 1 0,0 3 0,1 13 0,0 2 0,1 6 0,1-9 0,0 10 0,0-17 0,0 42 0,4 21 0,4 6 0,2 6 1335,3 2-1335,0 4 0,1 2 0,-1 3 0,-1 3 0,-2 0 0,-3 11 0,-2 18 0,1 38 0,1-10 0,0 6 0,2 17 0,1 4 0,2 8 0,1 0 0,0-4 0,-1-4 0,-2-15 0,0-5 0,4 21 0,-7-35 0,-4-23 0,-3-8 0,0 25 0,-6 35 0,-1-12 0,-2 6 0,-4 14 0,-2 1 0,0-5 0,-3-3 0,3-12 0,-2-7 0,-9 6 0,-6-86 0,9-30 0,3-26 0,1-12 0,4 15 0,2-9 0,0-6 0,1-7 0,0-4 0,1-5-298,3 24 0,0-5 0,1-3 0,0-4 0,0-2 0,0-3 0,1-1 0,0-1 1,1-2-1,0 0 0,0 0 63,1 10 1,0-2 0,0-1 0,0-1 0,0-1 0,1-1 0,-1-1 0,2-1 0,0 0 0,0 0 0,2-1 0,0 0 0,1 0 0,1 0 29,0 7 0,2 0 0,-1-2 0,2 0 1,0 0-1,1-1 0,0 0 0,1 0 0,0 0 1,1 0-1,0 0 0,0 1 0,1 1 0,0-1 1,1 2-1,0 1 98,1-8 1,0 0-1,1 0 1,0 0 0,0 1-1,1 0 1,1 1-1,0 0 1,1 2 0,0 0-1,1 2 1,0 1-1,1 2 1,1 2-116,3-8 1,0 1-1,1 1 1,1 2 0,1 2-1,0 1 1,1 1 0,0 2-1,1 2 1,0 2-1,0 1 222,6-13 0,0 3 0,2 1 0,0 2 0,0 4 0,0 2 0,-1 4 0,-1 5-77,6-11 0,-1 5 0,0 4 1,-1 6-1,0 3 77,10-14 0,-1 7 0,-2 9 1570,-1 5 0,-1 10-1570,28-11 3276,8 16-2567,-15 22 1,11 4-710,2 6 0,9 4 0,7 1 229,-17 3 0,6 1 1,3 1-1,5 1 1,3 0-230,-6 1 0,3 1 0,4 0 0,2 1 0,2 0 0,2 0 0,0 0-365,-11 0 1,1 1 0,2 0 0,1 0 0,1 0 0,1 0 0,-1 1 0,1-1 0,-2 0 305,2 0 0,1 0 0,0 0 0,0 0 1,0 0-1,-1 0 0,0 0 0,-1 0 1,-2 0 58,3 0 0,0 0 0,-1 0 0,0 0 0,-2 0 0,-2 0 0,-3 0 0,-4 0-131,21 0 1,-4 0 0,-4 0 0,-5 0-1,-7 0 131,11 0 0,-10 0 0,-11 0 0,-15 0 0,-13 0 0,-13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06.24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221 43 24575,'-53'-9'0,"1"-1"0,7 6 0,-26-15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5.10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5487 6884 24575,'27'66'0,"9"15"0,9 14 0,-5-14 0,4 5 0,3 9-164,-13-21 0,3 8 0,1 4 0,1 1 0,-2-3 0,-2-6-82,4 8 0,-1-7 0,-2 0 0,1 4 49,-2-2 0,2 7 1,-1-1-1,-4-6 0,-5-13-295,1 2 0,-6-8 0,2 10 0,-3-2 0,-8-15 0,-3-5 470,3 19 22,0-4 0,-7-53 983,-1-13-656,-1-51 1,-6-49 0,0-5-83,2 15 1,0-5 0,0-5 0,0-9-369,0 32 0,0-7 0,0-3 0,0-2 0,0-3 0,0 1 0,0 2 0,0 1-18,0-6 1,0 0-1,0 0 1,0 1-1,0 1 1,0 4-1,0 2 48,0-12 0,0 1 1,0 5-1,0 4 0,0 8 93,0-15 0,0 9 0,0 27 0,0 33 0,0 28 0,14 94 0,-6-34 0,2 15 0,2 9 0,0 3 0,1-2-197,1 6 0,2 2 1,0 1-1,1 4 0,0 4 74,-4-21 0,1 3 0,0 4 0,1 1 0,-1 0 0,1 0 0,0-2 0,1-3-41,2 15 0,2-2 0,0-1 0,-1-2 0,0-3 0,-1-3-33,-2 0 0,-1-4 1,0-1-1,-1-3 0,2-1 183,3 11 1,1 0 0,-1-5 0,-4-9 13,0 19 0,-3-9 0,1-2 0,-2-7 0,-4 19 983,-7-1 0,-5-10-492,-2-36 1,-2 1 491,-6 35-961,3-24 0,1 1-22,6-12 0,1 1 491,0 29 1,1-1 491,-2 6-492,3-32 1,-2-7 491,-7-21 0,-9-11-476,-43-9-507,-1-2 0,-13-3 0,3-4 0,-7-2 0,-6-2-246,2 0 0,-6-1 0,-2-1 0,4 2 95,12 1 0,1 1 1,2 0-1,1-1 151,-17-4 0,2-1 0,13 4 0,18 7 0,13 0 0,12 0 0,26-9 0,9-36 0,12-15 0,7-13 0,-1 8 0,2-4 0,4-4-246,2 6 0,4-3 0,2-2 0,-1-2 200,3-12 1,0-2 0,1-2-1,1 0-151,-3 13 0,1 0 1,1-1-1,-2 0 0,-2-2 103,-3-2 0,-2-2 1,-1 0-1,-1-1 0,0 1 94,2 3 0,0 0 0,-1 0 0,-2-2 0,-2-4 0,-6 5 0,-2-4 0,-2-1 0,-1-2 0,-1 0 0,0 0 0,2-3 0,0 1 0,-1-1 0,-2-2 0,-1 0 0,-2-2 0,-4 4 0,-2-1 0,-2-1 0,-1-1 0,-1 0 0,-1 0 0,2 1 0,0 0 0,0-1 0,0 0 0,-1 0 0,-1 3 0,-1 2 0,-2 5 0,-4-7 0,-3 5 0,-2 3 0,1 1 0,2-1 0,2 0 0,0 0 0,1 0 0,1 3 0,-1 4-328,-5-22 0,0 7 0,2-1 94,5-2 1,2 0 0,0-7 233,2 24 0,0-3 0,0-4 0,0-1 0,1-3 0,2 3 0,-1-4 0,1-1 0,1-1 0,-1-1 0,0 3-164,0 1 0,0 2 0,0 0 0,0-1 0,0-1 0,0-1 23,1 2 1,-1-2-1,1-2 1,-1 0-1,0 1 1,0 1-1,-2 4-56,0-15 0,-2 5 1,0 1-1,1-2 0,0-3 182,2 15 0,0-2 0,1-3 0,0 0 1,0 1-1,-1 2 0,0 4 15,-2-12 0,-1 4 0,0 3 0,1-1 0,0-1-197,2-7 0,1-4 1,1 2-1,-1 6 0,0 13-10,0-15 1,0 11 697,0-7 1,0 14 357,0 33 134,0-45-584,-4 71 584,2-4 0,-2 7 0,-1 9-395,-1-4 395,-31 16-656,-20 39 1,-17 29 0,1-2-1,14-21 1,0-3 0,-6 13-469,12-6 1,-5 10-1,-5 6 1,-1 5-1,1 0 1,3 0-1,5-5-56,-5 10 0,6-2 1,1 0-1,1 3 0,-1 5 56,4-6 1,-1 5-1,-1 4 1,1 0-1,2 0 1,2-3-1,4-6-56,1 3 0,4-4 1,2-3-1,2 0 0,0 0-49,-6 18 0,0 2 0,4-5 0,3-13-222,-1 1 0,4-12 468,-10 17 0,16-35 0,13-35 983,0 10 0,-41 28-492,-6 6 1,-15 7-165,1-9 1,-9 2 0,-8-1-525,19-17 0,-5 1 1,-3-1-1,-3-1 0,-2-1 152,7-5 0,-3 0 1,-1-1-1,-3-1 0,0-1 1,-2-1 44,-8 1 0,-3-2 0,-1-2 0,-1 0 0,0 0 0,2-1 0,6 0 0,1-1 0,0 0 0,0 0 0,0-1 0,-1 0-164,-4-2 0,-3 0 0,1-2 0,0 1 0,4 0 0,3 0-33,3 2 0,3 2 1,3-1-1,1-1 0,1-3-49,-9 0 0,1-2 0,3-1 0,7-1 22,-24 8 0,15-3 224,-9-3 0,48-18 983,14 0 0,14 0 0,-9 0 0,-18 0 0,2 0 0,-13 0 0,37 0-645,26-7-338,50-5 0,30-4 0,-21 0 0,7-3 0,7-3 0,7-2-141,-9 2 1,9-2-1,5-2 1,3-1-1,1-1 1,-2 0-1,-4 0 0,-7 1 1,-2 0-1,-2 0 1,1-1-1,0 0 1,0-2-1,1-1 0,10-3 1,3 0-1,1-2 1,0-1-1,-4-1 1,-5-4-1,-8-3-56,3-11 0,-6-5 1,-6-2-1,-6-2 0,-4-2-49,-1-7 0,-7-3 0,-5-2 0,-5-1 0,-3 2 0,-5-3 0,-4 0 0,-5 1-82,-5-18 0,-9 0 0,0-1 269,1 18 0,-1-1 0,-1 0 0,-1 5 59,-3-2 0,-2 4 0,4-3 0,3 0 0,3-4 0,-1 2 0,-2 9 0,-5-11 0,1 7 0,12-11 0,4 1 0,-8 16 0,0 4 491,2 8 1,1 4 491,8-21 0,-8 30 0,-12 3 0,8 16 0,-11-16 0,11 9-740,-6-18-243,6-8 0,2-11 0,-3 11 0,5 4 0,-1 20 0,9 12 0,11 13 0,-7 23 0,23 44 0,-36-11 0,-4 2 0,18 22 0,-18-3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7.03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3228 1 24575,'-32'21'0,"-29"5"0,-13-7 0,-11-2 0,5-2 0,-5 0 0,12 0 0,-5 0 0,7-1 0,-1-1 0,8 1 0,-24 17 0,34-3 0,21-5 0,5-2 0,3 0 0,3-9 0,-6 8 0,-4-3 0,4-1 0,-13 10 0,7-9 0,-26 19 0,2-3 0,-2 4 0,-5 0 0,17-15 0,-1-1 0,-33 18 0,0 0 0,30-19 0,1-2 0,-13 5 0,0-1 0,3-1 0,1 1 0,-5 2 0,-5 0 0,8-8 0,-5 0 0,1 2 0,-25 16 0,-1 1 0,18-15 0,-4-1 0,8 0 0,2 4 0,6-2 0,6-4 0,10-3 0,20-3 0,10 0 0,5 0 0,5-1 0,-3 1 0,-2 5 0,-6 0 0,-5 1 0,6-6 0,0-2 0,-5-3 0,3 5 0,-3-5 0,15-1 0,54-5 0,33 0 0,5 0 0,11 0 0,-56-5 0,10-1 0,-18-5 0,4 0 0,-4 1 0,4-6 0,1-1 0,16-7 0,-17 2 0,-4 7 0,-24 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9.32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356 79 24575,'-37'31'0,"-2"2"0,-13 33 0,14-6 0,0 30 0,19-30 0,11-10 0,-2-15 0,4 2 0,0-2 0,1 12 0,1-10 0,2-4 0,-2-5 0,4-8 0,0-9 0,-5 0 0,4-1 0,-9 1 0,4 0 0,-5-5 0,-5 8 0,-1-2 0,5 10 0,3-6 0,32-45 0,11-19 0,7-22 0,-1 9 0,-19 28 0,1 12 0,-1 5 0,1 0 0,13-1 0,-5 0 0,7 2 0,-10-1 0,-1 4 0,-3-8 0,3 3 0,-9-5 0,19-42 0,-3-1-197,-1-11 0,0 1 1,-3 10-1,5-24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1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1125 24575,'-2'-6'0,"-2"0"0,-1 1 0,-1-1 0,0 1 0,-1 1 0,-1-1 0,0 2 0,1-1 0,1 2 0,2 0 0,2 0 0,0 0 0,1 1 0,-1-1 0,-2-2 0,-2 0 0,-1-2 0,-1 0 0,1 1 0,2 2 0,2 0 0,2 2 0,0-1 0,1 0 0,0-1 0,-1-2 0,0-1 0,-1 0 0,0 0 0,1 3 0,-1-2 0,-1-2 0,-1-2 0,0-1 0,0 0 0,1 2 0,1 2 0,1 4 0,1-1 0,0 1 0,0-1 0,0-2 0,0-3 0,0-3 0,1-1 0,0 0 0,2 0 0,0 0 0,-1 0 0,1 1 0,-1 0 0,1 2 0,-1 1 0,0 1 0,0 0 0,0-1 0,1 0 0,0 0 0,1 2 0,-2 1 0,1 1 0,-1 1 0,0 1 0,0 1 0,-1 2 0,1 4 0,2 6 0,3 7 0,2 4 0,7 5 0,0 0 0,0-5 0,-3-5 0,-6-7 0,-3-3 0,-1-2 0,-2 0 0,1 0 0,1 1 0,2 3 0,-1 1 0,1 2 0,0-1 0,-1 0 0,1 0 0,1 1 0,-1 0 0,-1-1 0,0-1 0,-2-2 0,-1-2 0,0-2 0,-1 1 0,1 2 0,0 3 0,0 4 0,1 1 0,0 2 0,0-1 0,-1 1 0,0 1 0,0-1 0,0 1 0,0-3 0,0-4 0,-1-2 0,0-4 0,1 1 0,0 0 0,0 6 0,1 7 0,-1 4 0,1 0 0,-1-4 0,-1-5 0,0-2 0,0-1 0,0-2 0,0-1 0,0-3 0,2-1 0,4-3 0,6-1 0,5 0 0,1 0 0,-3-1 0,-5-1 0,-3-1 0,-4-2 0,-1 1 0,-1-2 0,-1 1 0,0 1 0,0 0 0,1 2 0,1-1 0,3-2 0,1 0 0,0-2 0,0 2 0,-2 2 0,0 2 0,2 1 0,5 0 0,6 0 0,5 0 0,-2 0 0,-6 1 0,-7 0 0,-5 2 0,-2 0 0,1 1 0,-1 1 0,0 1 0,0 0 0,0 0 0,0 2 0,0 3 0,0 0 0,2-1 0,-1-2 0,2-2 0,-2-2 0,0-1 0,0 0 0,-1 0 0,0 2 0,1 0 0,-1 1 0,1 0 0,1 0 0,-1-2 0,0-2 0,1-2 0,0 0 0,-1-1 0,0-1 0,-1 0 0,-1 0 0,-1-1 0,-1 0 0,-7-4 0,-10-7 0,-8-5 0,-10-3 0,2 2 0,5 4 0,6 4 0,8 2 0,4 2 0,5 2 0,1 0 0,2 0 0,-2-1 0,-1-1 0,0 0 0,0 0 0,3 3 0,1 1 0,1 1 0,2 0 0,-1-1 0,0-2 0,0-3 0,0-3 0,-1-2 0,1-5 0,1-5 0,0-7 0,1-9 0,0-6 0,0-5 0,1 0 0,1 2 0,0 5 0,-1 5 0,-1 4 0,0 7 0,0 3 0,0 6 0,0 2 0,0 3 0,0 1 0,0 2 0,0 0 0,0 1 0,0 2 0,0 1 0,0 1 0,0 0 0,0 0 0,0-2 0,0-1 0,0-2 0,-1-2 0,-2 1 0,-1-1 0,-1 0 0,-1-2 0,0-2 0,-1 0 0,1-1 0,-1 3 0,2 3 0,1 3 0,2 3 0,-1 1 0,0-2 0,0-2 0,-1-2 0,-1-1 0,0 2 0,1 1 0,0 0 0,2 0 0,-2 0 0,0-2 0,0 2 0,1 0 0,0 2 0,1-1 0,0 0 0,0-1 0,0-2 0,0 2 0,0-1 0,1 1 0,0 1 0,0 1 0,0 0 0,0 0 0,0-2 0,-1 0 0,0 1 0,1 1 0,0 2 0,-1-1 0,0 1 0,0-1 0,0-1 0,0-1 0,0 1 0,0 2 0,2 1 0,-1 1 0,0-1 0,0 0 0,-1-2 0,1 0 0,0-1 0,-1 1 0,1 1 0,-1 1 0,0 0 0,1 1 0,0 0 0,0 0 0,-1-1 0,1 1 0,-1-1 0,0-1 0,0 1 0,0 0 0,0 0 0,-1 0 0,0 0 0,0 0 0,1 1 0,0 0 0,1 0 0,0 1 0,1-1 0,0 1 0,0-1 0,0 0 0,0-1 0,0 1 0,0 1 0,0-1 0,0 0 0,-1-1 0,0 0 0,0 0 0,-1 2 0,1 0 0,5 3 0,4 3 0,7 3 0,-1 0 0,-1-1 0,-4-3 0,-3-2 0,1-1 0,1 0 0,5 0 0,4 0 0,1 0 0,-1 0 0,-3 0 0,-5-1 0,-2-1 0,0-2 0,0-3 0,0 0 0,0 1 0,-2 2 0,-3 2 0,-1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1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3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7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8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30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3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381 355 24575,'-5'-8'0,"0"-2"0,0-1 0,-3-5 0,-1-5 0,-1 0 0,-3 0 0,1 4 0,3 6 0,0 3 0,3 6 0,1 1 0,-1 1 0,-3 0 0,-5 0 0,-2 0 0,0-1 0,3-1 0,4 1 0,4-1 0,3 2 0,0 2 0,1 1 0,0 3 0,2 0 0,-1-1 0,3 0 0,-1-1 0,2 0 0,0 0 0,0 1 0,1 0 0,1 0 0,-1 1 0,0 1 0,-1 1 0,0 0 0,-1-1 0,0 0 0,-2-2 0,1-1 0,0-1 0,0 1 0,2 0 0,-1 0 0,1-1 0,1-1 0,0-1 0,2 0 0,4-1 0,1-1 0,1-1 0,1-2 0,-4 0 0,-1 0 0,-1-1 0,0-4 0,2-2 0,2-2 0,-1-1 0,-1 2 0,-1-1 0,-2 0 0,-2 0 0,-1 0 0,-3 0 0,0 2 0,-1 2 0,-2 0 0,-2 1 0,-3 0 0,-3-1 0,0 1 0,-2-1 0,-1-1 0,0 0 0,2 2 0,1 0 0,3 4 0,3 1 0,0 0 0,1 0 0,-1 0 0,1 1 0,1 3 0,1 2 0,0 4 0,1 1 0,2 2 0,2 0 0,1 0 0,1-1 0,-1-1 0,0-2 0,0 1 0,0 0 0,1 1 0,-1 2 0,1 1 0,0 0 0,0 1 0,-1-3 0,-1 0 0,0-1 0,1-2 0,-1-1 0,-1-1 0,0-1 0,0 0 0,0 1 0,2 3 0,0 1 0,-1 0 0,0 0 0,-4-4 0,-2-5 0,-3-5 0,-4-7 0,-5-15 0,-4-8 0,-2-5 0,3 2 0,5 13 0,3 9 0,3 7 0,3 4 0,0 3 0,-1-1 0,-2-1 0,-1-3 0,1 0 0,0-2 0,1 2 0,1 1 0,1 2 0,1 3 0,0 0 0,-2 2 0,-2 0 0,-1 1 0,-3 1 0,-2 0 0,-1 0 0,0 1 0,2 0 0,2 0 0,3-1 0,2 0 0,1 0 0,0-1 0,-3 1 0,-3 0 0,-1 1 0,-1 0 0,0 0 0,2-1 0,2 0 0,1-2 0,3 0 0,0 0 0,-1 0 0,-2 0 0,-1 0 0,-1 0 0,0 0 0,2 0 0,1 0 0,0 0 0,-1 0 0,1 0 0,-1 0 0,2 0 0,1-1 0,1-1 0,0 0 0,0 0 0,-2-2 0,1 1 0,-1 0 0,2 0 0,2 1 0,1 0 0,2 2 0,0 0 0,1 2 0,1 0 0,0 3 0,2 1 0,1 2 0,1 0 0,-1 0 0,-1 0 0,1-3 0,1 1 0,3-1 0,0 0 0,-1 1 0,-4-2 0,-2-1 0,-2-1 0,0 1 0,-1 0 0,0 0 0,0 0 0,-2 0 0,1 0 0,-1-1 0,-4 0 0,-2 0 0,-4-2 0,-2 0 0,0-1 0,2-2 0,3 0 0,2-1 0,3 3 0,1-1 0,-1 0 0,0-1 0,-1-1 0,-2 0 0,-1 0 0,0-1 0,-1 1 0,1 0 0,1 2 0,1-1 0,0 0 0,1 0 0,0 1 0,0 0 0,1 0 0,1-1 0,-1 1 0,1 0 0,1 0 0,-1 0 0,1 0 0,0 0 0,0-1 0,0 1 0,0-1 0,0-1 0,0 0 0,0 0 0,2 1 0,1 2 0,3 1 0,8 5 0,0 3 0,5 7 0,-4 3 0,4 4 0,1 4 0,2 1 0,-3-4 0,-5-6 0,-5-5 0,-3-3 0,-1-2 0,0 0 0,0-1 0,1 1 0,-1-1 0,-1 1 0,0-1 0,-1 0 0,2 0 0,-1 0 0,2 0 0,1-1 0,-1 1 0,1-1 0,-1 1 0,-1 0 0,0-1 0,0 1 0,-1-1 0,0 0 0,-1-1 0,0 1 0,0 1 0,0 1 0,0-1 0,0 1 0,1-1 0,-1 1 0,0-1 0,0 1 0,0-1 0,1 2 0,0 1 0,0 2 0,-1-1 0,0 0 0,-1-3 0,0 0 0,-1-1 0,0 1 0,0-1 0,0 0 0,-1-2 0,1 1 0,-1-1 0,1 1 0,0-1 0,-1 1 0,0 0 0,0-1 0,1 0 0,-1-2 0,1 1 0,0 0 0,1 1 0,0 1 0,1 1 0,-1 1 0,1 2 0,0 2 0,1 4 0,1 3 0,1 3 0,0 5 0,0 1 0,-1 3 0,0-1 0,1 1 0,-1 2 0,0 3 0,0 5 0,-2 5 0,-1 1 0,0-3 0,-1-7 0,0-7 0,0-9 0,2-8 0,-2-7 0,1-3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41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175 535 24575,'4'7'0,"1"0"0,0 1 0,-1 0 0,-1-3 0,-1 0 0,1 0 0,0 0 0,2 1 0,1 1 0,-1-1 0,1 0 0,-1-1 0,-1-2 0,0-2 0,-1-1 0,-2 0 0,1-2 0,-1-1 0,0-1 0,0 0 0,-1-1 0,0 1 0,0-1 0,0 0 0,0 1 0,0-1 0,0 1 0,0 0 0,0 1 0,0 1 0,0 1 0,-2 0 0,1 1 0,-2 0 0,1-1 0,-5-9 0,-3-10 0,-5-7 0,-1-2 0,3 5 0,3 6 0,2 5 0,0 0 0,0 2 0,-1-1 0,0-1 0,1-1 0,1 0 0,1 1 0,1 2 0,0 0 0,1-1 0,-1-1 0,1-1 0,-1-1 0,-1 0 0,1-2 0,-1 0 0,0-3 0,-1-1 0,2-3 0,0-1 0,0 0 0,2 1 0,0 2 0,0 4 0,1 5 0,-3 4 0,-2 6 0,3 2 0,-2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29.24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12123 5498 24575,'-8'61'0,"-1"0"0,-8 19 0,-6 11 0,-4 12 0,4-21 0,-3 9 0,-3 5 0,-1 4 0,-1 2 0,0 1-123,3-13 0,0 2 0,-1 3 0,0 1 0,-1 0 0,-1 2 0,1-1 0,0 0 13,2-9 1,0 1 0,0 1 0,-1 0-1,1-1 1,-1 1 0,1-1 0,0 0-1,0-1-13,-1 7 0,-1 0 0,0 0 0,0 0 0,1-2 0,1-1 0,1-3 0,2-1-41,-3 8 0,3-3 0,0-2 0,2-1 0,0-3 0,0 0-33,-2 4 0,1-1 1,1-3-1,0-1 0,1-3-49,-2 6 0,0-2 0,1-3 0,2-5 197,0 0 1,3-4-1,0-7 49,-1 6 0,2-10 0,1 8 0,13-41 983,3-14 0,0-6 0,0-3 0,3 15 0,-2 39-492,1 3 1,-1 10-442,0-10 1,-2 5 0,0 2-195,-2 8 0,-1 2 0,-2-2 144,-1-6 0,-1-2 0,-2-5 0,-5 10 0,-8-10 0,-9-19 0,-11-9 0,-27-9 0,-14-8 0,-1-2 0,-10-2 0,-8 2-164,30-6 0,-5 1 0,-4-1 0,-3 2 0,-2 0 0,-2 1 41,7-2 0,-3 2 0,-2 0 0,-1 0 0,-3 1 0,0 0 0,-2 1 0,-1-1 24,9-1 1,-1 0 0,-2 0-1,0 1 1,-2 0 0,0 0-1,-1-1 1,-1 1 0,0 0-1,0-1 9,2 0 1,-1 0-1,-1 0 1,-1 0 0,0 0-1,0-1 1,-1 1 0,0-1-1,1 1 1,-1-1-1,1-1 0,1 0 1,-2 1-1,1-1 1,-1 0 0,1 0-1,0-1 1,0 0 0,0 0-1,1 0 1,2-1-1,0-1-20,-12 2 1,1-1 0,0-1 0,1 1-1,1-2 1,1 1 0,1-2 0,1 0-1,2 0-13,-2-1 0,2-1 0,1 0 0,0-1 0,2 0 0,2 0 0,1-2 0,1 1-41,-12 0 0,3-1 0,1-1 0,2 0 0,2-1 0,2-1-33,-1 0 0,2-2 1,2 0-1,1-1 0,1 0-49,-17-2 0,1-1 0,1-1 0,1-2 0,0-2 0,0-1 0,0-2 0,1 0 0,3 0 0,0-2 0,0 0 0,0 0 45,-2-1 1,0 0 0,0-1 0,1 1 200,2 1 0,0 1 0,0 0 0,2 1 245,7 2 1,1 1 0,0 1 0,1 0-82,2 0 1,0 1-1,1 1 1,2 1 162,-14 0 1,1 1 0,4 1-1,12 1 1,3 1 0,5 0 163,-12 1 1,8 0 491,-22 0 0,46-4 0,29-9 0,13-22-492,4-12 1,5-12-165,8-16 1,7-13 0,5-7-525,-1 11 0,4-7 1,3-5-1,2-3 0,3-2 74,-7 23 0,1-2 0,2-2 0,2-2 0,1-1 0,0 0 0,1-1 0,0 2 79,3-5 1,1-1 0,1 0 0,0-1 0,1 1 0,1 0 0,-1 2 0,0 0 43,-3 6 0,2-1 0,-1 1 0,0 1 0,1 1 0,-1 1 0,-1 2 0,-1 2 0,7-10 0,-1 1 0,0 3 0,-1 2 0,-2 3 0,-2 3-167,6-10 0,-2 3 1,-3 5-1,-1 3 167,2-3 0,-3 5 0,-3 3 0,4-9 0,-4 4 0,-5 9 0,-2 1 0,0 0 0,0-2 0,3-9 0,2-2 0,-6 14 0,0-2 0,2-2 327,4-10 1,2-3 0,0-2-1,4-6 1,0-2 0,1-1-83,-8 19 1,-1 0 0,1-1 0,0 0-91,-1 0 1,-1 1 0,0 0 0,0 0-156,10-21 0,-1 1 0,0 0 0,0 2 0,-1-1 0,-1 1 0,-2 5 0,0 0 0,-1-1 0,2-5 0,-1-1 0,-1 0 0,-8 18 0,0 0 0,-1-1 0,0-1-159,2-2 0,-1-1 0,0-1 0,0 1 159,0-2 0,1 0 0,-1 1 0,1 1 0,5-15 0,0 2 0,0 2-81,-4 10 1,1 2 0,-2 3 80,9-16 0,-2 7 0,-7 22 0,0 5 0,-4 10 0,4 3 0,7 2 0,9 1 0,12 0 0,10 0 0,10-2-164,-12 8 0,7-2 0,4 0 0,6-2 0,4-1 0,4 0 65,-13 5 1,3 0 0,4-1-1,3-1 1,3 0 0,2-1-1,3-1 1,1 0 0,3-1-1,1 0 37,-19 8 1,1-1-1,2-1 1,2 0-1,2-1 1,0 0-1,2 0 1,1 0 0,1-1-1,2 0 1,0 0-1,1 0 1,0 0-1,1 1 1,1-1-1,0 0 12,-7 4 1,1-1 0,1 0 0,0 0 0,2-1 0,0 1-1,1 0 1,1-1 0,0 1 0,1-1 0,0 1 0,1-1 0,0 1-1,1 0 1,0 0 0,1 0 0,-1 0 0,1 1 0,0-1-1,0 1 7,-7 2 0,1 0 0,0 1 1,1-1-1,0 0 0,0 0 0,1 0 1,0 0-1,1 1 0,-1-1 0,1 1 1,1 0-1,-1 0 0,1 0 0,0 0 1,-1 1-1,1 0 0,1 0 0,-1 1 1,0-1-1,0 2 0,0-1 0,1 1 2,-4 1 0,1 0 0,0 0 0,0 1 0,1-1 0,-1 1 0,1 0 0,0 0 0,0 1 0,1 0 0,-1 0 0,0 0 0,1 0 0,-1 1 0,0 1 0,1-1 0,-1 1 0,0 0 0,0 1 0,0 0 0,-1 0 0,1 1 0,-1 0 0,0 0-4,5 1 0,1-1 0,-1 1 1,0 0-1,0 1 0,0 1 1,-1-1-1,1 1 0,0 0 1,0 1-1,-1 0 0,0 1 1,1-1-1,-1 2 0,0-1 1,0 1-1,-1 0 0,1 0 1,-1 1-1,0-1 0,0 2 0,0-1-2,0 0 0,1 1 0,-1 0 0,0 1 0,0 0 1,0 0-1,0 0 0,-1 1 0,1 0 0,-1 0 1,0 0-1,0 1 0,0 1 0,-1-1 0,0 1 1,0 1-1,0-1 0,-1 1 0,0 1 0,0-1 0,-1 2-8,10-1 0,-1 1 1,0 0-1,-1 1 0,1 0 1,-1 0-1,-1 1 1,0 1-1,0 0 0,0 0 1,0 0-1,-1 1 1,0 0-1,-1 1 0,1 0 1,-1 0-1,0 1 0,-1-1-3,2 2 0,-1-1 0,0 1 0,-1 0 0,1 1 1,-1 0-1,-1 0 0,1 1 0,-1 0 0,0 0 0,0 1 1,-1 0-1,0 0 0,0 1 0,0 0 0,0 0 0,-1 1-4,3 0 1,-1 0-1,0 1 1,1 0-1,-1 1 1,0 0-1,-1 0 1,0 1 0,0 0-1,-1 0 1,0 0-1,0 1 1,-2 0-1,0 0 1,0 0-1,-2 1-14,12 1 0,-1 2 1,0 0-1,-2 0 0,1 0 1,-2 1-1,0 0 1,-1 0-1,-1 1 0,0-1 1,-1 0-1,-1 0 0,-1-1-14,8 2 1,-1 1-1,0-1 1,-2 0 0,0 0-1,-1 1 1,-1-1 0,-2 0-1,-1-1 1,-2 1-1,-2-1 31,13 2 1,-1 1-1,-3 0 1,-1-1-1,-3 0 1,-2-1-1,-2 0 1,-4-2 221,5 2 1,-3-2 0,-3 0 0,-3 0 0,-2-2 0,-1 0-45,19 4 0,-3 0 1,-4-2-1,-5-2 208,4-1 1,-6-1 0,-4-3 163,20 0 1,-7-3-1,-16-4 1,-5-2-1,-16-1 1,-6-1 491,17 2 0,-35 5 0,-19 3 0,-9 5 0,-4 4 0,0 16 0,0 32-492,1-7 1,-2 7-1,-4 21 1,-5 6-165,-2-23 1,-3 1 0,-7 0-299,-8 5 1,-7-1 0,-10-6-30,-18-1 0,-13-6 0,-10-6-197,18-20 0,-7-4 1,-4-2-1,-3-3 0,-4-1 33,0-3 0,-4-1 0,-3-3 0,-3-1 0,0-1 0,-1 0 23,9-3 1,-2 0-1,-1-2 1,-1 0-1,1 0 1,0-1-1,1 1 39,4-2 1,0 0-1,0 0 1,0 0 0,3 0-1,1-1 1,4 1 101,-14 1 0,2 0 0,3 0 0,5 1 0,5 1-4,-14 4 1,8 1-1,12 8 4,2 17 0,17 14 0,23 25 0,16 16-246,6-27 0,3 7 0,3 5 0,2 4 82,1-9 0,2 4 0,2 3 0,2 3 0,1 1 0,2 1 23,2 0 1,2 1-1,2 3 1,1 1-1,2 0 1,2 1-1,1 0 18,0-7 0,1 1 0,2 1 0,1 0 0,1 0 0,1-1 0,2-1 0,0-2-18,4 8 1,1-1-1,2-1 1,1-1-1,1-2 1,0-2-1,1-4 235,1-1 0,1-2 1,1-3-1,0-2 1,-1-4-1,-1-4-94,7 10 0,-2-4 0,-1-7 0,-2-6 4,15 14 0,-3-14-4,-14-24 0,0-7 983,30 8-492,-24-20 1,4-1-1,7 2 1,3-1-1,6-1 1,1-4-1,2-2 1,0-10-1,3-18 1,-2-17-165,-16-7 1,-2-11 0,-1-5-276,5-14 0,-1-8 1,-2-5-53,-8 6 0,0-5 0,-1-3 0,0 1 0,0-1 0,-1-1 0,0 0 0,-1 1 0,0 1 0,-1 0 0,1 0 0,0 0 0,2-3 0,0-1 0,1 0 0,-2 2 0,-3 6 0,0 1 0,-2 1 0,1 0 0,0-3 0,-1 0 0,0 0 0,-2 1 0,-1 4 0,-1 0 0,-2 1 0,0 3-80,2-10 0,-2 3 0,-2 4 80,10-19 0,-4 9 0,-12 29 0,-2 10 0,2-1 0,-8 22 0,3-9 983,16-31-602,-9 11 1,3-6-251,7-10 0,1-2-131,-1 1 0,0 3 0,-5 9 0,-1 6 0,17-15 0,-7 28 0,5 18 0,11 11 0,21 32 0,-28 15 0,-3 14 0,-10 2 0,-2 10 0,-3 5-328,6 19 0,-3 7 0,-2 6 101,-9-12 1,-1 5-1,-2 2 1,-2 1 29,-3-16 0,-2 2 1,-1 1-1,0-1 0,-2 0-49,2 19 0,-1 0 0,-2-1 0,-2-1 215,-1-4 0,-2-2 0,0 0 0,-1-2-215,-1-8 0,0-1 0,-1 0 0,-1-2 194,1-2 0,-1-1 1,0 0-1,-1 1 52,1 3 0,0 1 0,0 1 0,0 1-246,2 7 0,1 2 0,0 1 0,1 2 78,1-14 1,1 2 0,0 1 0,0 0 0,1 0 167,0 2 0,1 0 0,0 0 0,1 1 0,0 0 0,1 2 0,0 0 0,1 1 0,0 0 0,0 0 0,-1 1 0,1 1 0,-1-1 0,-1 0 0,0 0 0,-1-3 0,0 0 0,-2-1 0,1 0 0,-1-1 0,0-1 0,-1 0 0,0-1 0,-1-2 0,-2-2 189,-2 7 0,-2-2 1,-1-3-1,-3-4-189,-3 6 0,-3-5 0,-4-7 491,-8 8 1,-7-11-80,-2-23 0,-4-11 571,-41 3-718,-9-21 226,33-12 1,-2-7-1,-15-13 1,-4-9-308,-9-12 1,-1-8-184,21 5 1,0-5 0,1-3-2,-3-5 0,1-3 0,1-1 0,2 1 0,2-1 0,0 0 0,1 1 0,0-1 0,0 1 0,1 3 0,0 1 0,0 1 0,1 2 0,0 0 0,-1 2 0,-2 1 0,-1 2 0,0 1 0,-1 1 0,-1 2 0,-1 0 0,-8-2 0,-3 1 0,-3 2 0,-9-2 0,-5 2 0,-1 1-246,18 8 0,-2 1 0,-1 0 0,0 0 63,-4 0 1,-1 0 0,0 0 0,1 0 182,0 0 0,1 0 0,1 0 0,1-1 0,5 1 0,1-1 0,1-1 0,2 1-116,-14-7 0,1 0 1,5 1 115,12 6 0,2 0 0,6 3 0,-6-4 0,8 4 0,-19-4 752,31 16-752,14 8 983,6 5-214,-11 6-372,-28 15-397,-28 19 0,34-13 0,-3 3 0,-3 3 0,-2 0 0,1-2 0,-1 0 0,-2-2 0,0-2 0,0-1 0,0-2 0,0-1 0,1-2 0,2-3 0,2-1 0,3-2 0,2-1 0,3-2 0,1-1 0,-35 10 0,12 2 0,14 3 0,9 2 0,-6 3 0,-16 10 0,28-15 0,-3 0 0,-14 6 0,-6-1 0,8-8 0,-5-1 0,-2-1-328,-8 1 0,-3-2 0,-2-1 294,-11 0 0,-3-1 1,-1-3 33,20-4 0,0-2 0,-1-1 0,2 0 0,-19 0 0,2-2 0,1-1 0,5-1 0,2-2 0,3 0-42,11-1 0,4 0 0,0 0 42,-22 0 0,2 0 0,0 0 0,-2 0 0,-6 0 0,-3 0 0,26 0 0,-2 0 0,-1-1-328,-4 0 0,-1-2 0,-3 0 303,-11-3 0,-3-1 0,-2 0-221,19 0 0,-2 0 0,-1 0 0,-1-1 48,-6 0 1,-1-1 0,-2 0 0,0 1 197,-3 0 0,-2 1 0,1 1 0,-1 0 0,2 2 0,1 0 0,-2 1 0,-1 0-197,15 1 0,-2 1 1,0-1-1,-1 1 0,0 1 97,-2-1 0,0 1 0,-1 0 0,0 0 0,-2 1 100,-6-2 0,-1 1 0,-1-1 0,-2 1 0,0 2-164,11 0 0,-2 1 0,0 0 0,0 1 0,-1 2 0,-1 0 0,-3 2 0,-1 2 0,0 0 0,-1 2 0,0 0 0,-1 1 29,10-1 0,0 1 0,-1 1 0,0 0 0,-1 0 0,1 1 0,0 0 135,0 1 0,-1 1 0,1 0 0,0 1 0,0 0 0,0-1 0,0-1 0,2 0 0,0 0 0,0 0 0,0 0 0,1-1 0,0-1 0,1 0 0,-10 0 0,1 0 0,1-2 0,0 0 0,1 0 0,-1-2-164,4-1 0,0 0 0,0-1 0,1-1 0,0 0 0,0-1 90,4-1 1,0-1-1,1-1 1,-1 0-1,1 0 1,0-1 73,-15 0 0,1-1 0,-1 0 0,1-1 0,-2 0 0,17 0 0,-1 0 0,1 0 0,-1 0 0,0 0 0,-1 0 0,0 0 0,-1 0 0,0 0 0,0 0 0,0 0 0,0 0 0,-1 0 0,0 0 0,1 0 0,-1 0 0,0 0 0,1 0 0,0 0 0,-1 0 0,1 0 0,-1 0 0,2 0 0,1 0-63,-12 0 0,2 0 1,0-1-1,1 1 0,2 1 63,6 0 0,1 0 0,0 0 0,2 1 0,1 1 188,-14 1 1,1 1 0,2 1 0,3 1-189,11 1 0,3 0 0,2 0 0,2 2 327,-10 3 1,4 1 0,6 0 163,-5 4 1,11 1 491,-3 8 0,40-5 0,20-5 0,6-1 0,4 1 0,5 2 0,14 13-406,21 15-577,34 15 0,-16-23 0,9 0 0,-6-9 0,7 0 0,5-1-246,2-2 0,5 0 0,5 0 0,4-1 82,-14-5 0,3-1 0,3 0 0,1 0 0,2 0 0,1-1 0,6 1 0,3 0 0,1 0 0,0-1 0,1-1 0,-1-1 0,1 0 0,1 0 0,0-2 0,0 0 0,-2-1 0,-2-1-33,8 0 0,-1-1 1,-2-2-1,-3 0 0,-5-2-49,1-1 0,-4-1 0,-4-1 0,-4-1-82,6-1 0,-5-1 0,-6-1 277,6-2 0,-9-3 51,23-4 983,-35-4 0,-24-2 0,-16 3 0,-8-1 0,-8-9 0,-3-51-656,-1 14 1,0-11 0,0-7-301,0-9 0,0-8 0,0-5 1,0-2-225,0 5 0,0-3 1,0-2-1,0-1 0,0 1 0,0 0 0,0-2 1,0 0-1,0 3 0,0 3-49,-1-5 0,0 2 0,0 5 0,0 7 195,0 8 0,-1 6 1,1 9 50,-4-31 0,1 88 0,7 74 0,11 7 0,8 13 0,5-3 0,6 7 0,5 5-197,-8-25 0,3 2 1,1 3-1,3 0 0,1 1 0,6 9 0,3 2 1,1 0-1,1 1 0,0-2 67,-1-2 0,1-1 1,0 0-1,0-1 0,-1-1 130,-4-7 0,0-1 0,0-1 0,-1-1 0,-2-4 245,3 2 1,-2-2 0,-2-4 0,-1-3 245,16 26 1,-6-11-359,-14-22 1,-5-9-134,2-4 0,-14-21 0,-4-14 983,0-32-492,-3-44 1,-3-31-296,-1 21 1,1-12-1,-1-9 1,2-7 0,-1-4-307,-1 26 1,0-4 0,0-3 0,1-3-1,0-4 1,0-1 0,0-2 0,2-2-1,-1 0 34,0 17 0,-1-2 1,1-2-1,1-2 0,-1 0 1,1-2-1,0-1 1,1 0-1,0 0 0,-1 0 1,1 0-1,1 0 0,-1 2 0,1-2 0,-1-1 1,1 0-1,1 0 0,-1 0 1,1-1-1,0 1 1,0 1-1,0-1 0,1 2 1,-1 0-1,1 2 0,0 1-14,2-8 1,0 0-1,-1 1 1,1 1 0,1 1-1,-1 0 1,1 2 0,1 1-1,0 2 1,0 2-1,1 2-33,4-13 0,1 1 0,0 1 0,1 3 0,0 2 0,1 5 0,1 3 0,1 5-74,7-11 0,1 5 1,1 6-1,1 5 0,4 6-49,3 2 0,2 6 0,2 7 0,2 8-246,35-9 0,-1 18 39,-21 19 0,-5 4 453,18-23 983,-47-34-492,-35 6 1,-18-12-165,-8 2 1,-12-7 0,-8-3-132,9 20 1,-5-2-1,-5-2 1,-2 0 0,-4 0-34,0 4 1,-3 0 0,-3-1 0,-2 1 0,-1 2 0,-1 1-86,-2 0 1,-1 2 0,-2 0 0,0 3 0,-2 1 0,1 2-79,3 5 0,-1 2 0,-1 1 0,1 2 0,0 3 0,0 2-197,-5 0 0,0 2 1,0 2-1,1 4 0,2 2 148,-8 0 0,1 5 0,2 1 0,1 2-102,-15-5 0,3 3 0,3 1 151,14 5 0,2 2 0,3-1 0,-17-6 0,6-2 0,16 3 0,3-3 491,8 0 1,3-2-1,7-2 1,2-3-1,-3-14 1,2-8-1,-2-13 1,3-8-165,13 17 1,2-4 0,1 0-314,2-4 1,1-1 0,3 2 286,0-19 1,4 5-302,6 17 0,2 8 0,3-8 0,3 33 0,0 10 0,0 1 0,0-6 0,0-3 0,0-2 0,0-16 0,0-22 0,-5-31 0,1 39 0,-3 0 0,-1 3 0,-1 3 0,-10-27 0,1 37 0,3 29 0,-3 26 0,-21 60 0,8-6 0,-5 16 0,-4 9-164,12-23 0,-2 5 0,-2 5 0,-1 4 0,-1 3 0,-1 3 54,5-12 1,-2 4 0,0 3 0,-2 2-1,0 2 1,0 1 0,-1 2 0,0 0-1,1-1 20,2-6 1,-1 1-1,1 1 1,-1 1 0,-1 1-1,1 0 1,-1 1 0,1 0-1,0-1 1,1 0-1,0-2-9,-2 8 1,0-1 0,0 1-1,0 0 1,1-1 0,0 0-1,0 0 1,1-2 0,1-1-1,0-1-24,-4 10 0,1-1 0,0 0 0,0-1 0,2-2 0,1-3 0,1-2 0,2-5-74,-6 18 0,2-3 1,2-6-1,3-4 0,3-7-131,-2 9 0,4-8 0,4-10-164,3-8 0,3-12-492,5-14 1967,-11-24-740,-50-10-243,-12-3 0,-16-2 0,26 1 0,-7 0 0,-3 1 0,-2-1 196,5 1 1,-2-1-1,-2 1 1,-1 1 0,0-1-1,-7 1 1,-2 0-1,-1 1 1,0 0 0,1 0-1,1 0 1,1 1-1,0 0 1,1 0 0,0 0-3,5 0 1,0 0 0,1 0 0,0 0 0,1 0-285,-17 0 1,1 0 0,2-1 0,1 0 89,10-1 0,1 1 0,2-2 0,2-1-218,-16 0 0,3-2 0,2-7 218,8-7 0,3-8 0,4-7 0,6-6 0,4-8 0,4-6 0,3-11 0,5-8 0,3-3 0,2-8 0,3-4 0,3 0 0,5 7 0,3 0 0,1 3 0,2 6 0,1 3 0,0 3 0,-6-8 0,1 7 0,8 18 0,2 6 983,-18-19 0,0 8 0,-1-3-30,-4-5-137,-5-6-816,-2-3 0,-5-7 0,0-1 0,3 0 0,7-3 0,9 7 0,10 14 0,6 21 0,3 19 0,3 14 0,-6 19 0,-7 30 0,4 6 0,-4 11 0,0 1 0,-4 6 0,-2 6-246,0 0 0,-3 4 0,-2 4 0,-2 3 49,2-4 0,-2 3 1,-1 2-1,0 2 0,-1 1 33,5-7 0,0 2 0,-1 2 0,-1 0 0,1 1 0,1 1 23,3-10 1,1 1-1,-1 1 1,1 0-1,0 1 1,1-2-1,1 0-23,-4 10 0,1-2 0,0 0 0,2 0 0,0 0 0,0 1 0,1-1 0,1 1 0,0 0 0,1-1 0,1 0 0,1-2-33,-3 10 0,1-1 1,2-1-1,0-1 0,2-2 0,4-8 0,1-1 1,1-1-1,1-1 0,1 0-49,-5 16 0,1 1 0,1-3 0,3-2 156,3-12 0,3-2 0,0-1 0,0-1 90,1 0 0,0-1 0,0 0 0,1 0 0,-5 22 0,0 0 0,2-2 327,1-7 1,2-2 0,0-2-1,1-8 1,1-2 0,1-2 163,-1 23 1,2-6-1,3-14 1,3-6-1,1-15 1,1-4 491,3 22-738,26-3 1,-19-40 0,18 8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30.62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4019 4254 24575,'-38'-42'0,"0"0"0,-3-4 0,-6-5 0,-3-2 0,-2 0 0,-5-4 0,-1-1 0,-1 0-246,-2-5 0,-2-1 0,1-1 0,0 2 227,1 1 1,1 0-1,0 2 1,0 0-228,3 5 0,0 1 0,0 0 0,-1 2 74,-2 0 0,0 1 0,-1 1 0,-2-2 172,-7-3 0,-2-2 0,-2 1 0,1-1-246,-4-3 0,-1 0 0,0 0 0,0-1 165,1 2 0,0 0 1,1 0-1,2 0 81,3 1 0,1 1 0,2-2 0,2 1-246,3 1 0,1-1 0,2 0 0,2 1 185,-13-15 0,4 0 1,1 1 30,5 1 1,2 1 0,3 1 29,9 9 0,3 1 0,3 2 491,-9-17 1,4 2-345,7 7 1,3 0 343,3 6 1,2 0-6,2 1 1,0 1 4,-1 2 1,1 0-281,1 3 1,0 1 113,0 2 1,-1 1-326,2 3 0,0 2 0,-20-31 0,7 18 0,12 15 0,7 14 0,6 9 0,7 8 0,3 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36.99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3047 3073 24575,'-16'-82'0,"-6"12"0,-10 6 0,-4 4 0,1 5 0,2-6 0,8 5 0,2 11 0,6 8 0,-4 5 0,-5-2 0,-10-5 0,-23-16 0,17 20 0,-4-3 0,-11-8 0,-5-3 0,-10-5 0,-2-2 0,-5-5 0,-1 1-156,25 19 0,-1-1 0,0 2 156,-1 0 0,0 1 0,0 1 0,0-1 0,-1 0 0,1 1 0,-3 0 0,1 0 0,-1 0 0,0-2 0,-1-1 0,0 0 0,-1-3 0,0 1 0,0-2 0,-2-1 0,1-1 0,0 1 0,4 1 0,0 1 0,2 0 0,-20-17 0,4 2 0,12 6 0,5 2 0,12 9 0,5 2 0,-17-23 0,21 20 0,17 19 0,11 9 468,3 3-468,0 1 0,-4-6 0,-9-12 0,-12-16 0,-12-15 0,-5-6 0,1 3 0,8 14 0,14 17 0,12 12 0,50 7 0,28 7 0,23 2 0,-9 0 0,13-1 0,9 1 0,7 0-123,-26 2 0,5-1 0,4 1 0,5 0 0,3 0 0,2 0 0,3 0 0,1 1 41,-17-1 0,2 1 0,2 0 0,2 0 0,2 0 0,2 0 0,0 0 0,2 0 0,0 1 0,1-1 0,0 0 0,-1 0 11,-6 0 1,1 0 0,0 1 0,2-1-1,-1 0 1,2 0 0,0 0 0,0 0 0,1 1-1,0-1 1,0 1 0,0-1 0,1 1-1,-1 0 9,-8 0 1,0 1-1,0-1 1,1 0-1,0 0 1,1 1-1,-1-1 1,1 1 0,0-1-1,0 1 1,-1 1-1,1-1 1,-1 1-1,0 0 1,0 0-1,0 0-4,4 2 0,0-1 1,0 0-1,0 1 1,0 0-1,-1 0 1,1 0-1,-1 1 1,1 0-1,-2 0 1,1 1-1,-1 0 1,0 0-1,0 1 0,-1 0-5,3 1 1,-1 0 0,0 0 0,-1 1-1,0 0 1,0 1 0,0-1 0,-1 2 0,0-1-1,0 1 1,-1 0 0,1 0 0,-1 1-1,0 0-5,4 1 0,1 1 1,-1 0-1,0 1 0,0-1 1,0 2-1,0-1 1,-2 1-1,0 0 0,-1 0 1,-1 0-1,-1 1 0,-1-1-14,4 2 1,-1 0-1,0 1 1,-2 0 0,-1 0-1,0 0 1,-1 0 0,-2 1-1,0-2 1,-1 1-1,-2-1-20,8 2 1,-1 0 0,-2 0 0,0-1-1,-2 0 1,-1 0 0,-1 0 0,-1-1-1,-1 0-31,10 1 1,-2 0-1,-1 0 1,-2-1-1,-2-1 1,0 0-1,-3 0-23,1-2 0,-2 1 0,-2-2 0,-1 0 0,-1 0 0,1-1-33,11 2 0,1 0 1,-2-1-1,-1 0 0,0-1 0,-8 0 0,0-1 1,-1-1-1,0 0 0,0 0 0,3 0 0,0 0 1,1-1-1,0 1 0,-1-1 76,-1-1 0,0 1 0,0-1 0,0 0 0,-1 0 366,19 1 1,-2 0 0,0 0 0,0-1-1,-3 0 1,0-1 0,0 0 0,0-1-224,0 0 1,-1 0 0,1-2 0,1 1-23,-17-1 0,2-1 0,0 1 0,0-1 0,0 1 0,1-1 0,1 0 0,-1 1 0,1-1 0,1 0 196,4 1 1,1 0-1,0 0 1,1 0 0,0 0-1,5 2 1,0-1-1,1 1 1,1-1 0,1 0-97,-10-1 0,0-1 0,2 0 0,0 0 0,1 0 0,2 0-100,-9-1 0,1 0 0,1-1 0,1 0 0,0 1 0,1-1 0,1-1-141,5 1 1,1-1-1,1 1 1,1-1-1,0-1 1,2 1-1,1 0 59,-6-1 1,1 0 0,1 0 0,1 0 0,0 0 0,2 0 0,0 0 0,0 0-29,-4 0 1,0 0 0,1 0 0,0 0-1,1 0 1,1 0 0,-1 0 0,1 0-1,0 0 11,-8 0 1,1 0 0,0 0-1,1 0 1,-1 0 0,1 0-1,0 0 1,-1 0 0,0 0-1,-1 0 74,9 0 1,0 0-1,0 0 1,0 0-1,-1 0 1,0 0 0,-1 0-1,-1 0 1,-1 0-59,5 0 1,-1 0-1,0 0 1,-2 0 0,0 0-1,-1 0 1,-1 0 0,-1 0 82,3-1 0,0 0 0,-1 0 0,-2 0 0,-1 0 0,0 0 0,-2-1 51,6 1 1,0 0 0,-3-1 0,0 1 0,-1-1 0,-2 0-52,9 0 0,-1-1 0,-2 0 0,0 0 0,-2 0 196,-4 0 1,-2 0-1,0 0 1,-1 0 0,-1 1-133,-5 0 0,-1 1 0,-1 0 0,0 0 0,-1 0-64,16-2 0,-2 0 0,0 0 0,-1 1 245,-4-1 1,0 1 0,-2-1 0,-1 0-1,-7-1 1,0 0 0,-2 0 0,-1-2 52,16-2 0,-3-1 0,-2-1 29,-7 0 1,-2-1 0,-1-1-1,-5 0 1,0-2 0,-2 0-28,-4-2 1,-1 0-1,0-1-300,31-7 0,0-1 0,-4 1 0,-1 0 0,-5 1 0,0 1 491,-4 3 1,-1 1-1,-7 3 1,-3 0-1,-5 1 1,-3 2-1,-6 0 1,-3 2 491,40-8 0,-12-2 0,-4 2-967,-1-5-16,7-4 0,5-2 0,-41 13 0,1-1 0,1-1 0,1-1 0,-1 0 0,1-1 0,0 0 0,0-1 0,-2 1 0,-1-1 0,43-18 0,-13 1 0,-12 5 0,-3-1 0,-3-4 0,-1-4 0,0-3 0,-6 0 0,0 3 0,4-3 0,2 0 0,6 2 0,10-1 0,4 2 0,5 1 0,-2 2 0,-15 8 0,-12 11 0,-17 8 0,-15 8 0,-8 4 0,-4 2 0,2 10 0,6 18 0,9 22 0,10 18 0,4 6 0,-1-1 0,-6 3 0,-9 6 0,-9 14 0,-11-45 0,-2 1 0,-2-1 0,-1-1 0,-1 38 0,0-22 0,0-14 0,-1-5 0,-2 6 0,-5 19 0,-1 20 0,5-39 0,1 3 0,0 6 0,2 0 0,0 2 0,2-1 0,-1 2 0,0-1 0,-2-2 0,0-1 0,-1-1 0,-2-1 0,-1-2 0,-1-2 0,-1-4 0,-1-1 0,-8 43 0,-2-15 0,-1-8 0,-3 0 0,-1 1 0,-3 15 0,14-37 0,0 3 0,-1 6 0,0 1 0,-2 5 0,0 1 0,0 0 0,-1-2 0,0-6 0,-1-3 0,-14 38 0,4-28 0,0-26 0,-5-17 0,-30-13 0,4-7 0,-10-3 0,5-2 0,-6-2 0,-3-3-328,-13-3 0,-5-3 0,-1-4 260,19 2 0,-2-3 0,0-2 0,3 0 68,-20-9 0,1-2 0,6 0 0,13 3 0,4-1 0,4 2 0,-7-4 0,9 3 0,-6-3 0,39 12 0,7 0 0,-17-23 983,-19-20-847,24 25 1,-1 0-137,-31-32 0,9 27 0,-17 21 0,15 18 0,-10 9 0,3 9 0,-7 6 0,-3 7-246,1 4 0,-3 6 0,-2 4 0,-2 5 49,5 1 0,-1 5 1,-2 3-1,0 4 0,-1 4 56,13-7 1,-2 3-1,1 3 1,-1 2-1,-1 3 1,-1 1-1,0 1 31,8-6 1,-1 1 0,0 2 0,-1 1-1,0 1 1,0 1 0,-1 1 0,0 1-1,0 0 11,2-1 1,-1 2 0,-1 0-1,1 1 1,-1 1 0,0 0-1,1 1 1,-1-1 0,1 0-1,1 0 0,0-1 1,0 1 0,1 0-1,-1 0 1,1 0 0,0 0-1,0 0 1,2-2 0,1 0-1,0-2-24,-6 9 0,0 0 0,1-1 0,1-1 0,1-1 0,2-2 0,2-2 0,3-2-41,-3 3 0,2-2 0,1-1 0,4-4 0,2-3 0,5-5-164,-15 19 0,7-8 0,7-9-164,5-8 0,8-12-492,2-14 1229,-18-22 1,30-4 0,-22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2:02.3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11726 2850 24575,'63'-35'0,"0"0"0,-7 0 0,1-4 0,-4-3 0,3-6 0,-7 3 0,-3 2 0,-6 2 0,3-5 0,-9 4 0,-18 9 0,-12 12 0,-8 10 0,-2 1 0,-10 4 0,-20-14 0,-23-3 0,-11-7 0,-11 1 0,12 7 0,9 9 0,-14 13 0,-20 8 0,1 4 0,15 1 0,2 4 0,-8 2 0,3 0 0,-8 3 0,-5 1 0,0 2 0,3 0 0,2 1 0,-1 1 0,2 1 0,3 0 0,5-1-248,-15 8 1,7 0 0,1-3 247,-4-2 0,1-1 0,23-7 0,23-4 0,8-2 0,-2 14 0,-3 5 0,-1-5 0,-6 3 0,-12 8 0,-10 4 0,0 0-189,0-2 0,-1-1 0,-10-1 189,-1-9 0,-10 0 0,-6-1 0,3-1 0,9 0-246,12-1 0,8 0 0,0-1 0,-7-2 49,-10-2 0,-9-3 1,-1 0-1,6-3 0,15 0 89,-1 3 1,8-2 426,-9-2 0,5-3-319,-2-1 0,15-7 0,-18-1 521,-9-5-521,-12-7 491,36 4 1,-1-3-1,0-12 1,-5-2-309,-28 1 1,-9-1-184,30-4 0,-3-4 0,-8 3-197,7 9 0,-8 2 1,-4 2-1,-1 0 0,4 0-49,-12-1 0,2 0 0,-2 1 0,-3 2 82,19 2 0,-3 1 0,-3 0 0,1 2 0,1 2 0,3 2-33,-4 4 0,2 3 1,1 3-1,3 0 0,3 0-71,-27 3 1,7 1-1,3 7 82,7 7 1,3 5 0,10 9 185,21 4 0,7 6 0,4 2 0,3 2 0,4 2 0,1 0 0,-15 20 0,5-2 0,11-15 0,7-9 983,4-12 0,43-38-574,21-10 0,16-11-409,9-17 0,14-14 0,11-7 0,10 1-99,-33 24 1,6 0 0,6-1-1,4-1 1,3 0 0,3 0-1,0-1 1,0 0 0,-2 0-1,-2 0 0,0-1 1,-1-1 0,1 0-1,-1-1 1,0 1 0,1-1-1,1 0 1,1 1 0,2 0-1,1 0 17,-5 2 0,4 1 0,2-2 0,2 1 0,0-1 0,1 1 0,-1 1 0,-1 0 0,-3 1 0,-3 2 0,-4 2 0,-4 1-59,14-5 1,-4 3-1,-3 2 1,-4 1-1,-3 1 1,-4 1-1,-3 0-105,22-7 0,-5 2 0,-8 1 0,-16 4-246,-8 0 0,-19 5-492,-24 10 0,6-5 1967,53-2-492,-18 10 1,8 3-1,31-1 1,8 1-165,-34 1 1,0 0 0,-1 1-18,20 3 1,1-3-311,-19-7 0,2-4 0,-1 2 327,-4 5 1,-1 1 0,10-1-132,8-1 1,11-2-1,6 0 1,-2 1 0,-9 2 48,-9 1 1,-6 1 0,-1 2 0,3-1-1,14-1 1,7 0 0,-7 1 0,-17 1 222,22 3-468,-156 16 0,2-6 0,-18-1 0,-12 1 0,-4 0-141,15-1 1,-6 0-1,-4 0 1,-4 0-1,-5 0 1,-3 1-1,-3-1 59,18-2 0,-2 0 0,-4 1 0,-2-1 0,-3 1 0,-1-1 0,-2 1 0,-2-1 0,-1 0 0,-1 0 0,0 0 0,-1-1 20,13-1 1,-1 0-1,-1 0 1,-1 0-1,-1 0 1,-1 0-1,-1-1 1,-1 1 0,0-1-1,-1 0 1,0 0-1,-1 0 1,0 0-1,0 0 1,-1 0-1,1-1 7,3 1 0,-1-1 1,-1 0-1,0 0 0,-1 0 1,0 0-1,-1 0 1,0 0-1,0-1 0,0 1 1,-1-1-1,1 1 1,0-1-1,0 0 0,0 0 1,0 0-1,1 0 0,1 0 0,2 0 0,0 0 1,-1-1-1,0 0 0,0 1 1,0-1-1,1 0 1,-1 0-1,1 0 0,0 0 1,1 0-1,0 0 1,1 0-1,0 0 0,2 0 1,0 0-1,1 0 0,1 0-16,-12 1 1,0-1 0,0 1 0,0-1-1,2 1 1,0-1 0,1 1 0,1-1 0,3 1-1,0-1 1,3 0 0,2 0 0,3 0-1,2 0-52,-25 0 0,2-1 0,4 1 0,3-1 0,4 0 0,4 0 0,5 1 0,5 1-123,-28 3 0,5 1 0,16-1 0,28-2-738,25-3 492,94-6 0,49-3 246,-26 4 0,11 1 0,7-1 0,5-2 215,-25-1 0,5-2 0,3-1 0,2 0 0,2-1 0,1 0 0,0 0 31,-4 2 0,2 0 0,1-1 0,1 1 0,0-1 0,0 0 0,-1 0 0,0 0 0,9-3 0,2 0 0,0-1 0,-1-1 0,-2 1 0,-4 1 0,-4 0 196,8-2 1,-4 1-1,-3 0 1,-6 0 0,-5 2 130,16-2 1,-7 0 0,-22 5 655,-15 2-492,-98 12 1,-43 4-247,7 1 1,-15 3 0,-9 1 0,-6-2-387,26-4 1,-6-1-1,-3 0 1,-3-1-1,-2 1 1,2 0-1,1 1 0,2 1 1,1 1-1,0 1 1,-1-1-1,0 0 1,-2 0-1,-1-3 47,0-1 1,-5-1-1,-2-2 1,0 0-1,1 0 1,4 0 0,5 1-1,8 1 94,-22 4 0,9 1 0,6 0 0,0-2 245,4-5 1,0-3 0,6 0 0,13 4 245,-4 6 1,36 1 491,124 4-492,-4-1 1,22 0-656,-24-3 0,11 0 0,10 0 0,7 0 0,3-1 0,0-1 65,-28-3 1,0-1 0,2-1-1,2-1 1,2 0 0,3 0-1,2 0 1,5 1 0,3-1-1,4 1 49,-25 0 1,4-1 0,5 1 0,2 0 0,4 1 0,1-1-1,3 0 1,2 1 0,0-1 0,2 1 0,0-1 0,-1 1 0,0-1-1,-1 0 1,-1 0 0,-2 0 0,-3-1 0,-2 1 0,-3-2-1,-4 1-32,22 0 0,-4-1 0,-4 0 0,-2-1 0,-3 0 0,0 0 0,-1 0 0,0 0 0,2 0 0,1 0 0,3 1 0,4-1 20,-11 1 1,6 0-1,4 1 1,3-1-1,2 0 1,1 1-1,1 0 1,-2-1 0,-1 1-1,-4-1 1,-3 1-1,-5-1 1,-6 0-1,-7 0 1,-8 0-1,-10 0-184,32-1 0,-18 0 0,-9 0 0,-1 0-82,17-1 0,-5 0 0,-27 3-97,-35 2 425,-105 11 0,25-11 0,-13-2 0,-9-1 0,-5 0 2,15 1 1,-6 0-1,-3 1 1,-4-1 0,-3 0-1,-3 0 1,-1-1-3,10 0 0,-3-1 0,-3-1 0,-1 1 0,-3-1 0,0 0 0,-2 1 0,0 0 0,-1 1 0,1 0 0,0 1 0,-2 1 0,0 0 0,-2 0 0,0 1 0,-1 0 0,1 0 0,-1 0 0,2 0 0,0 0 0,1 0 0,4 0 0,-1 0 0,1-1 0,0 1 0,0-1 0,1 1 0,0 0 0,2 0 0,1 1 0,1 1 0,2 0 0,-17 2 0,0 2 0,0 0 0,3 1 0,2 1 0,4-1 0,5 0 0,6-1 196,-7 1 1,5 0-1,6-1 1,6 1 0,7 1 294,-47 8 1,45 1 81,69-10-573,23 1 0,30-7 0,33-4 0,20-2 0,9-2 0,-2 3-110,-33 0 1,2 1 0,3 0 0,3 0-1,3 0 1,2 0 0,3 0 0,2-1-1,4 1 44,-20-1 0,3 0 1,3 0-1,2 1 1,1-1-1,3 0 1,1-1-1,1 1 1,0 0-1,2 0 1,0 0-1,0 0 1,1 0-1,-1 0 0,-1 0 8,-5 0 0,2 0 0,0 0 0,1 0 0,1 0 1,0 0-1,0 0 0,1 0 0,0 0 0,-1 0 0,1 0 1,-1 0-1,0 0 0,0 0 0,-2 0 0,0 0 0,-1 0 37,7 0 1,0 0-1,0 0 1,0 0-1,0 0 1,-1 0 0,0 0-1,-1 0 1,0 0-1,-2 0 1,-1 0-1,-1 0 1,-2 0 0,-2 0-1,-2 0 119,20 0 0,-2 0 0,-1 0 1,-2-1-1,-2 1 0,-2 0 1,-3 0-1,-4 0 0,-3 0 1,-4 1-51,17-1 1,-1 0 0,-4-1-1,-9 2 1,-13 0 0,-15 3-49,23 9 0,-122-2 0,-51 3 0,-15-1 0,35-5 0,-9-1 0,-7 1 0,-6-1 0,-3 0 0,-3 0 0,-1 0 0,1-1 0,8-1 0,-1 0 0,-2-1 0,-1 0 0,-2 0 0,-2 0 0,-1-1 0,-2 1 0,-3-1 0,-1 1 0,18-2 0,-3 1 0,-2 0 0,-2 0 0,-1 0 0,-2-1 0,0 1 0,-1-1 0,-1 1 0,1-1 0,0 0 0,0 1 0,2-1 0,0 0 0,2 0 0,-2 0 0,1 0 0,-1 0 0,0-1 0,1 1 0,-1-1 0,2 1 0,0-1 0,0 1 0,2-1 0,0 0 0,2 0 0,0 0 0,2 0 0,-8 0 0,1-1 0,2-1 0,1 1 0,0-1 0,2 1 0,0-1 0,1 2 0,0 0 0,0 1 0,0 1-9,-7 2 1,-3 1 0,-1 1 0,-1 2 0,2-1 0,2 1 0,5-1 0,6 0 0,6-2 0,9-1 8,-38-1 0,18-2 0,0 5-97,1 6 0,-9 5 1,17-2-1,48-12 97,40-9 0,49-18 0,33-8 0,-12 3 0,11-4 0,11-1 0,10 0 0,-28 10 0,8 0 0,7-1 0,4 0 0,3-1 0,1 1 0,1 0 0,-3 0 0,-4 1 0,-6 0 0,0 1 0,0 0 0,-1-1 0,0 1 0,0 1 0,0-1 0,-1 1 0,1 1 0,1-1 0,2 1 0,2-1 0,0 1 0,-2 0 0,-3 1 0,-3 1 0,-6 1 0,-7 2 245,29-4 1,-6 2 0,-13 2 0,-22 2 737,-5-6-492,-106 31 1,-36 10-250,2-6 0,-16-1-299,27-5 0,-10 1 1,-9 0-1,-5 0 0,-4-1 1,-2-2 56,19-4 0,-5 0 0,-3-1 0,-3-1 0,-1 0 0,-2-1 0,-1 0 0,2 0 0,0 1 0,3 0-110,-8 0 1,2 0 0,-1 1 0,1-1-1,0 0 1,0 0 0,0 0 0,0 0-1,-1-1 11,6 0 1,-2-1 0,-2 0-1,-1 0 1,1 0 0,2 0-1,3 0 1,4-1 0,6 1-1,6 0-84,-39 0 1,9 1 0,12-1 0,16-1 673,1-1 1,37-3-258,77-8-562,25-8 0,24-5 0,8 1 289,-22 11 1,6 2 0,3 0 0,3 1 0,3-2 38,5-1 0,5-2 0,3 1 0,1-1 0,0 1 0,-2 2 0,-3 2 0,1 0 0,1 2 0,-3 0 0,-3 0 0,-4 2 245,13-1 1,-3 1 0,-7 1 0,-11 0 245,23-4 1,-47 2-392,-114 6 0,-54-1-100,43-2 0,-11-2 0,-8-2 0,-3-1 0,-2-1 0,3 0 163,-2-1 1,-1-1 0,-1-1 0,0 0 0,-1-1 0,-2 0-62,6 0 0,-4 0 0,-1-1 1,0-1-1,3 1 0,6-1 1,6 0-103,-14-4 0,7-1 0,8 0 0,9 0 491,-11-4 1,23-1 491,39 3 0,46-20 0,0 3 0,12-9-428,-16 8 428,-10 8 0,-16-3 0,-47-13-708,-21 14 0,-25-2 1,-4-1-522,15 5 0,-2 0 0,-4-1 0,-5-2 82,12 4 0,-4-2 0,-4-2 0,-1 0 0,2 2 0,5 0-33,-2 1 0,2 2 1,2-1-1,3 2 0,5 0-66,-20-12 0,7 1 0,12 5 263,8 6 0,22 3 0,38 2 0,11 4 0,6-11 0,19-14 983,-1 11 0,20-10 0,-5 9-191,1 3-792,-8 2 0,-11 5 0,-10 11 0,-1-5 0,-9 9 0,4-4 0,-5 6 0,0-1 0,0 0 0,0-5 0,5 4 0,5-8 0,2 3 0,4 0 0,-5 1 0,4 0 0,-3 0 0,4-1 0,-6 6 0,1 1 0,0 4 0,0 0 0,-1 1 0,6 1 0,-4-3 0,-2 1 0,-5 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2:29.90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2698 1080 24575,'-24'-11'0,"5"0"0,19-4 0,51-57 0,9 32 0,23-2 0,13-1 0,-1 0 0,-21 11 0,2 0 0,3 0 0,2 0 0,3 1 0,2-1-141,3 0 1,6 0-1,3-1 1,1 1-1,-2 1 1,-2 1-1,-5 4-56,10-3 0,-2 3 1,-4 3-1,-4 1 0,-6 2-131,24-3 0,-8 3 0,-31 3-431,-38-1 759,-87 13 0,-45 5 0,17 0 0,-12 0 0,-8 0 0,-3 0-164,16 0 0,-4 0 0,-3 0 0,-3 0 0,-1 0 0,0 0 23,5 0 1,-1 0-1,-2 0 1,0 0-1,0 0 1,1 0-1,3 0 66,7 0 1,-2 0 0,2 0 0,1 0 0,3 0 0,3 0 0,5 0 74,-20 0 0,7 0 0,5 0 0,7 0 0,-36 0 0,33 0 0,64 0 0,61-5 0,56-6 0,5 1 0,-19 4 0,4 0 0,5 0 0,8-1-126,-20 1 0,8-1 0,3 0 0,3 0 0,0-1 0,-1 1 0,-3 0 126,8 0 0,1-1 0,-1 2 0,-2-1 0,-3 1 0,-6 0 0,16 0 0,-4 0 0,-6 1 0,-9-1 0,0-2 0,-8-1 0,-29 4 0,-40 3 0,-70 0 0,-51 0 0,31 1 0,-11 1 0,-7 0 0,-6 1-141,21-1 1,-5 0-1,-4 0 1,-3 0-1,-2 0 1,-1 0-1,0 0 18,2 0 0,-2 0 0,-2 0 0,-1 0 0,-1 0 0,2 0 0,0 0 0,2 0 83,5 0 0,0 0 0,-1 0 0,2 0 1,1 0-1,2 0 0,4 0 0,3 0 40,-20 0 0,5 0 0,3 0 0,7 0 0,6 0 0,-12 0 0,9 0 0,28 0 0,36 0 0,56 0 0,49 0 0,8 0 0,-16-1 0,8 1 0,6 0 0,7 0 0,7 1-90,-28 0 1,6 0-1,4 1 1,4 0 0,4 0-1,1 0 1,1 0 0,0 0-1,-1 0 1,-1 0-1,-4-1 44,5 0 1,-2 0-1,1-1 1,-2 0-1,1 0 1,0 1 0,-1-1-1,1 0 1,0 1-1,1 0 46,4 0 0,2 1 0,2 0 0,1 1 0,-1-1 0,-1 0 0,-4 1 0,-4-1 0,-5-1 0,-7 0-93,21 0 0,-7-1 0,-7 0 1,-8-1-1,-6 1 93,39-1 0,-33 2 983,-59 4 0,-28-4-656,-50 3 1,-42 2 0,-7 0-153,29-2 1,-4 0 0,-4 0 0,-4 0 0,-5 1-299,13-1 0,-4-1 0,-4 1 0,-3 0 0,-1 0 0,-1 1 0,1 0 0,1 0 0,-2 1 0,-1 1 0,-1 0 0,0 1 0,1-1 0,1 1 0,3 0 0,2-1-41,-12 1 0,2 0 0,2 0 0,3 0 0,4 1 0,5 0-18,-11 2 1,4 0-1,8 1 1,13-1 672,-3 3 1,25 1 491,38-5 0,10-4 0,66 10-656,15-12 1,22-5 0,12 1-492,-31 1 0,5 1 0,5 1 0,6-1 0,3 0 0,5-1 65,-20 0 1,4-1 0,4 0-1,2 0 1,3 0 0,1 0-1,2 0 1,1-1 0,0 1-1,-1 0 23,-15 0 0,0 0 1,1 0-1,1 0 0,1 0 1,0 0-1,1 0 1,0 0-1,1 0 0,0 0 1,1 0-1,0 0 0,0 0 5,0 0 1,3 0 0,2 0 0,0 0-1,2 0 1,-1 0 0,1 0 0,-1 0 0,-2 0-1,-1 0 1,-1 0 0,-4 0 0,-2 0-1,-4 0-39,14 0 1,-3 0 0,-3 0 0,-3 0-1,-1 0 1,-3 0 0,-1 0 0,-1 0-1,0 0-31,13 0 1,6-1-1,-1 1 1,-5 0-1,-10-1 1,-14 2-1,-20 0-843,12 4 656,-105 1 0,-45 3 0,-1 1 235,18-1 1,-2 0-1,-13 1 93,12-2 0,-10-1 0,-8 1 0,-5 1 0,-5-1 0,-1 1 0,0 0 0,2 0 0,5 0 0,0 0 0,0 0 0,-1 0 0,-2 0 0,-2 1 0,-3 0 0,-3 1 0,-5 1 0,20-3 0,-4 2 0,-3-1 0,-3 1 0,-2 1 0,-1-1 0,-3 1 0,1 0 0,-2 0 0,1 1 0,1-1 0,1 0 0,1 1 0,3-1 0,1 0 0,-1 0 0,0 1 0,1-1 0,1 0 0,1 0 0,1 0 0,0 1 0,0-1 0,1 1 0,0 0 0,0 1 0,0 0 0,0 0 74,-7 2 0,-2 1 0,-2 1 0,0 0 0,1 1 0,0 0 0,2-1 0,3 1 0,3-1 0,5 0 0,5-1 0,5-1-74,-34 8 0,8-3 0,9 0 0,9 2 0,9 2 0,0 7 0,11 2 0,25-2 0,32 1 983,26-7 0,47-15-656,4-11 1,20-5 0,17-2-270,-31 2 0,9-1 0,8 0 1,6-1-1,4 0 0,4-1 0,1 0 1,0 0-1,-2 0-58,-16 1 0,1-1 0,1 1 0,1 0 0,0-1 0,2 0 0,1 0 0,2 0 0,1 0 0,2 0 0,1-1 0,2 1-58,-12 0 0,2 1 0,2-1 0,2 0 0,1 0 1,2 0-1,0 0 0,2-1 0,0 1 0,0 0 0,0 0 1,0-1-1,-1 1 0,0 0 0,-2 0 0,0 0 0,-2 0 35,5 0 0,0 0 0,1 0 0,-2 0 0,1 0 1,-1 1-1,0-1 0,-1 0 0,-1 0 0,0 1 0,0-1 1,-1 0-1,-1 0 0,-1 1 0,0-1-53,4-1 0,1 1 1,0-1-1,-1 0 0,0 0 1,-2 0-1,0 0 1,-2 1-1,-1-1 0,-2 1 1,-3 0-1,-2 1 0,-3 0-47,19-1 0,-3 0 0,-3 1 0,-3 1 0,-3-1 0,-4 1 0,-4 0 0,-5 0-123,34-3 0,-3 0 0,-19 1 0,-40 1-738,-40 3 943,-47 13 1,-49 14 0,-12-2 40,25-8 0,-7-1 0,-7-1 0,-6 0 0,-5 1 0,-3-1 0,22-1 0,-3-1 0,-4 1 0,-2 0 0,-3 1 0,-2-1 0,-2-1 0,-2 1 0,-1-1 0,-2 0 0,0-2 0,11 0 0,-3-1 0,0-1 0,-3 0 0,-1 0 0,-1-1 0,-1 0 0,-1 0 0,-1 0 0,-1 0 0,0 0 0,-1 0 0,0 0 0,-1 0 0,1 1 0,8-1 0,-1 1 0,-1-1 0,-1 1 0,0 0 0,-1-1 0,-1 1 0,0 0 0,0 0 0,0-1 0,-1 1 0,1 0 0,-1 0 0,0-1 0,1 1 0,0-1 0,1 1 0,-1-1-12,2 0 0,-1 0 1,0 0-1,0 0 1,-1 0-1,0-1 0,1 1 1,-1-1-1,1 1 1,0-1-1,0 1 0,1 0 1,1 0-1,0 0 1,1 0-1,1 1 0,1 0 1,1 0 11,-6 1 0,0 0 0,0 0 0,0 1 0,0 0 0,1 0 0,1 0 0,1 0 0,2 1 0,1-1 0,2 0 0,2 1 0,3-1 0,2 0 0,2 0 0,-28 3 0,2 0 0,3 0 0,4-1 0,5 1 0,4 0 0,5-1 0,6 1 245,-31 3 1,-1 1 0,27-2 0,51-3 81,74-6 1,49-2 0,13-1-252,-24 1 0,8-1 0,8 0 1,6 0-1,7-1 0,7 1-147,-34 0 1,5 0 0,4 0 0,4 0-1,4 0 1,2 0 0,3 0 0,1 0 0,2 0-1,-1 0 1,1 0 0,0 0 0,-2 0-1,-1 0 58,-9 0 0,-1 0 0,1 0 0,0 0 0,1 0 0,-1 0 0,1 0 0,1 0 0,-1 0 1,2 0-1,0 0 0,1 0 0,1 0 0,1 0 0,1 0 0,2 0 13,-8 0 0,2 0 0,2 0 0,1 0 0,2 0 0,1 0 0,1 0 0,0 0 0,1 0 0,-1 0 0,1 0 0,-1 0 0,-1 0 0,0 0 0,-2 0 0,-1 0 0,-2 0 0,-1 0 0,-3 0 0,-2 0 0,12 0 0,-3 0 0,-2 0 0,-3 0 0,0 0 0,-3 0 0,1 0 0,-2 0 0,1 0 0,0 0 0,0 0 0,2 0 0,2 0 0,1 0 0,-3 0 0,3 0 0,2 0 0,2 0 0,2 0 0,0 0 0,0 0 0,0 0 0,-2 0 0,-2 0 0,-2 0 0,-3 0 0,-3 0 0,-5 0 0,-5 0 0,-6 0 0,35 0 0,-12 0 0,-7 0 0,-4 0 0,2 0 0,5 0 0,7 0 0,12-1 0,3 1 0,-4-1 0,-12 1 0,-19 1 0,-28 0 0,-15 4 0,-70 4 0,-53 6 0,-31 2 0,-12-1 0,10-3 0,35-5 0,-4-2 0,-2-1 0,-3-1 0,-2 0 0,-1 0 0,-2 1 0,-1 1 0,7 0 0,-1 2 0,-2 0 0,0 0 0,-3 0 0,-1 1 0,-1-1 0,-3-1 0,-2-1 0,-2 0 0,17-3 0,-2 0 0,-3 0 0,-2-1 0,-1 0 0,-2-1 0,-1 0 0,0 0 0,0 0 0,-1-1 0,2 1 0,0-1 0,1 1 0,2-1 0,2 1 0,-3-1 0,0 0 0,3 0 0,0 0 0,1-1 0,0 1 0,0-1 0,1 1 0,-2 0 0,0 0 0,-1 0 0,-2 1 0,-2 0 0,8 0 0,-2 0 0,-3 1 0,-1 0 0,-1 0 0,-1 1 0,0-1 0,0 1 0,0 0 0,2-1 0,0 1 0,2 0 0,3-1 0,2 0 0,3 1 0,3-1 0,-26 0 0,3 0 0,4 0 0,2-1 0,3 1 0,3 0 0,2 0 0,2 1 0,2 1-2,-29 1 1,-11 1-1,3 1 1,19 0-1,32 0 1,47 0 1,70 4 0,10-7 0,24-2 0,19-2 0,11 0 0,7-2 0,0 0 0,-6 0 0,-21-1 0,1 0 0,1-1 0,2 0 0,2-1 0,1 0 0,3 0 0,2 1 0,3-1 0,2 2 0,-16 0 0,3 1 0,1 0 0,4 0 0,1 1 0,1 0 0,2-1 0,1 1 0,1 0 0,1-1 0,0 0 0,-1 1 0,1-2 0,-1 1 0,-1-1 0,-1-1 0,1 1 0,0-2 0,1 1 0,0-1 0,0-1 0,0 1 0,1-1 0,-1 1 0,0-1 0,0 0 0,0 0 0,-1-1 0,0 1 0,-1 0 0,0 0 0,-1 1 0,0-1 0,1 0 0,0 0 0,0 0 0,-1-1 0,1 1 0,-1 0 0,-1 0 0,-1 0 0,-1-1 0,-1 1 0,-1 0 0,-2 0 0,-1 1 0,-2-1 98,20-1 0,-1 1 0,-1 0 1,-2 0-1,-2 0 0,-2 0 1,-3 0-1,-4 0 0,-2-1 1,-5 0-70,18-3 0,2 0 0,-6 0 0,-9 0 0,-14-1 0,-21 1-109,5-11 80,-87 16 0,-41 3 0,-29 3 0,-16 0 0,-2 1 0,9-2 0,19-1 0,-2-1 0,-2 0 0,-3 0 0,-2 0 0,-3 0 0,-4 0 0,-3 1 0,23 1 0,-2-1 0,-4 1 0,-1 0 0,-3 0 0,-1 0 0,-1 0 0,-2 0 0,0 0 0,0 1 0,0-1 0,0 0 0,1 0 0,0 0 0,-1 0 0,-1 0 0,0 0 0,-1 0 0,0 0 0,0 0 0,0 0 0,-1 0 0,1 0 0,0 0 0,1 0 0,0 0 0,0 0 0,1 0 0,-4 0 0,0 0 0,-1 0 0,1 0 0,-1 0 0,2 0 0,-1 0 0,2 0 0,0 0 0,2 0 0,2 0 0,1 0 0,2 0 0,-9 0 0,2 0 0,0 0 0,1 0 0,2 0 0,3 0 0,2 0 0,3 0 0,3 0 0,4 0 163,-24 1 1,-7 1 0,4 0 0,15-2 0,29-1 0,40-3 270,61-8 0,41-1-434,-16 7 0,13 2 0,12 2 0,8-1 0,6 1 0,3-2 0,1-1-82,-20 0 0,4-2 0,4 1 0,2-2 0,3 1 0,2-2 0,2 1 0,1-1 0,2 1 0,0-1 0,1 1 0,0-1 20,-14 2 1,2 0-1,1 0 1,1 0-1,1 0 1,1 0-1,0-1 1,1 1 0,1-1-1,1 1 1,-1-1-1,1 1 1,0-1-1,-1 0 1,1 0-1,-1 0 6,-3 0 0,2 0 0,-1 0 0,2 0 0,0 0 0,0-1 0,0 1 0,0-1 0,1 1 0,-1-1 1,-1 0-1,0 1 0,0-1 0,-1 0 0,-1 0 0,-1-1 0,-1 1 56,3-1 0,1 0 0,0-1 0,-1 1 0,0-1 0,-1 0 0,0 0 0,-1 0 0,-2 0 0,0 0 0,-2 0 0,-1 1 0,-2 0 0,-2 0 0,-3 1 98,17-1 0,-2 0 0,-1 0 1,-2 1-1,-3 0 0,-2 1 1,-3-1-1,-3 0 0,-4 0 1,-5 0 97,35-4 1,5-2-1,-12 1 1,-30 1 0,-45 2 28,-90-5-225,1 11 0,-21 3 0,-15 3 0,-7-1 0,-2 1-110,24-2 1,-4 1 0,-4 0 0,-4-1-1,-2 1 1,-3 0 0,-1 0 0,-2 1-1,0 0 28,9 0 0,-2 0 0,-2 0 0,-1 1 0,-2 0 0,-1-1 0,-1 1 0,-1 0 0,-1 0 0,-1 0 0,0 0 0,0 0 29,11-1 1,-3 1-1,-1-1 1,-2 1 0,0-1-1,-2 0 1,1 1-1,-1-1 1,1 1 0,2-1-1,1 1 1,1-1-1,4 1 1,1-1 0,4 1 52,-12 0 0,2 1 0,2-1 0,3 1 0,1-1 0,3 1 0,0 0 0,2-1 0,0 1 0,1-1 140,-31 1 0,-14 0 1,-2 0-1,9 0 1,22-1-1,32 0 1,43-1 271,45-1-522,20 0 1,24-1 0,21-1 0,15 1-1,10-2 1,6 1 0,0-1 0,-4-1-1,-9 0 25,-11-1 0,0-1 0,-1 0 0,1 0 0,1-1 1,1 0-1,2-1 0,3 1 0,2-1 0,4 1 85,-19 2 0,4-1 0,3 1 0,2-1 0,2 1 0,1 0 0,2-1 0,0 1 0,1-1 0,-1 0 0,0 0 0,-1 0 0,-2-1 0,-2 0 0,-3 0 0,-2-1 0,9-1 0,0-1 0,-1-1 0,-2 0 0,0 0 0,-2-1 0,-2 1 0,-1-1 0,-2 1 0,-2 0 0,-3 0 0,-2 1 140,25-3 0,-2 1 1,-3-1-1,-4 2 1,-5-1-1,-7 0 1,-8-1 145,37-7 1,-13 0-1,-58 4-286,-96 3 0,-62 4 0,-5 2 0,32 4 0,0 3 0,-9 0 0,-12-1-99,32 0 1,-7-1 0,-5 1-1,-4-1 1,-5 0 0,-3 0-1,-3 0 1,-3 0 0,-2 1-1,-1 0 78,26 0 0,-4 0 0,-2 1 1,-4 0-1,-1 0 0,-3 0 0,-1 0 1,-1 0-1,-1 0 0,0 0 0,0 0 1,0 1-1,2-1 0,1 0 1,2 0-1,2 0 0,3 1 0,3-1 21,-16 0 0,3 0 0,2 0 0,3 0 0,2 0 0,0 0 0,1 0 0,-1 0 0,-1 0 0,-1 0 0,-3 0 0,-3 0 0,10 0 0,-6 0 0,-3 0 0,-4 0 0,-2 0 0,-1 0 0,-1 0 0,2 0 0,2 0 0,2 0 0,5 0 0,5 0 0,6 0 0,7 0 0,8 0 0,10 0 327,-52 0 1,25 0 0,9 0 163,-21 0 1,44 0 491,115 0-650,22 0 1,21 0-334,-21 0 0,8 0 0,6 0 0,4 0 163,-17 0 1,4 0 0,3 0 0,2 0 0,0 0 0,0 0-163,6 0 0,3 0 0,0 0 0,0 0 0,-2 0 1,-3 0-2,2 0 0,-2 0 0,-2 0 0,-4 0 0,-5 0 327,24-1 1,-8 1 0,-19 1 655,2 3-492,-118 3 1,-33 1-165,-15 4 1,-16 2 0,-8 2-492,32-4 0,-6 2 0,-3 1 0,-2 0 0,1 0 0,3 0 68,-9-1 0,1 0 0,1 0 0,2 1 0,1 2 96,-17 2 0,-2-1 0,9 7 0,18 18-328,16 29 0,20 19 0,17 7 159,18-9 1,14 7-1,10 5 1,3 6 168,-5-30 0,2 3 0,3 4 0,2 3 0,2 1 0,2 0 0,3 1 0,2-2-110,2-1 1,3 0 0,2 1 0,3 1-1,1-1 1,2 0 0,1 0 0,2 0-1,0-2 95,-2-6 1,1 0 0,2-1 0,1 0 0,1 0 0,1-1-1,1 0 1,1-2 0,0 0 0,1-1 14,6 7 0,2 0 0,0 0 0,1-1 0,1-2 0,2-1 0,-1-3 0,2-1 0,0-4 0,4 1 0,2-2 0,0-3 0,1-2 0,1-2 0,0-2 0,0-3 0,0-3-141,4 1 1,-1-3-1,1-2 1,0-3-1,1-3 1,0-3-1,1-4-23,6-1 0,2-4 0,0-4 0,-1-4 0,1-4 0,-1-3 171,11-1 1,-1-4 0,-1-5-1,2-8 1,3-9-8,-14-7 0,2-9 0,3-5 0,0-5 0,-2-3 0,-2 0 0,-3 1 0,0-1 0,-2 0 0,-3-1 0,-2-3 0,-1-4 0,-1-8-93,-3-4 0,1-6 0,-1-5 0,-2-4 0,-5-1 0,-5-1 0,-6 1 93,-7-1 0,-4-1 0,-5 0 0,-5-2 0,-7 1 0,-6 1 0,-5-6 0,-7-1 0,-7 1 0,-8 3 0,-9 4 245,-13-8 1,-11 4 0,-12 6 0,-13 11-115,-2 21 1,-11 8-1,-10 5 1,-4 6-1,-1 3 1,2 3-132,2 3 0,2 4 0,-2 5 0,-4 3 0,-7 3 0,-10 2-66,30 0 0,-5 2 1,-6 1-1,-5 2 1,-4 1-1,-2 1 1,-3 1-1,-2 0 1,0 2-1,0 1 1,1 0-1,1 1 1,3 0-1,4 1 0,3 1 35,-6 1 0,3 2 1,2 0-1,2 2 1,1 0-1,1 1 1,-1 1-1,0 0 1,-1 2-1,-3 0 1,-1 1-1,-4 1-27,14-4 0,-4 1 0,-2 0 0,-2 1 0,-2 0 1,-2 1-1,1 0 0,-1 2 0,0-1 0,0 1 0,2 1 1,2 0-1,2 0 0,2 1 0,4 1 0,3 0 0,4 0-10,-21 10 1,2-1 0,2 0-1,4 1 1,2 1 0,5 2 0,4 3-1,5 2 1,5 5 0,5 4 26,-1 12 0,3 6 0,5 5 1,5 2-1,8 3 0,9 0 0,9-1 1,12-2 40,12 2 0,13-1 0,9 1 0,9 0 0,7 0 0,5-1 0,3 0 0,3-4 0,8 1 0,6 1 0,5-1 0,4 0 0,2-3 0,2-2 0,0-4 0,-1-5-123,2-1 0,0-5 0,2-2 0,1-3 0,2-3 0,3-2 0,4-1 0,3-1 118,-9-9 0,3 0 1,3-1-1,3-2 1,2-1-1,1-1 1,1-2-1,0-2 0,-1-3 1,-2-1-1,-1-4 5,7 1 0,-2-4 0,-1-3 0,0-3 0,0-1 0,2-3 0,1-1 0,4-1 0,3-1 0,-13-1 0,3-1 0,3-1 0,3-1 0,1-1 0,1 0 0,0-2 0,0-2 0,0 0 0,-2-3 0,-1-1 0,-3-2 0,-3-2 0,10-3 0,-1-3 0,-2-1 0,-2-3 0,0-1 0,-2-3 0,-2-2 0,0-2 0,-1-3 0,-1-1 0,0-3 0,2 0 0,1-2 0,0-3 0,-3-1 0,-2-4 0,-6-3 0,-6-3 0,-7-4 0,-9-5 0,-3-13 0,-8-7 0,-8-6 0,-6-4 0,-6-1 0,-6 0 0,-5 3 0,-5 5 163,-3-7 1,-8 1 0,-7 2 0,-7 1 0,-6 2 0,-8 1-149,-9-6 0,-9-1 1,-8 1-1,-8 5 0,-7 9 1,-6 11-16,-1 17 0,-7 10 0,-7 7 0,-5 6 0,-3 3 0,-3 3 0,0-1 0,16 5 0,-2 1 0,-2 3 0,-1 1 0,-3 2 0,-1 1 0,-2 2 0,-1 0 0,-1 1 0,-2 1 0,8 0 0,-1 2 0,-2 0 0,-1 1 0,-1 1 0,-2 0 0,0 2 0,-1 0 0,-1 1 0,-1 1 0,0 1 0,0 1 0,0 0-45,6 1 1,-2 0 0,-1 0-1,0 1 1,-1 1 0,0 1-1,-1 0 1,0 1 0,0 1-1,0 2 1,0 0 0,0 1-1,0 2 1,1 0 0,0 2 44,4 1 0,0 0 0,-1 0 0,0 2 0,0 1 0,0 0 0,-1 2 0,2 1 0,0 0 0,0 2 0,1 1 0,2 1 0,0 2 0,2 0 0,2 3 0,1 0 41,-5 4 0,-1 0 0,0 1 1,1 0-1,1 2 0,0 2 1,3 1-1,2 2 0,2 2 0,3 3 1,3 2-1,5 4 0,4 3 1,4 3-42,1 8 0,3 5 0,2 5 0,3 3 0,4 3 0,3 2 0,4 2 0,5 2 0,4-1 0,5 0 0,5 0 0,6-3 0,6-2-90,5 6 1,7 0-1,6 0 1,6 0 0,5-1-1,5 1 1,5-1 0,5-1-1,3-1 1,4-1-1,3-1 84,-1-10 1,5 0 0,4 1-1,3 0 1,5-1 0,2 0-1,3-2 1,3-1 0,2-2-1,2-3 1,2-2 0,1-4 0,1-3-1,1-5 6,5 0 0,4-4 0,3-3 0,3-3 0,2-3 0,1-3 0,2-2 0,1-3 0,1-3 0,-1-1 0,1-3 0,-1-1 0,-1-2 0,-3-3 0,1-1 0,1-2 0,-1-1 0,2-3 0,-1-2 0,1-2 0,0-3 0,-1-3 0,1-2 0,-1-4 0,-1-4 0,-1-3 0,9-4 0,1-6 0,0-3 0,1-4 0,-1-4 0,0-3 0,-2-2 0,-1-3 0,-3-2 0,-4-2 0,-2-1 0,-5-1 0,7-6 0,-3-3 0,-3-1 0,-3-3 0,-4-4 0,-3-2 0,-3-5 0,-5-4 0,-3-6-51,-9 4 1,-2-5 0,-2-5 0,-2-4-1,-3-2 1,-3-3 0,-5-1 0,-5-1 0,-5 1-1,-6 1 1,-7 2 50,-7-4 0,-7 0 0,-8-2 0,-5 0 0,-5 1 0,-4-1 0,-3 1 0,-2 1 0,-2 0 0,0 2 10,-2 0 1,-4-1 0,-2 0-1,-3 1 1,-2 1 0,-3 1 0,-1 1-1,-2 3 1,-1 2 0,-1 3-11,-3-2 0,-3 3 0,-2 0 0,-2 3 0,0 2 0,-2 3 0,-1 3 0,0 3 0,-1 4 140,-8-4 0,-1 3 1,-2 3-1,-1 5 1,1 4-1,0 6 1,3 6-111,-10 2 0,1 6 0,1 7 1,1 8-1,4 9 215,-6 8 1,1 7 0,6 14 0,10 19-122,20 11 0,8 16 0,5 13 0,5 8 0,5 6 1,2-1-1,3-2-124,4-6 0,3 2 0,5 2 0,2 1 0,3 3 0,2 2 0,2 3 0,1 2 0,0-14 0,2 4 0,0 2 0,2 3 0,1 2 0,1 0 0,2 1 0,2 0 0,1 0 0,2-3 0,1-1 0,2-2-17,4 1 0,1 0 1,3 0-1,1-1 1,2-1-1,2-1 1,1-1-1,1-2 0,2 0 1,0-3-1,2 0 17,1 1 0,2 0 0,0-1 0,2-1 0,1-2 0,2-1 0,2-4 0,2-2 0,2-3 0,3-4-93,4-2 0,5-1 0,2-4 0,2-3 0,2-2 1,0-4-1,1-4 0,-1-3 0,-1-4 93,16 7 0,1-5 0,-1-6 0,1-5 0,1-8 0,1-8-11,0-8 0,2-9 0,2-6 0,-3-6 0,-3-3 0,-7-3 11,8-3 0,-6-4 0,-4-10 0,-3-16 0,-16-4 0,-1-13 0,-1-9 0,-2-7 0,-4-3 0,-5 1 0,-7 2 78,-4-2 1,-8-1 0,-5 0 0,-4-3 0,-1-4 0,0-4-79,-3 11 0,2-5 0,-1-4 0,-1-2 0,-1-2 0,-4 1 0,-3 2 0,-4 3 0,-6 4 0,-6-6 0,-4 2 0,-4 1 0,-5 3 0,-5 3 0,-4 3 0,-4 3 163,-10-6 1,-6 1 0,-5 4 0,-5 6 0,-4 7 0,-4 10 3,-13 3 1,-5 8 0,-6 10-1,-2 11 1,-2 14-168,15 14 0,-4 11 0,-2 8 0,-1 7 0,0 4 0,3 3 0,4 0-148,-6 5 0,2 2 0,2 3 0,3 7 0,0 8 0,2 9 148,21-11 0,-1 4 0,1 6 0,0 4 0,1 4 0,1 4 0,2 3 0,2 3 0,3 4 0,3 1 0,4 3 0,10-16 0,4 4 0,1 4 0,3 3 0,2 4 0,1 1 0,2 2 0,1 2 0,1 0 0,0 0 0,2 0 0,-1-1 0,1-2 0,0-1 0,-1-3 0,0-2 0,-2-5-90,-5 20 1,-1-5-1,0-2 1,0-3 0,0-1-1,1-1 1,2 0 0,2 2-1,2 1 1,4 3-1,3 4 30,4-10 1,0 5-1,1 5 1,0 4 0,2 2-1,2 1 1,2-1 0,1 0-1,4-4 1,2-4 0,3-5-1,3-6 1,4-9 0,5-8-1,3-11 145,29 22 1,11-19-1,7-14 1,7-6-1,3-1-85,-10-6 0,3-1 0,4-2 0,4-4 0,2-8 0,3-7 0,1-11-99,-9-11 1,4-7 0,3-9-1,3-5 1,0-5 0,1-5-1,-2-2 1,0-2 0,-4-1-1,-3 1 62,3-3 0,-2-2 1,-2-2-1,-1-2 0,-2-3 1,-1-3-1,-2-4 0,0-3 1,-1-4 36,-11 7 0,0-5 0,0-2 0,0-3 0,0-3 0,-2-1 0,-2-2 0,-2-2 0,-3 0 0,-4 0 0,-3 0 0,-4 0 0,0-8 0,-4-1 0,-3-2 0,-4-1 0,-3-1 0,-3 0 0,-3 0 0,-4 1 0,-2-1 0,-2 2 91,-3-5 0,-4 0 0,-3-1 0,-3 0 0,-4 0 0,-2 2 1,-3 2-1,-3 2 0,-3 4-91,-3-9 0,-4 2 0,-3 1 0,-4 4 0,-3 3 0,-5 5 0,-4 6 117,-12-10 0,-6 5 0,-6 7 1,-5 11-1,-6 12-117,-4 15 0,-6 11 0,-5 10 0,-1 8 0,0 7 0,9 6 0,0 5 0,-1 7 0,-1 6 0,-1 6 0,-1 6 0,11 2 0,-3 6 0,0 5 0,-1 6 0,0 2 0,0 3 0,2 2 0,2-1 0,3-1 0,4-2 0,1 1 0,2 0 0,1 2 0,1 1 0,2 2 0,0 2 0,1 2 0,1 3 0,3-2 0,1 4 0,-1 2 0,1 2 0,1 2 0,1 1 0,2 0 0,2 0 0,3-1 0,2-1 0,4-3 0,-3 12 0,1-1 0,4 0 0,3-1 0,3-1 0,5-1 0,5 0 0,6 0 163,3 17 1,6 2 0,7-1 0,7-3 0,8-6 0,8-9-41,9-6 0,8-5 1,8-6-1,6-9 1,8-12-124,12-9 0,10-11 0,7-11 0,2-9 0,-2-8 0,-10-9 0,3-8 0,1-7 0,-1-6 0,-4-4 0,-4-4 0,6-10 0,-3-5 0,-4-6 0,-6-6 0,-7-5 0,-5-6 0,-3-6 0,-8-6 0,-11-3 0,-14-2 0,-17 8 0,-10-4 0,-9-2 0,-9-1 0,-6 1 0,-6 3 0,-4 7 0,-8-1 0,-6 2 0,-5 0 0,-4 3 0,-4 3 0,-1 4-13,-4 1 0,-3 2 1,-3 4-1,-4 2 0,-5 4 1,-4 4-1,-6 5 13,17 14 0,-4 3 0,-5 1 0,-4 4 0,-2 1 0,-1 3 0,-1 2 0,1 3 0,1 2 0,3 3 0,3 3-123,-14 1 0,2 5 0,2 3 0,0 4 0,1 3 0,1 3 0,-2 4 0,0 3 81,1 1 1,-2 3 0,-2 2 0,-1 3 0,2 4 0,3 2 0,4 4 0,7 4 0,6 4 41,2 7 0,3 4 0,4 4 0,6 4 0,8 4 0,8 4 0,10 4 140,10 8 0,10 9 1,9 4-1,8 3 1,7-1-1,5-2 1,5-7-105,8 2 0,7-2 1,7-3-1,7-3 1,5-3-1,7-3-36,4-6 0,7-1 0,6-1 0,4-5 0,4-5 0,1-7 0,1-9 0,-2-10 0,4-8 0,2-6 0,1-5 0,0-5 0,-1-1 0,-4-2 0,3 0 0,-2-1 0,-1-3 0,-1-6 0,0-8 0,-1-10 0,2-12 0,2-10 0,1-9 0,-3-7 0,-4-4 0,-7-4 0,-9 0 0,-6-7 0,-9-2 0,-7-5 0,-5-5 0,-3-5 0,-2-5-99,-8 15 1,-1-6 0,0-4-1,-3-3 1,-2-4 0,-4 0-1,-3-2 1,-4 1 0,-5 2-1,-6 2 42,-6 0 0,-5-1 1,-5 0-1,-5 1 1,-3-1-1,-4 1 1,-3 1-1,-2 0 1,-1 2-1,-2 1-18,1 6 1,-3 1-1,-2-1 1,-2 1-1,-2 1 1,-2 1-1,-2 1 1,-2 3 0,-1 1-1,-3 3 1,0 3 74,-5-1 0,-2-1 0,-1 3 0,-3 1 0,-2 3 0,-1 3 0,-3 4 0,-1 4 0,-3 6 0,-1 6-27,-3 7 0,-4 5 1,-4 5-1,-2 5 0,-1 3 1,0 4-1,1 3 0,2 2 1,3 2-1,5 1 27,-23-2 0,5 3 0,3 4 0,1 7 0,1 10 0,-2 11-54,16 6 0,-3 7 1,-3 8-1,1 7 1,2 4-1,3 4 1,5 3-1,8 2 1,8 0 53,8 4 0,7 2 0,7 4 0,5 3 0,4 2 0,1 3 0,2 2 0,-1 2 0,2-3 0,1 4 0,1 3 0,1 3 0,2 2 0,3-1 0,1 0 0,3-2 0,3-4 0,3-2 0,3 12 0,3-1 0,3-3 0,4-1 0,4-3 0,4-2 0,4-2 0,6 8 0,4 3 0,4-3 0,6-7 0,5-14 0,5-18 327,31-4 1,10-25 0,-1-32-155,-23-27 1,2-24 0,-1-15 0,-6-10 0,-9-2-174,-15 12 0,-6-7 0,-5-4 0,-3-4 0,-3-5 0,-1-3 0,1-2 0,-4 11 0,1-2 0,-1-5 0,-1-2 0,-1-2 0,-1-3 0,-2 0 0,-3-2 0,-1 1 0,-4-1 0,-3 2 0,-3 7 0,-2 0 0,-3-2 0,-2 0 0,-2 0 0,-2-1 0,-1 0 0,-2-1 0,-1 1 0,-1 0 0,0 0 0,-1 0 0,-1 1 0,0-1 0,-1-1 0,-2-1 0,-1 1 0,0 0 0,-2 0 0,0 0 0,-2 1 0,-1 0 0,0 1 0,-1 0 0,-1 2 0,-1 1 0,-3-5 0,-1 1 0,-2 0 0,0 0 0,-2 1 0,-1 1 0,0 1 0,0 1 0,-1 3 0,0 1 0,1 2 0,0 3 94,-6-8 1,-1 2-1,-1 3 1,1 1 0,-1 3-1,1 2 1,2 2 0,1 3-1,3 2-94,-15-23 0,2 3 0,3 5 0,5 8 0,4 10 184,-17-27 0,17 36-184,30 52 0,-4 81 0,13-9 0,4 15 0,0 8 196,0-10 1,0 5-1,0 7 1,3 6 0,4 6-165,1-24 0,3 6 1,2 4-1,1 4 0,1 2 1,1 2-1,1 0 0,-2-1 1,1-2-1,-2-2-32,-1 1 0,0 0 0,-1-2 0,0 0 0,0 0 0,1 1 0,0 0 0,2 0 0,1 3 0,1-2 0,2 4 0,0 2 0,2 1 0,0 0 0,1-1 0,-1-3 0,-1-4 0,0-4 0,-2-6 0,5 25 0,-2-7 0,0-6 0,0-6 0,-1-6 327,5 14 1,-1-9 0,0-18 655,14-2-958,-18-88-25,-11-48 0,-13-29 0,-4 12 0,-6-12 0,-4-6 0,0 1-76,2 18 0,-1-1 1,-1 0-1,-1 0 0,1 2 1,-2-14-1,0 1 1,-1 4-1,0 10 0,-2 21 1,0 0-1,0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10.22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214 528 24575,'74'-50'0,"0"1"0,9 16 0,12 5 0,1-1 0,-21 4 0,1 0 0,2 1 0,2 1-246,12-1 0,5 3 0,-1 0 0,-6 0 179,5-2 0,-5 1 0,-9 0 67,-2-3 0,-7 1 0,4-1 0,-29 12 0,-47 14 0,-27 35 0,-33 35 0,-5 2 0,4-13 0,-6 2 0,-4 4 0,-3 7-141,15-11 1,-3 5-1,-2 5 1,-1 2-1,-1 2 1,0 0-1,1-1 18,6-6 0,-2 2 0,0 0 0,0 1 0,1 1 0,1-1 0,3-1 0,2-1-41,-6 12 0,2 0 0,2 0 0,3-2 0,2-1 0,5-1-33,-3 1 0,1 1 1,4-2-1,11-5 0,15-7-96,17 32 1,38-23 292,25-49 0,28-19 0,15-11 0,6-1-110,-38 2 1,5-2 0,3-2 0,4-1-1,3-3 1,5-1 0,2-1 0,5-1-1,2-1 55,-24 3 0,4-1 1,3-1-1,3-1 0,2-1 1,2 0-1,3-1 1,1-1-1,1-1 0,1 1 1,0-1-1,1-1 1,0 1-1,-1 0 0,-1-1 1,0 1-1,-3 0 0,-1 0-3,2 0 0,0-1 0,-1 1 0,0-1 0,-1 1 1,1-1-1,-1 0 0,0 0 0,0-1 0,1 1 0,-1-1 1,1 0-1,0 0 0,1-1 0,0 0 0,1 0 0,0-1 6,-2 2 0,1-2 0,1 1 1,2-2-1,0 1 0,1-1 0,1 1 1,-1-2-1,1 1 0,-2 0 0,1-1 1,-2 1-1,-1-1 0,-1 1 0,-2-1 1,-2 1-1,-3 0 0,-1 0 0,-4 0-30,16-5 0,-3 0 0,-1 0 0,-3 0 0,-1 0 0,-3 0 0,-2 0 0,-1 1 0,-3 0 0,-2 0 0,-2 0 0,-2 2-59,22-9 1,-3 0-1,-4 2 1,-3-1-1,-5 2 1,-5 0-1,-6 2-105,10-6 0,-7 1 0,-9 1 0,-11 4 23,26-26 223,-66 39 983,12-5 0,50-25-492,-17 21 1,4 0-69,11-8 1,2-1 67,-2 3 1,-2 3-1,-14 6 1,0 1-1,5 1 1,0 1-1,-12 3 1,-1 2-1,4 3 1,-5 0 491,-3-8 0,-23 14 0,-33 5-492,-34 13 1,-24 8-449,-2 1 1,-11 3-1,-11 3 1,-8 2-154,24-8 1,-7 2 0,-5 0 0,-5 2-1,-3 1 1,-1 0 0,-2 0 0,1 1-1,2 0 11,4 0 1,-1 1 0,0 0-1,-1 0 1,-1 1 0,0 1-1,-2-1 1,-1 1 0,-2 0-1,-1-1 23,10-2 0,-2-1 1,-3 1-1,0 0 0,-2 0 1,-1 0-1,0 1 1,0-1-1,0 0 0,2-1 1,0 1-1,1-1 0,3-1-14,-8 3 1,2-1-1,1 0 1,0 0 0,1-1-1,1 1 1,0-2 0,0 1-1,1-1 1,0 0-1,0 0 0,4-2 1,0-1-1,1 1 1,-1-1 0,1-1-1,1 1 1,0-1 0,0 0-1,1-1 1,0 1-1,1-2-20,-13 4 1,1-2 0,0 0 0,1-1-1,0 1 1,2-1 0,1 0 0,2 1-1,2 0-31,-11 3 1,3 1-1,1 0 1,2 0-1,2-1 1,3 1-1,3 0-56,-11 3 0,2 0 1,4 0-1,5 0 0,8 0 33,-10 7 0,8-1 0,16-2 0,-14 19 0,70-42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13.61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9378 6052 24575,'-25'-53'0,"4"21"0,-4 36 0,3 88 0,3-12 0,-3 18 0,-2 5-246,3-15 0,0 3 0,-3 5 0,0 5 105,5-23 1,-1 5-1,-1 3 1,-1 1-1,0 0 1,-1-2-1,0-4-56,-7 16 0,0-6 1,-1 0-1,-2 1 0,-3 5 74,6-19 0,-1 3 0,-2 3 0,-1 1 0,-1 0 0,-1-2 0,1-4 0,0-5-74,-11 18 0,-1-6 1,0-4-1,0-2 0,2 0 177,4-4 1,1 1-1,1-2 1,1-6 0,0-8 346,-9 10 1,1-9 0,13-39-257,25-91 0,10-50-71,-11 43 0,-3-9 0,-3-7 0,-5-4 0,-3-3-123,-1 15 0,-3-5 0,-4-2 0,-2-3 0,-2-2 0,0 1 0,0 1 0,1 2 0,2 2 0,2 1 0,0 1 0,-1-1 0,-1 1 0,-3 0 0,-3-1 0,-5 0 24,0 6 1,-3-2 0,-3-3-1,-3 1 1,-1-1 0,-3 3-1,0 3 1,-2 5 0,0 5-1,-1 7-42,-9 0 1,-3 7-1,-2 7 1,0 3-1,0 3 1,1 0-1,3-2-56,-13-17 0,5-4 1,0 4-1,-3 13 0,-6 22 33,-2 24 0,-8 18 0,-3 13 0,0 10 0,5 6 0,9 3 0,13 3 0,7 7 0,4 6 0,2 4 0,-3 2 0,-6 0 119,6-9 1,-4 3-1,-3 3 1,-1 1-1,-1 1 1,0-1 0,3-1-1,3-2 1,4-3 44,-7 9 0,3-2 0,4-2 0,1-2 0,1-1 0,0-2 0,-9 8 0,-2 3 0,3-4 0,9-11 0,14-17 983,0-11 0,25-120-656,8 12 1,0-18 0,-4-10-483,2 28 0,-2-5 0,-1-6 1,-1-3-1,-1-4 0,0-2 155,3 15 0,0-2 0,0-3 0,-1-2 0,0-1 0,-1-3 0,-1-2 0,-1-2 0,-1-2 0,1 14 0,-1-3 0,-1-3 0,-1-2 0,0-1 0,-1-2 0,-1 0 0,0 0 0,0 1 0,-1 0 0,1 2 0,1 2 0,-1 3 0,0-4 0,-1 1 0,1 2 0,-1 1 0,0 0 0,1 2 0,-1 0 0,0 0 0,0 0 0,-1 1 0,1 0 0,-2-8 0,-1-1 0,0-2 0,-1 1 0,1 0 0,-1 3 0,1 3 0,1 5 0,1 6 0,0 7 0,-13-34 0,0 11 0,3 11 0,2 14 491,0 1 1,-4 27-1,-9 45 1,-9 22-287,-16 14 0,-9 15 0,1 3-517,2 0 1,1 4-1,0 4 312,9-3 0,-1 5 0,3 1 0,9-4 0,10-6 0,8-2 0,7-2 0,3 10 0,10-8 0,7-14 983,12-25 0,0-108-492,11 37 1,0-6-1,-8-27 1,0-6-1,13-3 1,1 3-1,-9 18 1,-2 1-373,1-22 0,0 3-119,0 30 0,-3-3 0,-6-20 0,-3-12 0,-2 7-492,1 4 0,-2-2 488,0 17 0,-1-9 0,-2 0 0,-2 7 4,-6 4 0,-2 5 0,-1-1 0,-2-7 0,-2 0 0,-2 1 308,-3 5 1,-4 3 0,3 2-309,-6-15 0,2 5 0,7 12 0,2 5 0,-12-21 0,4-12 0,-2 23 0,0-19 983,6 41-915,13 6 333,-7 7-401,8 10 0,0 6 0,-3 10 0,3 6 0,-5 16 0,10 34 0,2 41 0,9-32 0,2 6 0,-1 30 0,0 3 0,0-18 0,0-2 0,0 4 0,0-6 0,0 16 0,0-42 0,0-8 0,0 8 0,0 7 0,0 12 0,0 11 0,0-16 0,0 3 0,0-3 0,0 2 0,0 20 0,0-1 0,1-22 0,-2-1 0,-2 9 0,-1-3 0,-5 21 0,3-38 0,-1-1 0,-2 19 0,-3 10 0,6-28 0,0 4 0,0 17 0,2 2 0,-2-10 0,1 4 0,-1 15 0,2 8 0,0-7 0,2-9 0,0 0 0,-2 9 0,-1 8 0,1-5-234,4 3 1,0-3 233,-3-21 0,-1 1 0,0 1 0,0 31 0,-2 0 0,-2-31 0,-1-1 0,2-2 0,2 12 0,0 0 0,-5 15 0,-2 5 0,3-23 0,0 2 0,-1-1 0,-4 21 0,-3 4 0,3-22 0,-2 8 0,-1 1 0,0-6 0,-4 2 0,-1-5 0,0 5-246,4-1 0,-1 5 0,0 3 0,0 2 145,0-8 1,-1 2-1,0 1 1,1 0 0,4-3-146,2 8 0,3-4 0,2 1 0,-1 1 60,-1-10 1,0 2 0,0 1-1,1-4 1,4-4 185,2 15 0,4-6 0,1-4 0,-2 11 0,0-5 0,0-13 0,0-4 388,0 26-388,0-36 0,0 0 491,0-9 1,0 1-302,-1 24 1,2 1 300,2-23 1,1-3-1,-2 4 1,2-3-346,9 15-146,-7-16 0,-1 16 0,-5 12 0,0-11 0,0 6 0,0 2 0,0 3 0,0-13 0,0 3 0,0 0 0,0-2 0,0 0 0,0 3 0,0 12 0,0 4 0,0-3-169,-1-12 0,1-1 0,1 4 169,3 3 0,2 5 0,1 1 0,1-5-307,1 6 1,1-5 0,1 3 306,5 10 0,3 2 0,0-3 0,-2-12 0,1-3 0,-1-3 0,4 18 0,0-6 0,-1-14 0,-3-4 0,-8-13 0,-1-4 0,11 20 483,-17-22-483,19 50 0,-12-31 0,-1 6 0,6 15 0,1 6 31,-3-12 0,2 4 0,1-3-31,-1-12 0,2-2 0,5 1 0,8 9 0,5 2 0,5-4 0,6-3 0,5-3 0,2-4-328,-3-8 0,3-4 0,9-2 241,4-4 1,9-2 0,3-2 0,2-2 86,2-4 0,2-2 0,4-3 0,7 1 0,-18-8 0,5 0 0,4 0 0,3 0 0,0-1 0,-2 0 0,-3-2-164,2 2 0,-3-1 0,0-1 0,0-1 0,1 0 0,3-2 23,-2-2 1,2 0-1,3-2 1,-1 0-1,0-1 1,-4-2-1,-4-2-105,23 2 0,-7-4 0,0-2 0,4 1 49,-4-1 0,5 0 1,2-1-1,-2 0 0,-4 0 0,-13-2 0,-3-1 1,-2 0-1,1 0 0,3 3 106,7 1 0,1 2 1,2 2-1,-1-1 1,-1 1 90,-4-1 0,-1 1 0,-1 0 0,1 0 0,0 0 0,2 0 0,-2 0 0,1 0 0,2-1 0,4 1-164,-4-1 0,3-1 0,2 0 0,1 0 0,2 0 0,1-1 23,-4-1 1,0-1-1,3 0 1,0-1-1,1 0 1,1 1-1,0-1 71,-9 1 1,1-1 0,-1 0 0,2 0-1,0 0 1,2 1 0,1-1 0,3 0 69,-5-1 0,2 0 0,3 0 0,1 0 0,1 0 0,1 0 0,-2 0 0,-1 0 0,-3 0 0,-3 1 0,4 0 0,-3 0 0,-1 0 0,-2 1 0,-1-1 0,0 0 0,1 0 0,1-1-123,2 0 0,3-1 0,1 0 0,-1-1 0,-1 1 0,-4-1 0,-5 1 0,-6-1-123,20 3 0,-10 0 0,-4 0 0,0-2 2,-5-2 1,-2-1 0,-1-1-1,-5 1 571,0 0 1,-4 0 0,1 0-267,6 0 0,2 0 0,-5 0 430,10 0 1,-9 0 47,18 0 444,-14 0 0,-6 0 0,11 0 0,-23 0 0,-23 0-738,-21 0 1,-10 0 0,-1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18.95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0 590 24575,'66'21'0,"16"6"0,-34-11 0,1 0 0,34 14 0,-27-14 0,-3-2 0,2-4 0,21 4 0,-12-14 0,-4 1 0,12-2 0,13-2 0,10-3 0,0 2-328,-3 2 0,0 2 0,1-2 231,9-2 1,1-2-1,-10 3 97,-2 2 0,-10 2 0,-21-1 0,-2 0 0,1 0 0,1 0 0,11 0 0,5 0 0,-5-3 0,5-2 0,2-1 0,6-2 0,3-3 0,1-1 0,-12 1 0,3-2 0,-1-1 0,-6 0 0,-1-2 0,-5 0 0,-3 1 0,22-3 0,-14 1 0,-23 0 983,-25 16-692,2-4-291,-3 5 0,10-5 0,1 4 0,0 1 0,-12 6 0,-5 14 0,-1 8 0,-3 5 0,8 4 0,7-9 0,29-4 0,16 1 0,-15-14 0,4 0 0,10 10 0,4 0 0,12-11 0,2-3 0,0 7 0,-3-3 0,-10-10 0,-2-2 0,-2 5 0,-4-1 0,-15-2 0,-3 0 0,3 6 0,-2 0 0,41-5 0,-29 5 0,2 0 0,0-6 0,0 0 0,9 5 0,-3 2 0,27 0 0,-20 1 0,-30-2 0,1-7 0,-7 0 0,-8 5 0,7 1 0,30 5 0,3-5 0,-22 0 0,1-1 0,42-3 0,-12 10 0,-3-6 0,10 0 0,-25-1 0,34-5 0,-40-1 0,1 2 0,-8 2 0,2 1 0,16 0 0,-1 1 0,26 3 0,-38 0 0,4-2 0,22-4 0,3-2 0,-7 4 0,1-1 0,16-3 0,1 0 0,-10 5 0,-3 1 0,-8-1 0,2 0 0,18 6 0,3 2 0,-12 3 0,3 0-301,-17-6 1,3-2 0,-1 2 300,-6 2 0,-1 1 0,2-2-69,4-3 1,2-1 0,-5-1 68,8 1 0,-5-1 0,-2 2 0,-4-2 0,27-4 0,-2 12 0,-10-13 445,-14 8 1,-1 1-446,6-8 0,1 4 0,17 3 0,-7-1 0,-11-1 0,1 0-70,12-2 0,8-1 0,-8 0 70,-7 3 0,-6-2 0,0-5 0,-8 0 0,-5 0 0,-13 0 0,-33-5 0,1 4 0,1-14 425,9 8-425,1-9 0,6 5 0,4-9 0,-9 7 0,3-8 0,-9 10 0,-5 0 0,-2 5 0,-4-3 0,4 3 0,-3 0 0,4 1 0,4-5 0,-2-2 0,8-5 0,-9 2 0,-1 4 0,-1 5 0,-3-4 0,4 4 0,-6-5 0,6 0 0,1 0 0,4 1 0,-4 4 0,8-9 0,-7 8 0,8-9 0,0 5 0,-8 5 0,26-13 0,-17 11 0,10-8 0,-3 6 0,-10 4 0,4-5 0,-8 0 0,-5-4 0,-3 3 0,9-4 0,-9 5 0,13 5 0,-7-8 0,13 6 0,-9-2 0,5 0 0,-6 4 0,1-5 0,-1 5 0,5-4 0,-3 4 0,3-4 0,-9 4 0,-1 1 0,-6 0 0,6-1 0,1 0 0,4-4 0,1 9 0,-6-9 0,0 9 0,-1-9 0,2 4 0,0 0 0,3 2 0,-8 4 0,4-5 0,-6 4 0,1-9 0,5 4 0,5 0 0,2-4 0,3 4 0,10-10 0,-16 9 0,15-7 0,-18 8 0,4 0 0,1 1 0,13-10 0,-5 7 0,7-12 0,-6 9 0,-3-5 0,4 4 0,-9 1 0,2 6 0,-8 5 0,-1-5 0,9-1 0,-7 0 0,13-3 0,6-2 0,-7 4 0,11-8 0,-14 9 0,6-5 0,-6 5 0,4-3 0,-13 3 0,7 0 0,1-4 0,-2 4 0,7 0 0,-14-4 0,-1 9 0,-1-4 0,2 0 0,-1 4 0,10-9 0,-4 4 0,1-4 0,2-1 0,-13 5 0,18-9 0,3 3 0,2-9 0,6-1 0,-9 0 0,6 0 0,5 6 0,12-7 0,-19 15 0,26-14 0,-36 15 0,14-8 0,-23 8 0,3-2 0,-8 8 0,13-14 0,-11 8 0,1-4 0,-10 6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27.07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4531 7682 24575,'6'-29'0,"-2"4"0,-4 14 0,-4 5 0,2-8 0,-7-3 0,8-1 0,-4-3 0,0 15 0,4-4 0,-4 0 0,5-3 0,0-2 0,0-1 0,0 4 0,0-4 0,0 6 0,0-6 0,0-1 0,0-5 0,0-4 0,0 3 0,0-4 0,0 1 0,0 3 0,0-4 0,0 11 0,5-5 0,-4 4 0,4-4 0,-1-1 0,2-5 0,0 0 0,4-20 0,-4 16 0,5-10 0,4 9 0,-3 4 0,4-10 0,-6 6 0,1-10 0,0 7 0,4-7 0,-3 14 0,4-8 0,-10 17 0,3-16 0,-7 17 0,7-9 0,-8-4 0,4 7 0,-5-7 0,0 4 0,0-10 0,0 2 0,0-7 0,-5 14 0,4-3 0,-4-1 0,5-7 0,0-4 0,0-12 0,-12-23 0,-5-8 0,-10-7 0,13 40 0,0 1 0,-13-23 0,8-11 0,1 40 0,7 15 0,5 15 0,1 5 0,1 5 0,2-3 0,-17-2 0,1-6 0,-40-12 0,19 10 0,-10-3 0,24 11 0,18 0 0,-8 0 0,14 0 0,-9 0 0,4 1 0,-5-6 0,5-1 0,-3-5 0,3 1 0,-5-1 0,5 5 0,-4-4 0,-1 9 0,-6-8 0,-14-16 0,2 5 0,-8-16 0,9 19 0,2 2 0,4 4 0,5 5 0,-3-3 0,-2-2 0,-6-6 0,-9-4 0,-1-1 0,-1-4 0,2-6 0,14 8 0,-2-6 0,13 18 0,-4-8 0,-2-18 0,-1-5 0,-1-8 0,2 17 0,-3-1 0,3 11 0,-13-8 0,8 6 0,-13 4 0,-7-9 0,-26 1 0,18 16 0,-3 2 0,5 3 0,-5 3 0,-36-1 0,-10 4 0,25 4 0,-2 0 0,-1 2 0,-9 2 0,-2 1 0,-1 2-155,-3 0 0,-1 2 1,6 2 154,-5 6 0,9 3 0,21 0 0,7 4 0,-20 22 0,30-8 0,-6 14 0,13-4 0,12-9 464,1 11-464,14-17 0,1 10 0,2 2 0,3-6 0,0 8 0,1-5 0,5 5 0,0 34 0,0-8 0,3-13 0,1 2 0,5 31 0,6 0 0,1-2 0,0-12 0,-2-12 0,-6-2 0,-3-17 0,-5-1 0,0-5 0,0 0 0,4 5 0,2-8 0,5 7 0,-5-14 0,4 14 0,-2 9 0,3 6 0,2 5 0,-7-13 0,8 3 0,-6-11 0,2 7 0,0-20 0,-4 3 0,5-8 0,-5 0 0,3 8 0,-3-7 0,5 13 0,0-8 0,-5 8 0,-2-4 0,1 10 0,1-8 0,0 7 0,4-9 0,-9 1 0,4-2 0,-1-9 0,-2 3 0,7-3 0,-3-1 0,0 14 0,4-11 0,-4 12 0,0-9 0,-2-5 0,-4-2 0,0-4 0,5 0 0,-4-1 0,4 1 0,-5 5 0,5 0 0,-4 11 0,9 0 0,-9 1 0,13 12 0,-7-20 0,9 15 0,-5-18 0,-5 9 0,3 2 0,-3-1 0,0-1 0,4 1 0,-4-5 0,0 0 0,3-2 0,-3-3 0,5 4 0,4 1 0,-3-1 0,9 6 0,-9 0 0,3 5 0,-4-4 0,-5-2 0,3-9 0,-3-2 0,0-4 0,-1 0 0,-5 4 0,5-8 0,-4 8 0,9-9 0,-9 4 0,8 6 0,-7 1 0,2 9 0,1-3 0,-4 8 0,9-4 0,-9 5 0,4 1 0,0 9 0,-4-8 0,4 3 0,-10-6 0,4-3 0,-14 18 0,13-15 0,-13 15 0,9-24 0,-5 9 0,0-8 0,-4 8 0,-2-8 0,-10 3 0,0 5 0,-1-7 0,-3 2 0,13-10 0,-12-1 0,2 2 0,-32 16 0,12-3 0,-16 4 0,30-12 0,-7-2 0,17-3 0,-7 4 0,9-4 0,0 3 0,1-8 0,-1 4 0,5-6 0,-8 11 0,7-3 0,-9 8 0,1 0 0,-2 2 0,-14 4 0,-9-14 0,-12-4 0,-6-28 0,15-16 0,-6-12 0,1-3 0,-4-7 0,-2-6-246,8 2 0,-1-6 0,0-3 0,-2-2 49,5 6 0,-1-3 1,0-2-1,1-2 0,3-1 36,2-3 1,2-3-1,2-2 1,3 1-1,3 3-72,0-5 0,5 2 1,2 1-1,4 2 233,-4-13 0,5 2 0,9 9 0,9 5 0,9 9 0,8-20 0,32-9 0,-6 30 0,6-2 0,9 0 0,3-2 0,4-5 0,-1-8 0,-9-1 0,-1-9 0,-4 2 327,-9 15 1,-4 1 0,-1-4-210,-2 0 0,0-5 1,-1 1-1,-5 6-118,2-23 0,-5 11 491,-5 21 1,-3 5-463,2-42-29,-5 36 0,-4-28 0,0 32 0,0-8 0,0 12 0,0-6 0,0-6 0,0-7-33,0-3 0,0-7 0,0-1 33,0 0 0,-1-1 0,2-3 0,1 14 0,1-2 0,0 0 0,3 2 0,4-14 0,2 2 0,3 3 0,-1 8 0,2 2 0,5 2-194,3 7 1,4 2 0,5-4 193,8-3 0,6-4 0,2 0 0,-2 5 0,-4 3 0,-1 4 0,7-4-197,4 2 0,9-7 1,4-1-1,0 3 0,-3 10-131,13-2 0,-2 9 0,5-2 275,-5 0 0,4-4 0,1 1 0,-1 1-193,-2 5 0,1 0 0,-2 2 0,-3 1 98,8-7 1,-4 2 0,2-1 147,-15 10 0,2-1 0,-2 1 0,-3 3 301,-3 4 1,-3 3-1,4-3-301,3-1 0,5-4 0,1 1 0,-2 4 0,7 3 0,-2 4 0,2-2-62,15-8 1,2-1 0,-4 5 61,-15 11 0,-2 5 0,-5 2 491,9 2 1,-8 1 491,29-14 0,-27 17-153,-9-4-661,12 5-169,-11 0 851,-18 5-851,-15-3 0,-14 2 0,4-13 0,2 2 0,9-23 0,-8 11 0,2-7 0,-14 15 0,4 6 0,-9 5 0,4-4 0,0-2 0,-4 0 0,4 1 0,0 6 0,-4 3 0,3 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40.05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7234 878 24575,'43'-22'0,"16"-7"0,-21 10 0,4-3 0,-40 11 0,-51-13 0,-37 1 0,6 8 0,-16 2 0,-9 1 0,-6 0-141,26 2 1,-6 0-1,-4 0 1,-3 0-1,-1 0 1,-1 0-1,2 1 18,11 1 0,0-1 0,0 1 0,0-1 0,-2 2 0,-1-1 0,-3 2 0,-2 0 24,2 1 1,-3 1 0,-3 1-1,-1 0 1,-2 0 0,0 1-1,-1 0 1,1 1 0,2 0-1,1 1 0,3 0 1,1 0 0,0 1-1,0 1 1,0-1 0,1 2-1,1-1 1,0 0 0,2 1-1,1 0-24,-13 1 0,2-1 0,1 1 0,1 0 0,0 1 0,2 0 0,1 1 0,2 1-18,-8 2 1,-1 0-1,-1 1 1,4 1-1,5 0 1,9 1-1,12 0-187,-7 4 0,13 1 0,10 3-164,4 4 0,10-1 158,-2 2 334,24-9 0,35-11 0,42-5 0,14 0 0,22 0 0,11 0-164,-20 0 0,8 0 0,5 0 0,5 0 0,0 0 0,-1 0 23,-9 0 1,0 0-1,1 0 1,1 0-1,1 0 1,2 0-1,2 0 31,-10 0 1,2 0 0,3 0 0,0 0-1,1 0 1,0 0 0,-1 0 0,-2 0-1,-2 0 66,12 0 1,-1 0 0,-1 1 0,-2-1 0,-1 0-1,-3 0 1,-3-1 239,15-1 1,-4 0-1,-3-1 1,-3 0 0,0-1 48,12 0 1,0-1 0,-6-1 0,-14-1 245,7-3 1,-19-3 491,0-6-703,-53 9-280,-11 4 983,1-5-492,-64 13 1,-44 6-247,21-7 1,-11-2 0,-8 0 0,-5 1-371,16 2 1,-5 0 0,-6 2-1,-2-1 1,-1 0 0,0-1-1,3-2 125,1-1 0,2-1 0,0-1 0,0 0 0,-2-1 0,-4 1 0,-3 0 0,10 1 0,-5 0 0,-5 0 0,-1 0 0,-2 0 0,1 0 0,3 0 0,5-1 0,5 0 0,8-1 0,-18-2 0,11-2 0,5-1 0,1 1 0,-6 2 0,1 1 0,-9 1 0,0 1 0,4 0 0,12 0 0,18-1 0,-33-10 0,80 14 0,-9 0 0,-4 0 0,-5 0 0,-6 0 983,-15-7 0,-17 5-492,7-11 1,-10-3-165,11 7 1,-3 0 0,0-1 163,-28-13 1,1 0-364,-1 6 0,9 0-128,3-13 0,45 11 0,22-12 0,10 11 0,1-10 0,5 13 0,15-14 0,40-9 0,14-14 0,-18 26 0,3 2 0,6-5 0,-2 3 0,20-5 0,2 2 0,-63 25 0,-14 6 0,-63 17 0,-3 6 0,-16 8 0,-5 3 0,6-3 0,-5 3 0,-4 0 0,-1 1-197,5-4 0,-4 2 1,-1-1-1,2 0 0,5-1-49,0 2 0,2-1 0,5-1 0,7-3 214,-38 6 0,47-5 32,106-2 0,10-14 0,22-2 0,12-1 0,3-1-164,-8-1 0,4 0 0,5-1 0,5-1 0,6 1 0,7-1 88,-34-3 0,5 1 1,4 0-1,4-1 0,2 1 1,2-1-1,3 0 1,-1 0-1,2 0 0,-2-1 1,0 1-1,-2-1 0,-3 1-6,4-1 0,-1 0 0,-1 0 0,-1 0 0,0 0 0,1 0 0,-1-1 0,1 0 0,0 1 0,2-1 0,0 0 0,2 0 11,-5-1 1,3 1 0,1-1 0,2 0-1,1 0 1,1 0 0,-1 0 0,0 0 0,-2 0-1,-2-1 1,-2 1 0,-3 0 0,-3 0-1,-5 0-52,21 0 0,-6 0 0,-3 0 0,-4 0 0,-1 0 0,-3 0 0,1 0 0,0 0-18,6 0 1,4 0-1,-2 0 1,-2 0-1,-5 0 1,-9 0-1,-11 0-351,35-2 0,-13-1 0,18 2 0,-24-4-492,-64-6 1967,12-5-573,9 0 1,8 0-411,9 2 0,8 1 0,15-1 0,11-1 0,-5 2 491,7-1 1,3 0-247,-22 3 1,6-1 0,3 0 0,1 1-1,7 1 1,1 1 0,1 0 0,-1 0-1,-6 1 1,0-1 0,0 1 0,5 1-115,-4 2 1,4 0-1,2 2 1,-2 1-1,-4 1-131,2 4 0,-5 1 0,0 1 0,3-1 0,-12-3 0,2-1 0,0-1 0,3 2 0,3 1 0,2 4 0,3 2 0,2 0 0,1 2 0,0-2 0,-2-1 0,-6-2 0,-2-1 0,0-1 0,0 1 0,2 0 0,2 1-141,-1 1 1,2 2-1,3 0 1,0 1-1,-1-1 1,-2 0-1,-2-2-23,-1-1 0,-2-1 0,-2-1 0,-1 0 0,0 0 0,0 0-33,12 1 0,1 0 1,-2 0-1,0-1 0,-3-1 0,-6-1 0,-1-1 1,-1 0-1,-2-1 0,-2 1 19,9 0 0,-3 0 1,-1 0-1,0 0 119,-7 0 0,-1 0 0,1 0 0,3 0 59,17 0 0,4 0 0,0 0 0,-3 0 0,-14 0 0,-2 0 0,0 0 0,4 0 88,-3 0 0,5 0 0,1 0 0,-1 0 1,-4 0-89,4 0 0,-3 0 0,-1 0 0,0 0 0,1 0 0,1 0 0,-2 0 0,-5 0 327,-1 0 1,-5 0 0,-4 0 163,15 0 1,-13 0 491,-17 0-553,-42 0 553,9-5 0,-2-1 0,13-5-510,6-4 510,3-7 0,54-10-813,-16 6-170,-26 13 0,2 2 0,38-5 0,-10 5 0,1-2 0,-14 0 0,-20 7 0,3-2 0,9-8 0,3-2 0,0 4 0,1 0 0,2-6 0,-6 0 0,-2-2 0,-21 8 0,-32 10 0,-7 4 0,-46-1 0,-35 2 0,3 1 0,-16 2 0,-8 0 0,-1 1-164,24-2 0,-1 1 0,-2 0 0,-3-1 0,-2 1 0,-4-1 41,3 0 0,-4-1 0,-3 1 0,-3-1 0,0 1 0,-1-1 0,2 0 0,2 1 0,6-1 0,2 0 0,1 1 0,0-1 0,-1 1 0,-1-1 0,-2 0 0,-2-1 24,6 0 1,-3-1 0,-2 0-1,-2 0 1,0 0 0,0 0-1,0 0 1,2-1 0,1 1-1,3 0-24,-9 0 0,2 0 0,2 0 0,0 0 0,1 0 0,0 0 0,0 0 0,-2 0 0,-5 0 0,-3 0 0,0 0 0,-1 0 0,2 0 0,2 0 0,3 0 0,5 0-41,-3 0 0,4 0 0,3 0 0,3 0 0,1 0 0,2 0-33,-4 0 0,1 0 1,3 0-1,2 0 0,1 0-49,-7 0 0,2 0 0,2 0 0,-1 0 0,0 0 0,-1 0 0,1 0 0,-1 0 0,-1 0 0,-1 0 0,1 0 0,0 0 201,5 0 1,0 1 0,1-1 0,2-1 44,-20-2 0,2-1 0,6 0 491,-8 0 1,10 0-1,26-2 1,9 0 491,-3 1 0,38 0 0,-9-11 0,5 3 0,-1-7 0,11 4 0,15 4 0,15-13-492,51 4 1,28 4-445,-27 6 0,8 1 0,7 0 0,10 2-157,-22 2 1,7 2 0,5-1 0,5 2-1,2-1 1,3 1 0,-1 0 0,-1 0-1,-2 0 0,-1 0 1,0 1 0,-1-1 0,1 1-1,0 0 1,2 0 0,0 1 0,2-1-1,3 1 20,-6 0 1,4 1-1,1 0 1,2 0 0,1 0-1,0 0 1,0 0 0,-1 1-1,-1-1 1,-2 0-1,-3 0-20,7 0 1,-2 0 0,-1 0 0,-1 0-1,-1 0 1,-1 0 0,-1 0 0,-1 0-1,0 0-13,3 0 0,-2 0 0,0 0 0,-1 0 0,-1 0 0,-2 0 0,0 0 0,-2 0-41,16 0 0,-1 0 0,-1 0 0,-3 0 0,-5 0 0,-4 0-82,9 0 0,-5 0 0,-6 0 0,-4 0-82,2 0 0,-6 0 0,-4 0-164,18 0 0,2 0 164,-8 1 0,5-1 0,3-1 222,-18-2 1,1-1 0,3-1 0,3 2 105,0 1 0,5 2 0,3 0 0,-1-1 0,-1 0 0,-3-2 0,-1 0 0,-1-1 0,3 1 0,3 1 0,2 1 0,3 0 0,2 2 0,1-1 0,0 0 0,-3 1 163,-5-1 1,-2 0 0,-1 0 0,1 0 0,0 0 0,1 0-98,7 0 1,3 0-1,0 0 1,-1 0-1,-4 0 1,-5 0-67,7 0 0,-6 0 0,-2 0 0,4 0 0,-9 0 0,3 0 0,1 0 0,-1 0 0,-1 0-113,13 0 1,-2 0 0,0 0-1,1 0 113,-19 0 0,1 0 0,1 0 0,-1 0 0,1 0-103,3 0 0,2 0 1,0 0-1,-3 0 0,-5 0 103,19 0 0,-7 0 0,3 0 0,-9 0 0,3 0 0,0 0 0,-3 0 0,6 0 0,-2 0 0,1 0 0,-10-2 0,2-2 0,0 1 0,-4 1 0,9 1 0,-3 1 0,-1-2 0,2-5 0,-1-2 0,1 2 0,-1 5 0,1 2 0,-1 0 0,1-4 0,-1 0 0,1 0 0,7 4 0,0 0 0,2 0 0,-1 0 0,1 0 0,2 0 0,-21 0 0,1 0 0,1 0 0,1 0 0,9 0 0,3 0 0,-1 0 0,-3 0 0,14 0 0,-3 0 0,0 0 0,5 0 0,1 0 0,-10 0 491,-1 0 1,-6 0-266,-3 0 0,-3 0-226,-19 0 0,1 0 0,21 0 0,3 0 0,3 6 0,-1 0 0,1-6 0,0 2 491,-2 9 1,-3 1-1,-21-8 1,-2 1-1,10 7 1,0 0-52,-10-1 1,2-1-441,31 2 0,7 1 0,-19 3 0,3 2 0,0-2 327,-5-5 1,1-2 0,-1 2-1,4 6 1,1 1 0,-9-3-101,-4-4 1,-7-3 755,27 4-442,-42-2-541,-18-9 0,-1 8 0,22-3 0,-9 5 633,15-5-633,-12 8 0,-17-11 0,1 6 0,-11-9 0,-8 5 0,8-4 0,6 14 0,-2-8 0,3 3 0,-17 0 0,-5-4 0,-15 5 0,-46 27 0,-5 6 0,-11 6 0,11-16 0,-5-2 0,-1 4 0,-8 9 0,-1 3 0,0-2 0,7-9 0,1-1 0,6-4 0,-1 2 0,6-2 0,12 0 0,8-2 0,9-8 0,-17 19 0,9-6 0,-33 29 0,17-6 0,17-18 0,1 5 0,0 18 0,3 4 0,3-3 0,2 3 0,5-5 0,1 6 0,0-4 0,-5 15 0,1-4 0,3-1 0,-1 0 0,-1 3 0,-1-3 0,7-21 0,2-3 0,3 4 0,2-3 0,-9 15 0,8-13 0,4-8 0,-3-2 0,5 9 0,-1 17 0,-7 17 0,7-35 0,-2 3 0,-7 14 0,-1 6 0,4 21 0,0 8 0,1-26 0,-2 2 0,1 0-328,1-1 0,0 0 0,1-6-33,3 7 1,-2-8 360,-19 19 0,4-24 0,-9-6 0,0-10 0,-8 2 0,-23 9 0,-12 5-246,18-14 0,-5 6 0,-3 1 0,1-4 0,2-7 0,0-3 0,0 0 0,-1 0 228,-4 5 1,-2 2-1,2-2 1,6-7 508,-15 7 1,8-11-224,8-14 0,8-4-268,7 6 0,-10-10 0,38-6 0,-8-5 0,4-1 983,0 0 0,5 1-725,2 0-258,4 3 0,0-8 0,0 4 0,0 0 0,-4 6 0,2 1 0,-2 3 0,4-4 0,-5 0 0,-1 4 0,-4 2 0,-6 14 0,9-7 0,-2 2 0,4-15 0,-6-2 0,-1-7 0,-19 2 0,-15-4 0,2 0 0,-5 0 0,18 0 0,4 0 0,-1 0 0,2 0 0,14 0 0,-16 0 0,18 0 0,-10 0 0,6 0 0,-3 0 0,-20 10 0,2-3 0,-6 9 0,-3-11 0,-3 0 0,1-5 0,9 0 0,-6 0 0,-16 0 0,-8 0 0,0 0 0,-8 0 0,-4 0-246,5 0 0,-4-1 0,-3 1 0,-2 1 166,8 1 0,-3 1 1,0 1-1,-1-1 1,4 1 79,-11-1 0,1 1 0,2-1 0,4 1 0,-15 1 0,3 1 0,10 1 0,6 6 0,7 0-279,9-5 1,0 1 278,-15 11 0,-7 3 0,13-8 0,-6 0 0,-3 2-246,9 0 0,-4 3 0,-2 0 0,2 0 0,3 0 0,0 0 0,0 0 0,1 0 198,1-1 1,-1 1-1,2 0 1,4-1-7,-6 3 1,4 0 0,5-2 53,-5 1 0,2-1 0,-21 7 0,1-3 0,25-9 0,0-1 491,-17 2 1,1-1-397,28-8 1,5-3 426,-18 2-522,3 7 0,2 4 0,-10 2 0,-20 2 0,-6 0 306,31-5 1,0 1 0,-6-1-307,-3-4 0,-6-2 0,-3 1 0,-1 2 0,8 4 0,-2 2 0,-1 2 0,-1 0 0,0-3-197,-3-1 0,0-1 1,-1-1-1,-1 1 0,-2 1 33,5 2 0,-2 2 0,-1 0 0,-1 1 0,1-2 0,3-2-33,-7-2 0,4-1 1,0-2-1,-3-1 0,-5 0 187,6-1 1,-4-1 0,-3 0 0,-2-1-1,-1 1 1,2 0 0,1 0 9,6 0 0,1 1 0,0-1 0,1 1 0,-1 0 0,-2 0 0,0 2-123,1 0 0,-4 0 0,-1 1 0,0 0 0,1 1 0,2 0 0,4 0 0,6 0-74,-15 4 0,7 0 1,4 1-1,2 0 0,0 2 0,4 0 0,-1 2 1,3 0-1,4 0 0,7-3-131,-3 2 0,7-3 0,1 1 10,-33 10 0,8-3 748,29-8 1,6-2-431,-27 11 491,29-8 1,-1 1-1,4-1 1,-2 0-1,-8 6 1,2 1 491,-27 17 0,15 0 0,29-17 0,19-3 0,47-12-815,28-6 0,22-5 1,9-4-366,-14-3 0,6-4 1,5-2-1,4-1 0,5 1 74,-13 3 0,4 1 0,3-1 0,3 0 0,2 0 0,3-2 0,2 0 0,1-2 33,-7 1 1,2-2-1,4-2 1,2 0 0,2 0-1,0-1 1,0 0 0,1-1-1,-2 2 1,-2-1-1,-1 2-9,0 0 1,-1 0 0,-1 1-1,0-1 1,-1 1 0,0 0-1,0 0 1,-1-1 0,0 1-1,0-2-11,9-1 1,2-1 0,1-1 0,0 0-1,-1 0 1,-4 1 0,-3 0 0,-6 1-1,-6 1-87,13-2 0,-5 1 1,-7 2-1,-7-1 0,-6-1-131,4-5 0,-9 1 0,-13 2-656,3-2 0,29-9 492,-16 18 0,7 2 370,8-6 0,4 0 449,-19 9 1,2 2 0,-6 0 163,-2-5 1,-10 7 491,1 28-492,-89 32 1,-41 23-296,25-23 1,-9 7-1,-7 4 1,-5 4 0,-4-1-320,12-14 0,-3 1 0,-3 1 0,-3 1 0,-4 1 0,-2 2 0,-3 1 0,-3 1 77,18-14 1,-3 2 0,-3 2 0,-2 0 0,-3 2 0,-1 1 0,-1 0 0,0 0 0,-1-1 0,0 0 0,1 0 0,1-3 0,2-1 0,1-1-45,-9 4 1,1-1-1,1-1 1,1-2 0,0-1-1,1 0 1,-1-1 0,-1 1-1,0 0 1,-1 0-1,-1 2 14,6-5 0,-3 2 1,-1 1-1,-2 1 0,0-1 1,0 1-1,0-1 1,2-1-1,2-1 0,2-2 1,3-2-1,4-3 0,4-2-88,-25 13 0,6-4 0,6-4 0,3-2 0,3-1 0,4-2-82,-12 8 0,3 0 0,8-6 0,13-7-738,-22 16 0,88-58 893,34-25 1,28-20 0,9-2 90,-9 11 0,8-3 0,6-1 0,6-2 0,4 0 0,-22 11 0,4-1 0,4-2 0,2 0 0,2 0 0,2 0 0,1 0 0,1 1 0,0 2-99,0 2 1,3-1 0,1 2-1,1 0 1,2 0 0,-1 1-1,1 1 1,-1 1 0,0 1-1,-2 1-11,4-1 1,1 1 0,0 0 0,-1 2-1,0 1 1,-2 1 0,-2 1 0,-3 1-1,-3 2 38,14-3 0,-2 1 1,-3 2-1,-4 2 1,-6 2-1,-6 4 399,25-2 1,-10 5 0,-36 8 655,-45 7-711,-51 25 1,-36 19-273,20-9 0,-8 6 0,-7 6 0,-4 3 0,-3 2 0,12-9 0,-2 3 0,-3 1 0,-3 3 0,-1 1 0,-3 1 0,-2 2 0,-2 0 0,11-8 0,-2 0 0,-2 2 0,-1 1 0,-3 1 0,0 0 0,-2 2 0,1 0 0,-1 0 0,0 1 0,1-1 0,1 1-76,3-1 0,-1 1 1,0 0-1,0 1 0,0 0 1,0 1-1,-1 0 1,1 0-1,0 0 0,0 0 1,0-1-1,1 0 0,0-1 63,-5 3 0,0 0 1,-1 0-1,0 0 1,0 0-1,1 0 1,0-1-1,2-1 0,1 0 1,3-1-1,1-2 1,3 0 134,-12 11 1,2 0 0,2-1 0,2-2 0,3-1 0,3-2 0,3-2 0,3-3 73,-10 8 1,1-1-1,5-4 1,11-6 0,12-8 224,-9 27-421,114-98 0,52-38 0,-50 27 0,10-9 0,7-5 0,7-5 0,4-2 0,2-1 0,0 1 0,-1 3-99,-11 9 1,2 0 0,0 0-1,2 1 1,1-1 0,1 0-1,2-1 1,2-1 0,1-2-1,2-2 33,-16 8 0,3-1 1,2-3-1,1-1 1,1-1-1,2 0 1,0-1-1,1 0 1,0 0-1,-1 1 1,1 1-1,-2 1 1,-1 1-1,-1 3 0,-2 1 27,13-4 1,1 1 0,0 1 0,-1 2 0,-1 1 0,-1 2 0,-1 0 0,-2 1 0,-2 1 0,-2 0 0,-2 0 38,7-3 0,-2-2 0,-2 2 0,-1 1 0,-4 1 0,-2 3 0,-4 3 0,-4 3 245,29-7 1,-3 5 0,-13 6 0,-22 8 737,-11 7-150,-107 62-833,-2 1 0,-17 11 0,-15 9-110,31-27 1,-9 4 0,-7 3 0,-5 3-1,-3 2 1,-1 0 0,1-1 0,2-1-1,5-2-13,2-2 0,4 0 0,1-2 0,1 1 0,-2-1 0,-3 1 0,-4 1 0,-6 1 76,12-9 0,-7 2 0,-4 2 1,-4 1-1,-3 1 0,-2 0 1,-1 0-1,1-1 0,2-1 1,2-2-1,4-2 0,5-3 1,6-2-1,8-5 243,-27 15 1,14-8-1,5-3 1,-1-2 0,-6 1-34,-13 6 1,-15 6 0,-3 0 0,11-9 0,26-15 0,38-24 327,63-52 1,42-27-532,-15 21 1,12-8-1,9-5 1,4-3-1,2 0 40,-15 15 0,3-2 0,3-2 0,2-1 0,2-1 0,0 1 0,0-1 0,0 2 0,-8 5 0,-1 1 0,0-1 0,0 0 0,1 1 0,2-1 0,1 1 0,3 1 0,4 0 0,-1 2 0,6-1 0,5-1 0,2 1 0,1 0 0,0 0 0,-1 3 0,-3 1 0,-4 3 0,-6 4 0,-7 3-197,18-9 0,-11 6 1,-4 4-1,0 1 0,7-2 33,7-3 0,10-5 0,3-1 0,-7 6 0,-16 8 0,-23 16 1147,-9 13-492,-76 36 1,-35 20-364,15-9 0,-12 9 0,-9 7 0,-6 4 1,-4 2-1,-1-2 0,1-3-238,11-10 1,-1-1 0,-3-1 0,0 0-1,-3 0 1,-1 1 0,-1 2 0,-3 0-1,-1 3 34,9-6 0,-2 2 1,-3 2-1,-1 2 0,-2 0 1,-1 1-1,0 0 1,-1-1-1,2 0 0,0-1 1,2-3-1,2-1 0,2-3 47,-12 6 1,2-3 0,1-1 0,1-2 0,1-1-1,1-1 1,1-2 0,1 0 0,1-1 28,-14 6 0,-1-1 0,0 0 0,3-3 0,5-2 0,8-4 0,10-5 327,-4 3 1,12-6 0,6-7 655,-44-4-682,131-55 0,52-29 0,8-1-301,-28 22 0,3 0 0,6-2 0,6 0 0,10-1-99,-16 12 1,9-2 0,7-2-1,4 0 1,3 0 0,1 1-1,1 0 1,-3 2 0,-2 1-1,-6 3-24,1 1 0,-3 2 0,-2 1 0,0 1 0,-2 2 0,1 0 0,1 1 0,1 1 0,4-2 0,4-1 0,3 0 0,-1 2 0,-3 1 0,-6 5 0,-7 4 0,-11 6 450,23 0 1,-13 9 0,-36 18 163,-59 38 1,-36 19-247,4-7 1,-13 8 0,-8 5 0,-4 3-387,16-19 1,-4 3-1,-3 3 1,-3 0-1,-1 1 1,-3 1-1,0-2 115,9-10 0,-3 2 0,-2-1 1,-1 1-1,0 0 0,-1-1 0,1-1 1,1-1-1,1-2 26,-9 8 0,-1-1 0,1-1 0,1-1 0,2-3 0,2-2 0,2-5 14,-5 4 1,0-2 0,4-4 0,7-8 0,12-9-15,-29 5 0,113-75 0,51-37 0,9-4 196,-25 22 1,6-1-1,4-3 1,6-3 0,4-1-132,-19 17 0,4-4 0,4-1 1,2-1-1,2-1 0,0 1 0,-2 1 1,-3 3-1,-4 2-65,12-7 0,-2 2 0,-4 2 0,0 2 0,-1 2 0,0 0 0,17-7 0,4-3 0,-3 4 0,-12 10 0,-20 14 0,8 11 0,-114 65 0,-44 29 0,30-24 0,-9 7 0,-5 5 0,-3 2 0,0-3-48,8-6 1,-1-1 0,-1 0 0,-3 2 0,-4 3 0,-6 3 47,14-11 0,-4 3 0,-4 3 0,-3 2 0,-2 1 0,-2 1 0,0 0 0,-1-1 0,1-1 0,2-2 0,2-3-99,0-2 1,0-1 0,0-1-1,1-1 1,0-1 0,0-1-1,0 0 1,0 0 0,1 0-1,0 1-11,-7 4 1,0 0 0,-1 1 0,0 0-1,1-1 1,2-1 0,2-3 0,3-1-1,3-4 192,-34 20 1,-8 3 0,11-7-1,27-18 1,45-28-83,64-44 0,49-31 0,14-6 0,-37 30 0,8-2 0,6-2 0,5-2 0,4-2 0,3-2 0,2 0 0,0-3 0,0 0-76,-12 5 0,2-1 1,2-3-1,2 0 0,0-2 1,2-1-1,1-1 1,0 1-1,1-1 0,1 0 1,0 1-1,0 0 0,0 2 5,0 1 1,1 0 0,1-1 0,2 1-1,0 0 1,0 0 0,1 0 0,-1 0 0,0 1-1,-1 0 1,-1 0 0,-1 1 0,-3 0-1,-1 1-19,7-6 1,-1 1-1,-1-1 1,0 0 0,-2 1-1,-1 1 1,-2 1 0,-2 1-1,-2 3 1,-3 1-1,-2 2 253,27-15 1,0-3 0,-4 3 0,-8 9 0,-13 12 0,-16 18 819,18 33-861,-91 9 1,-31 14 0,-24 10 0,-17 7 0,-10 4 0,-3 2 0,3-2 0,12-5-167,9-4 0,1 0 0,-1 0 1,-1 1-1,-1 0 0,-1 0 0,-3 2 1,-2-1-1,-4 2 44,11-8 0,-3 1 0,-4 1 0,-1 1 0,-3 1 0,0-1 0,-1 1 0,0-1 0,1 0 0,1-1 0,1-2 0,3 0 0,3-3-110,-14 9 1,0-2 0,2 0 0,1-2-1,2-1 1,2-1 0,2-2 0,2-2-1,3-3-54,-14 6 0,2-3 0,2-3 0,5-2 0,7-2 0,9-4 491,-15 8 1,10-5 0,42-17-1,76-34 1,53-24 0,5-1-328,-29 11 1,1-1-1,7-1 1,9 0-124,-14 9 0,7-2 0,7 0 0,3 0 0,3 0 0,0 2 0,-2 1 0,-5 3 111,4 1 0,-1 3 0,-1 1 1,0 1-1,-2 1 0,-1 1 1,-2 0 11,3-1 0,-1-3 0,0 1 0,-4 4 0,-4 6 0,-6 9 0,13 11 0,-1 7 0,-16 11 0,-34 10 0,-46 21 0,-41 16 0,-21 7 0,2 2 0,21-25 0,-4 3 0,-5 1 0,-1 3 0,-3 0 0,1 0 0,1 2 122,3-3 1,-1 2 0,-2 2 0,1 1 0,0-2 0,0-1 0,1-3 0,1-4-59,-7 3 0,-4-3 1,2-3-1,4-2 0,8-2 1,11-1-65,-2 24 0,13-3 0,35-25 245,51-41 1,41-29 0,18-15 0,-3 0-124,-35 9 1,2-3 0,2-4 0,3-1 0,2-1 0,1 0 0,3 2-123,-7 5 0,4-1 0,2 1 0,2 0 0,0 0 0,1 0 0,-1-1 0,-2 1 0,-3 0 0,3-2 0,0-1 0,-1 0 0,-1-1 0,-2 2 0,-2 0 0,-2 2 0,-4 1 0,16-5 0,-2-1 0,-5 2 0,-7 7 0,-9 9-21,29 13 1,-45 12 20,-83 3 0,-46 7 0,-23 3 0,3 1 0,15-4 0,-5 2 0,-5 0 0,-4 1 0,-4-1 0,-3 0-99,22-7 1,-4 0 0,-2 0-1,-3 0 1,-2 0 0,-1-1-1,-2 0 1,1-1 0,0 0-1,0-1 9,4-1 1,-1 0-1,-1-1 1,-1 0 0,1-1-1,-2 0 1,1-1 0,-1 0-1,1 0 1,-1-2-1,1 0 19,-1 0 1,-3-1 0,0-1 0,-1 0 0,0-1 0,1-1 0,2 1 0,1-2 0,3 1 0,3-1 0,3-1 197,-12 1 1,3-1 0,4-1 0,2 0 0,3-1 0,2 0 0,1-2-128,-17 3 0,-2 0 0,6-1 0,10-7 0,18-9 491,10-22 1,12-12-246,0-7 0,0-9 0,-3-1-246,-9-2 0,-3-2 0,-12-10-110,22 26 1,-5-7 0,-6-5 0,-3-3-1,-3-3 1,-2 1 0,-1 1 0,0 3-1,2 5-13,-6 0 0,0 4 0,0 3 0,-2 0 0,-1 1 0,-4-1 0,-3-3 0,-4-4 52,17 11 1,-4-2 0,-3-2 0,-2-2-1,-2-1 1,-2-2 0,-1 1 0,-1-1 0,0 1-1,1 1 1,0 2 0,1 1 0,2 3-1,2 3 6,-5-3 0,0 2 1,1 3-1,1 1 0,0 1 1,1 1-1,-1 1 1,0 0-1,0 1 0,-1 0 1,-1-1 64,-2-1 0,-3 0 0,-2 0 0,0 1 0,-1-1 0,1 2 0,2 0 0,1 2 0,4 1 0,2 2 0,5 2 45,-22-10 1,4 3 0,4 2 0,4 3 0,4 2 0,3 3-46,-9-3 0,3 4 0,8 2 0,11 4 225,-9 2 1,35-2-226,75-13 0,48-8 0,12 0 0,-24 14 0,9 0 0,6 0 0,3 0 0,2-1 0,-3-1 55,-9 2 1,0-1 0,1-1 0,0-1 0,3 0 0,3 0-1,2 0-55,-8 5 0,6 0 0,3-2 0,2 1 0,1-1 0,0 1 0,-3 1 0,-3 0 0,-6 2 0,-6 0 0,19-7 0,-8 1 0,-5 2 0,-3 0 0,3 1 245,29-7 1,9 1 0,-21 1 0,-47-1 737,-73-19-787,-32 40 1,-33 14-1,-21 6 1,-10 2 0,1-3-296,40-3 1,-2-1 0,-4 1-1,-3 0 1,-2-1 0,-2 1-1,-3 0 1,-2 1 0,-3-1-1,0 1 34,11 1 1,-3-1 0,-3 1-1,-3 1 1,-2-1 0,-2 1 0,0 0-1,-1 0 1,-1 0 0,2 0 0,0 0-1,1 0 1,3 0 0,2 0-1,4 0-25,-14 1 1,1-1-1,2 1 1,2-1 0,1 1-1,1-1 1,1 1 0,1 0-1,1 0 1,0 0-1,1 0-9,-2 0 1,-3 1 0,-3 0-1,1-1 1,2 1 0,4 0-1,6 0 1,9 0 0,9 0-1,12 0 590,-48 8 1,56-7-486,76-13 0,40-7 0,29-5 0,14-1 0,3 1-6,-40 9 0,7-1 0,7 0 0,6-1 0,5 1 0,4 0 0,4-1 0,3 0 0,2 0 0,2 1 0,0-1 0,0 1 0,-1-1 0,-1 1 0,-3 0 0,-3 1-58,-5 0 0,-1 0 0,1 1 0,-1-1 0,0 1 1,0 0-1,0-1 0,1 1 0,0 0 0,0 0 0,1 0 1,1 1-1,0-1 0,1 0 0,2-1 0,0 1 0,2 0 13,-12 1 0,2-1 0,3 0 1,1 0-1,1 0 0,1 0 1,2 0-1,0 0 0,0-1 1,1 1-1,-1 0 0,0 0 1,0 0-1,-2 1 0,-1-1 1,-1 1-1,-2 1 0,-2-1 1,-3 1-1,-1 1 0,-4 0 0,-2 1 72,24-2 0,0 2 0,-2-1 0,-3 1 0,-2 1 0,-2 0 0,-4 1 0,-4 0 0,-3 1 0,-4 0 1,-5 1-1,-5 0-27,35-1 0,1-1 0,-13 3 0,-27 3 0,-42 7 0,-57 9 0,-49 7 0,-23 4 0,0 1 0,30-9 0,-6 1 0,-5 0 0,-4 2 0,-4 1 0,-2 1 0,-3 3 0,-1 2 0,14-3 0,-4 2 0,-3 3 0,-3 1 0,-2 1 0,-1 2 0,-1 0 0,0 0 0,1 1 0,1-1 0,2-1 0,4-1 0,2-2 0,-4 3 0,1-3 0,3-1 0,1 0 0,2 0 0,0 0 0,1 2 0,0 1 0,0 2 0,-1 2 0,1 2 0,-2 4 0,-3 2 0,0 1 0,1 2 0,1 0 0,3 0 0,5-3 0,6-1 0,6-3 0,8-5 140,-35 29 0,20-7 1,7 4-141,1 5 0,7 3 0,32-7 0,55-6 0,25-7 0,18 3 0,12-7 327,-15-18 1,6-3 0,-3-3 163,18 7 1,-5-12-1,-22-21 1,-9-11 491,-3-13 0,-37-13 0,-26 26-492,-36 56 1,-14 37-165,18-14 1,-1 10 0,0 5-83,2-2 1,-1 5 0,1 3 0,3-3-1,5-11 1,0 0 0,6-2 0,10-3 245,1 42 1,36-25-347,42-59 0,30-24 0,12-16-145,-28-6 0,8-9 0,7-10 0,5-5 0,3-5 0,0-2 0,-1 1 0,-3 2-110,-10 4 1,-1 0 0,1-1 0,-1-1-1,0-1 1,1-2 0,0-2 0,0-2-1,2-2 28,-12 5 0,3-2 0,2-2 0,1-1 0,0-2 0,0-1 0,-1-1 0,-3 0 0,-2 0 0,-3 0 0,-4 0 0,-6 1-59,17-19 1,-6-2-1,-4 0 1,-5 0-1,-5 0 1,-4 2-1,-5 2-56,2-7 0,-5 0 1,-6 2-1,-8 3 0,-9 7-131,-5-9 0,-11 5 0,-21 24-164,-40 30 0,-14 26 1,4 21 0,-4 23 491,18-5 0,-7 14 0,-3 7 0,0 5 0,2-1 0,7-6-143,-5 10 1,6-4-1,1 2 1,-1 5 142,-1 1 0,-4 6 0,1 2 0,6-4 0,9-9 0,1 2 0,9-6 0,30-21 0,54-26 0,36-23 0,6-16 0,-23-7 0,4-13 0,3-9 0,4-3 0,4-1 93,-14 11 1,4-2 0,4-2 0,2-1-1,0-3 1,-1-1 0,-2-2 0,-4-2-94,-2-4 0,-1-3 0,-1-3 0,-2-2 0,-1 0 0,-2 0 0,-3 0 0,-3 3 0,7-5 0,-1 0 0,-3 2 0,-5-1 0,-5-1 0,-8-1 0,8-26 0,-4-4 0,-19 4 0,-29 15-192,-39 17 0,-26 11 0,-12 11 192,-8 10 0,-12 9 0,-9 12 0,-3 13 0,23 9 0,-3 9 0,-4 8 0,-2 6 0,-1 3 0,-1 3 0,1 1-110,9-5 1,-2 2 0,0 3 0,-2 1-1,1 3 1,0 3 0,1 1 0,1 3-1,3 2 11,6 1 1,0 3 0,0 4-1,1 2 1,2 1 0,1 1-1,1 0 1,3-1 0,2-2-1,3-3-12,-7 8 0,1-2 0,3-1 1,3-1-1,4 0 0,4-1 1,6 0 110,-9 16 0,-2 4 0,10-2 0,19-13 0,29-20-60,74-9 1,40-39 59,-42-23 0,8-18 0,4-12 0,3-5 0,0-1 0,-12 10 0,2-3 0,2-2 0,0-3 0,0-4 0,-1-4 0,-3-5-54,-13 8 1,-1-4-1,1-2 1,-1-3-1,-1-3 1,-1-2 0,-1-2-1,-2-1 1,-2-1-1,-3-1 54,2-5 0,-2-2 0,-1-2 0,-2-2 0,-1-1 0,-3-2 0,-3-1 0,-2-1 0,-3 0 0,-4-2 0,-5 7 0,-2-3 0,-2-1 0,-3-1 0,-2 0 0,-2-2 0,-3 1 0,-2-1 0,-3 1 0,-3 0 0,-2 1-90,-2 1 1,-2-1-1,0-1 1,-3 0 0,-3 0-1,-2 1 1,-5 1 0,-4 2-1,-4 2 1,-6 2-1,-7 4 52,-7 0 0,-7 0 1,-6 2-1,-5 2 1,-5 1-1,-4 3 1,-3 4-1,-1 2 1,-2 5-1,0 4 1,0 5-42,-2 3 1,-2 5 0,-2 3-1,-2 3 1,-1 5 0,-3 4-1,-1 3 1,-2 4 0,-1 3 0,-2 5 78,2 3 0,-3 3 0,-2 3 0,-3 3 0,-2 4 0,0 3 0,0 3 0,-1 5 0,2 4 0,1 4 0,3 4 0,2 5-71,11 2 1,1 6 0,0 4 0,0 5-1,1 3 1,1 3 0,1 3 0,1 2 0,1 1-1,2 2 1,1 0 0,2 0 0,2-1-1,2 0 36,-10 8 0,3 2 0,2 2 1,2 0-1,2 2 0,1 0 1,3 2-1,2 1 0,1 1 0,3 2 1,1 0 90,1 2 1,0 2 0,0 3 0,1 1 0,2 2 0,4-1-1,3 0 1,6-2 0,5-2 0,8-2 0,8-4-57,2 21 0,9 0 0,8-2 0,12-6 0,11-8 0,12-10 79,27 1 1,19-11 0,14-10-1,6-12 1,1-13-80,-21-17 0,4-9 0,3-9 0,2-6 0,1-6 0,2-3 0,-1-1 0,-8-1 0,3-3 0,1-3 0,1-4 0,0-2 0,-2-4 0,-1-3 0,-2-3 0,-5-3 0,0-4 0,-2-5 0,-2-2 0,-1-4 0,-3-3 0,-2-2 0,-3-2 0,-3-2 0,-3-1 0,-3-2 0,-1-3 0,-2-2 0,-3-3 0,-3-1 0,-4-2 0,-5-2 0,-6-2 0,-5-1 0,-7 1 0,-5-4 0,-5-3 0,-4-2 0,-4-1 0,-4 1 0,-4 0 0,-3 3 0,-3 3 0,-3 4 0,-6-4 0,-3 1 0,-5 3 0,-3 3 0,-5 1 0,-5 3 0,-3 2 0,-5 3 45,0 5 0,-6 0 0,-3 1 1,-4 2-1,-3 3 0,-3 4 0,-2 6 1,-2 6-1,-1 7-45,-7 6 0,-3 6 0,-4 6 0,-2 6 0,-1 5 0,-1 6 0,0 4 0,1 5 0,-4 6 0,0 7 0,0 5 0,-1 6 0,-1 4 0,1 4 0,0 2 0,-1 3-73,12-3 1,-2 5-1,-1 2 1,0 4-1,0 1 1,2 2 0,0 2-1,3 0 1,1 1-1,4 0 73,2-1 0,3-1 0,2 1 0,2 0 0,1 3 0,1 2 0,0 5 0,1 4 0,-2 7 0,14-8 0,-2 5 0,-1 6 0,0 5 0,0 3 0,-1 2 0,2 2 0,0 1 0,2 0 0,1-2 0,3-1 0,2-4 0,2-3 0,4-5 0,4-6 111,-17 27 1,6-11-1,6-5 1,4 1-1,2 4 1,3 11-112,6-11 0,-3 12 0,-1 7 0,0 5 0,4 0 0,6-3 0,7-6 0,10-8 0,11-14 0,15-16 0,28-4 0,21-18 0,14-13 0,7-6 0,-1-2 45,-6-2 0,6-3 0,4-4 1,2-4-1,3-5 0,-1-5 0,-1-5-45,-12-3 0,1-5 0,2-4 0,0-3 0,0-4 0,-1-2 0,-2-3 0,-2-3 0,-3 0 0,6-7 0,0-2 0,-2-3 0,-2-3 0,-4-3 0,-3-4 0,-6-5 0,-6-4 55,-10 0 0,-5-6 0,-4-6 0,-3-3 0,-4-1 0,-4 0 0,-2 2 0,-4 3 0,-2 6-55,5-19 0,-3 4 0,-7 3 0,-10 2 0,-12-1 0,-14-8 0,-13-6 0,-10 4 0,-7 16 0,-5 25 0,-16 27 0,-8 25 0,-5 15 0,7 8 0,-5 12 0,-3 11 0,1 9 0,2 10 0,20-6 0,1 8 0,1 7 0,0 7 0,1 3 0,1 3 0,1 2 0,1-1 0,2-1 0,3-5 0,2 1 0,0 0 0,2 2 0,0 1 0,2 1 0,0 2 0,2 2 0,1 3 0,1 1-76,5-7 0,-1 3 1,0 2-1,1 3 0,0 1 1,2 1-1,1 1 1,2 0-1,2 0 0,2-2 1,4-1-1,3-2 0,3-2 13,3 8 0,1-1 1,3-1-1,3 0 1,3-2-1,4-1 1,4-1-1,5-2 1,4-1-1,7-1 66,5-2 1,7 1 0,5-1 0,6-1-1,3-2 1,2-2 0,3-3 0,2-3-1,-1-5 1,0-4-4,10 7 0,3-5 0,2-4 0,2-5 0,2-5 0,3-4 0,3-4 71,8-2 1,7-3-1,3-4 1,1-5 0,-2-8-1,-4-7 1,-7-11-72,4-10 0,-3-10 0,-4-9 0,-10-10 0,-11-9 0,-8-25 0,-16-16 0,-9-6 0,-6 5 0,1-3 0,-8 3 0,-21 1 0,-18 9 0,-16-3 0,-11 9 0,-5 18 327,-17 19 1,-10 21 0,-7 11-132,17 8 1,-5 7-1,-4 7 1,1 5 0,1 4-102,-8 9 0,0 5 0,1 6 1,1 7-1,2 5 45,14-4 0,1 6 1,-1 5-1,3 2 1,2 2-1,4-1 1,4-2-20,-3 9 0,5 1 1,4-1-1,5 0 1,4 0-122,-9 16 0,-1 3 0,17-7 0,33-18 327,41-16 1,30-16 0,9-20-132,-2-26 1,11-22-1,7-12 1,1-8 0,-4-1-34,-12 6 1,0-4 0,0-5 0,-1-3 0,0-6 0,-2-5-274,-14 10 1,2-4 0,1-4 0,-1-3-1,-1-3 1,-4-2 0,-3-1 0,-6-2-1,-7-2 12,-4-8 1,-5-4 0,-5-3-1,-5-1 1,-5-2 0,-4 0 0,-3 0-1,-4 2 98,-3 1 0,-3-2 0,-5 0 0,-3 0 0,-4 1 0,-4 2 0,-4 2 0,-5 2 0,-5-3 0,-5-1 0,-4 2 0,-6 3 0,-4 4 0,-5 7 0,-6 7-164,-14-1 0,-9 6 0,-6 6 0,-4 9 0,-3 9 0,-1 11 23,11 12 1,-3 8-1,-2 8 1,-2 6-1,-1 6 1,1 5-1,-1 3 125,11 2 0,-2 4 0,-1 5 1,0 3-1,0 4 0,1 4 1,1 4-1,2 3 0,2 3-74,9 0 1,0 4-1,0 5 1,2 4 0,0 2-1,2 2 1,2 1 0,1 2-1,2-1 1,2 0-1,3-1 39,-6 8 1,2 0 0,2 1 0,2 1 0,3 0-1,3 2 1,2 0 0,5 2 0,3 1 50,4 1 0,2 3 0,2 3 0,3 0 0,4 1 0,4-2 0,5-2 0,6-3 0,7-4-49,7 14 1,7-2 0,8-4-1,7-3 1,8-7 0,7-8 48,18 3 0,14-8 0,8-8 0,3-9 0,-2-9 0,9-4 0,2-10 0,1-13 0,2-16 0,-8-17 0,4-15 0,-1-11 0,-5-4 0,-10 0 0,-11 1 0,-8-1 0,-6-7 0,-4-10 0,-8-3 0,-2-10 0,-3-8 0,-5-1 0,-5 3 0,-6 6 0,-5-1 0,-8 4 0,-5 2 0,-5-1 245,-1-9 1,-2-4 0,-11 8 0,-16 17 81,-40 11 1,-24 23 0,-5 21-306,25 20 1,-4 15 0,-3 12-1,-1 5 1,0 3 97,13-7 0,-3 5 1,0 3-1,-1 3 1,2 3-1,2 3 0,3 3-120,6 0 0,2 4 0,0 4 0,2 1 0,2 2 0,3 0 0,3-2 0,5-3 196,-10 19 1,7-1-1,4-2 1,5 0 0,2-2-146,-6 10 0,0 1 0,14-7 0,31-16-51,43-13 0,32-16 0,12-14 0,-17-19 0,9-11 0,7-8 0,5-4 0,2-1 0,1 2 0,-10 3 0,2-1 0,2-1 0,3 0 0,1-2 0,3-1 0,2-1 0,4-1-82,-15 1 0,4-2 0,1 0 0,3-2 0,2 0 0,1-2 0,1 1 0,1-1 0,0-1 0,0 1 0,0 0 0,-2 1 6,-4 1 0,-1-1 1,0 0-1,1 1 0,-1-1 1,0-1-1,2 1 1,0 0-1,1 0 0,1 0 1,1 0-1,2 0 0,2 0 18,-10 3 0,1 0 0,3 0 0,1-1 0,1 0 1,1 1-1,1-1 0,1 1 0,0 0 0,-1 0 0,1 0 1,-1 1-1,-1-1 0,-2 2 0,0-1 0,-2 2 0,-3 0-13,6-1 1,-2 1 0,-1 0 0,-1 1-1,-2 0 1,1 1 0,-2 0 0,0 0 0,0 0-1,1 1 1,-1-1 0,1 1 0,0-1-1,1 1 0,3-1 1,2 1 0,2-1 0,0 0-1,1 1 1,0-1 0,-1 1 0,-1 0 0,-2 0-1,-1 1 1,-3 0 0,-3 1 0,-3-1-1,-4 2-52,16-3 0,-5 1 0,-3 0 0,-4 1 0,-3 0 0,0 1 0,0-1 0,0 0-18,6 0 1,1 0-1,-1 0 1,-2 0-1,-2 0 1,-4 0-1,-5-1 126,18-3 0,-8-1 1,-2-1-1,4-3 211,-5 0 1,2-2-1,1-2 1,1-2 0,1-2-147,-6-1 1,0-2-1,1-2 1,2-1-1,-1 0 1,1 0-51,5-1 0,0 0 0,1 0 0,1 0 0,0-1 0,1 0 140,-10 5 0,0-1 1,1 1-1,0-1 1,2 0-1,0-1 1,2 0-78,-2 1 1,3-1 0,2-1 0,1 1 0,-1-1 0,-2 1 0,-4 1 0,-5 1-64,14-7 0,-7 3 0,-3 0 0,1 0 0,4-2 0,0 1 0,5-1 0,2-1 0,-1 0 0,-6 1 0,-7 3 0,1-2 0,-7 2 0,-5 2 0,-4 0 0,-1 0 0,-6 0 0,-2 4 491,17-4 1,-8 2 491,14-27 0,-26 24 0,-20 12 0,-13 1 0,-2 14-738,-5-7 1,-10 13 0,-2-4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1.46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27926 7405 10332,'16'78'0,"-7"-13"983,-2-1 0,-7-27 0,0-22 0,0 23-492,0 38 1,0 25-247,0-16 1,0 11 0,0 8 0,0 7-369,0-34 0,0 3 0,0 3 0,0 4 0,0 3 0,0 3 0,0 4 0,0 3 53,0-19 0,0 4 0,-1 3 1,1 3-1,0 2 0,0 3 0,-1 0 1,1 2-1,0 0 0,0 0 1,0-1-1,1-1 0,-1-1 0,1-2-6,0 2 0,-1-1 1,1-1-1,0 0 0,0 0 1,1-1-1,-1 1 1,0 0-1,1 0 0,0 0 1,0 2-1,1 0 0,-1 1 73,1 2 1,0 1 0,0 2 0,1 1 0,-1 1-1,1 0 1,-1 0 0,2-1 0,-1 0 0,1-2 0,0-1-1,1-2 1,1-3 0,0-3-97,1 11 1,2-1 0,1-1-1,0-2 1,0-2 0,1-2-1,0-3 1,0-4 0,0-3-1,0-3-98,3 29 0,1-7 1,0-6-1,1-5 0,1-3-49,4 4 0,3 0 0,-2-13 0,-5-28 164,-3-27 1065,-5-15 0,16-66-656,-9-1 1,0-15 0,0-1-1,-2-3 1,0-3 0,1-2-83,0 5 1,2-5 0,-2 3 0,-4 6 245,-3-24 1,-5 14 491,-7-17 0,-26 92-492,-33 48 1,-12 33-247,23-7 1,-2 13 0,0 9 0,1 1-96,11-22 1,-1 3-1,1 1 1,0 3 0,2 1-1,2 2-150,-1 11 0,1 4 0,3 2 0,1 1 0,4-3 0,2-5 0,4-4 0,2-2 0,3-2 0,3-4 0,3-3 0,2 21 0,4-7 0,6-13 983,9 22-774,5-91-209,3-50 0,-7-28 0,-11-16 0,-11-8-144,0 9 1,-6-5-1,-13 4 144,-6 22 0,-10 1 0,-6 4 0,-1 7-307,-14-5 1,-4 9 0,-5 7 306,-11 7 0,-4 8 0,8 9 0,8 11 0,7 7 491,7 5 1,18-6 491,35-11-700,10-11-283,29-37 231,-3 5 1,1-5-232,-9 10 0,0-2 491,8-15 1,-2-2-450,-15 13 1,-3-2-43,7-20 0,-1-12-246,-7 14 0,-3-9 0,-2-4 0,-1 1 0,-2 2 0,-1 0 0,-3-1 0,-2-5 81,-2 1 1,-2-5 0,-3-1-1,0 1 1,-2 5 164,-3-3 0,-2 3 0,0 3 0,0 3-210,-3-11 0,0 3 1,3 5 209,6 13 0,1 2 0,6 8 0,7 2 0,4 5 0,-2 1 0,0 0 0,-1 0 0,2 2 0,4 6 0,4 1 491,0-3 1,4 2 491,18-30-492,-14 31 1,-2-4-257,0-23 0,-4-4-235,-3 3 0,-2-3 0,1-16 0,-3 1 0,-3 19 0,-2 6 0,1 19 0,0 3 0,0-31 0,-5 58 0,-1 12 0,-30 22 0,4 10 0,-8 43 0,5 21 0,18 6 0,5 5 0,-2-27 0,-2 1 0,8-2 0,8 21 0,19-19 0,51-36 0,11-54 0,10-19 0,-4 1 0,2-16-197,-30 9 0,5-10 1,0-6-1,-4-3 0,-8 2-49,-10-4 0,-7 0 0,-4-4 0,0-3 179,3-3 0,2-4 0,-2-3 1,-6-1-1,-12 2 67,-12-10 0,-11 1 0,-10 0 0,-8 1 0,-3 14 0,-6 0 0,-7 1 0,-5 2 0,-6 4-197,-10-3 0,-7 3 1,-7 4-1,-6 2 0,-6 4 74,16 16 0,-7 2 0,-4 2 0,-3 2 0,-2 2 0,1 1 0,1 2 0,4 2-41,-11-3 0,0 2 0,2 3 0,1 2 0,-1 3 0,1 1 0,3 2 0,-3 3 0,0 1 0,4 2 0,5 3 0,8 2-164,-12 2 0,9 4 0,17 4-656,3 11 0,24-4 1316,31-12-332,86-28 0,-21 4 0,16-9 0,12-6 0,4 0 0,-2 2-164,-6 5 0,1 2 0,3 0 0,2-1 0,3-1 0,4-3 65,-23 8 1,2-1 0,4-2-1,1 0 1,1-1 0,1 0-1,0-1 1,-1 0 0,-1 0-1,-3 0 90,4-2 0,0-1 0,0 0 1,-1 0-1,-1-1 0,-1 1 1,-2 0-1,-1 0 0,-3 0 9,8-4 0,-1 1 0,-2-1 0,-2 1 0,-3 0 0,-3 0 0,-3 0 196,6-7 1,-3-1-1,-5 1 1,-5 2 0,-8 2 294,28-28 1,-26 12 491,-38 22 0,-15-28-765,1-21 0,-1-7-218,-4 33 0,1-3 0,1-14 0,2-10 0,-2 0 327,-2 3 1,-2-1 0,1-3-83,0 10 1,0-2 0,0-1 0,0-1-1,0-1 1,0 0 0,0-1 0,0-4-50,0 2 1,0-5-1,0-1 1,0 6 0,0 12-180,0-17 1,0 7 142,-1-3 1,1-5 0,1 24-161,4 25 0,-4 17 0,-1 1 0,-13-18 0,-6-44 0,-9 5 0,-9-16 0,2 5 0,12 30 0,1 3 0,-2-2 327,-8-24 1,-3-3 0,3 17 655,-15 1-861,30 71-122,-19 21 0,3 35 0,0 14 0,0-2 0,-1 10-246,9-7 0,-2 9 0,1 6 0,1 0 190,1 10 0,2 5 1,1-1-1,2-4-190,3-17 0,2-2 0,0-2 0,1-1-82,-5 25 0,1-2 0,8-20-656,14-16 770,38-68 214,3-27 0,9-19 0,-5-6 0,-6-12 0,-6-8 0,3-3-246,0 10 0,5-3 0,-3-2 0,-9-7 82,-12 4 1,-6-5 0,-5-3-1,-7-3 1,-7-3 163,-7 12 0,-5-4 0,-6-2 0,-4-1 0,-4-1 0,-2 1 0,-2 2 0,1 7 0,-2 0 0,-3 0 0,-3 1 0,-2 0 0,-2 0 0,-4 0 0,-2 0-99,1 6 1,-3-2 0,-2-1-1,-3 1 1,-2 0 0,-1 1-1,-3 2 1,0 3 0,-1 3-1,0 5-24,-12-4 0,-2 4 0,-3 3 0,-1 3 0,-1 3 0,1 3 0,0 3 0,2 1-18,-1 2 1,0 2-1,-1 3 1,2 2-1,1 4 1,4 2-1,3 4 284,-19-3 1,4 5-1,5 6 1,8 5-144,-22-1 0,22 19 0,31 35 0,-2 23 983,16-12-464,6 2 464,18-30 0,24 9 0,28 11-492,12 0 1,11 6-165,-9-5 1,3 4 0,1 2-1,4 6 1,0 3 0,-3 4-1,-3 3 1,-4 4 0,-8 1-426,-13-4 1,-7 1 0,-6-1 97,-4 23 0,-7-3 0,-3-15 0,-4-6 0,-5 23 0,5-40 0,-14-4 0,-2 42 0,-5-23 0,-3 6 0,0-5 0,-1 4 0,-1-2 0,-6 15 0,-3-3 230,-5 7 1,-1-7-231,-17 6 0,5-16 0,-8-9 0,-5 7 0,13-2 0,2 5 0,21-19 0,13-11 0,-4-16 0,-6-17 0,-50-43 0,-24-31 0,29 16 0,-6-10 0,-3-4 0,-4-2-164,13 11 0,-5-3 0,-2-3 0,0 0 0,1 0 0,2 2 0,6 2 0,0 1 0,2 0 0,0 0 0,2 0 0,1 2-33,-6-6 0,0-2 1,2 2-1,5 5 0,8 7-295,-11-11 0,11 9 0,6 11 0,12 6-492,20 10 682,-18-23 302,-25-17 0,-19-11 0,19 25 0,-6-3 0,-6-2 0,-6-2-164,2 4 0,-5-2 0,-5-1 0,-4-2 0,-2 1 0,-2 0 41,12 10 0,-1 0 0,-3-1 0,-1 1 0,-2-1 0,-2 2 0,-1-1 0,-2 1 24,6 5 1,-3-1 0,-2 1-1,-2 0 1,-1 0 0,0 1-1,0 0 1,2 1 0,2 1-1,2 2-24,-5-4 0,2 2 0,1 0 0,1 1 0,1 1 0,0 1 0,2 1 0,-1 1 122,-7-1 0,-1 0 0,0 0 1,1 2-1,4 3 0,7 2 1,7 3 327,-19-7 1,12 6 0,1 7-1,7 8 1,1 5 0,0 5-1,3 4 1,1 5 0,-7 4-515,-7 3 1,-7 5-1,-4 3 1,-2 2 186,4 0 0,-3 2 0,-2 2 0,-1 3 0,-1 2 0,6 0 0,-1 2 0,0 3 0,-2 0 0,-1 2 0,-2 0 0,18-8 0,-2 0 0,-1 1 0,0 1 0,-1 0 0,0 1 0,0 0 0,0 2-123,-2 2 0,1 0 0,-1 2 0,1 0 0,-1 1 0,-2 0 0,-2 1 0,-3 1 33,12-6 1,-4 1-1,-2 0 1,-2 2 0,-1-1-1,0 1 1,1 0 0,1-1-1,1-1 1,4 0-1,3-2-18,-6 5 0,5-3 1,4 0-1,0-1 1,1 0-1,-3 0 1,-5 2-1,-5 2 108,11-6 0,-5 1 0,-4 2 0,-3 0 0,-1 2 0,-3 0 0,0-1 0,1 0 0,0 0 0,3-2 0,2-2 0,3-1 0,5-3-93,-13 4 1,6-2 0,4-2-1,2-2 1,-1 0 0,-1-1 0,-4 1-1,-6 0 93,5-1 0,-4 1 0,-3 1 0,-3-1 0,-1 1 0,-1-1 0,-1 0 0,0-2 0,1-1 0,2-2 0,2-2-99,0-1 1,2-3 0,0-1-1,1-2 1,0 0 0,0-2-1,-1 0 1,1 0 0,-1-1-1,-1 0 0,-3 1 1,0-1 0,0-1-1,-1 0 1,1-1 0,-2 0-1,1 0 1,-1-1 0,-1 0-1,0 0 9,3 0 1,-1-1-1,-2 0 1,0-1 0,-1 0-1,1 0 1,0 0 0,2 0-1,2 0 1,2 0-1,3 0-33,-11 1 0,3 0 0,1 0 0,3 0 0,2 0 0,0 0 0,2 1 0,0 0 238,-5 1 1,-1 0 0,0 0 0,3 1 0,4 0 0,7 0 0,8 1-116,-23 8 0,12 0 0,15 2 491,17 0 1,10 1 491,-12 14 0,40-19 0,15-4 0,15 5 0,19-8 0,54 2-492,-33-20 1,5-4-1,15-4 1,-2-3-1,-21 0 1,-5-2 491,27-16 0,-84 19-656,-36 10 1,-29 12 0,-13 3-206,20-2 1,-9 2 0,-8 1 0,-6 2 0,-4 2 0,-2-1 0,-1 1 0,3-1-222,8-1 1,-1 0 0,-1 0-1,-1 1 1,-1 0 0,-2 0-1,-1 1 1,-2 0 0,-2 0-1,-1 0 23,7-1 0,-3 0 1,-2 1-1,-1 0 0,-3 0 1,0 0-1,0 0 1,-1 1-1,0-1 0,2 1 1,1 1-1,1-1 0,2 0-6,2 1 0,1 1 0,0 0 0,1 0 0,1 1 0,0-1 0,1 1 0,1-1 0,0 0 0,1 0 0,1-1 0,0-1-17,-6 1 1,0 0 0,0-1-1,0-1 1,2 0 0,1 0-1,2 0 1,3 0 0,2 0-1,3 0-65,-22 6 0,3 1 0,4-1 0,4 0 0,5-2 0,5-2-82,-6 0 0,5-1 0,8-3 0,12-3-738,-34 4 710,85-14 274,1-5 0,-11-11 983,-2-6 0,-14-27-656,-9-10 1,-14-16 0,4 1-1,18 17 1,2 1 0,-10-7-259,-1 7 0,-9-9 0,-7-4 0,-4-3 0,0 2 1,3 4-1,4 7-69,-11-9 0,2 7 0,2 3 0,-4-3 0,5 3 0,-3-3 0,0 1 0,2 4 0,7 11 0,-29-12 0,20 19 0,37 20 0,27 2 0,10 4 0,17-41 0,23-25 491,-16 17 1,1-2-1,-3 12 1,-2 3-1,-5-3 1,-3 7 180,-2 14-672,-14 5 0,-2 25 0,-24 27 0,-3 45 0,4 27 0,13-24 0,4 8 0,2 6 0,-2 7-141,1-18 1,-1 5-1,-1 3 1,1 4-1,1 3 1,1 3-1,2 3 51,2-15 1,2 4-1,1 3 1,2 3 0,0 2-1,0 1 1,1 0 0,0 1-1,0-2 1,0-1-1,-1-3-9,0 3 1,0-2 0,0 0-1,0-1 1,1-1 0,-1 1-1,1 0 1,0 1 0,1 1-1,0 1 9,0 1 1,1 3-1,0 1 1,0 2 0,1 0-1,0 0 1,0-2 0,0-2-1,0-3 1,0-5-1,0-4-74,2 22 0,1-7 0,0-6 0,0-1 0,-1 1 0,0 4 23,-1-5 1,1 2-1,-1 1 1,0 1-1,-1 1 1,-1 0-1,0 2 18,-3-7 0,0 2 0,-2 0 0,0 1 0,0 1 0,0 0 0,0 1 0,1 0 13,1-5 1,-1-1 0,1 1 0,0 0-1,0 1 1,0 1 0,0 1 0,1 1-1,0 1 20,0-8 1,-1 2-1,1 1 1,0 2 0,0 1-1,0-1 1,1 0 0,0-2-1,0-1 1,1-2-1,0-4-33,1 12 0,1-2 0,1-2 0,0-1 0,0-3 0,1-1 0,1-1 0,1-1-18,2 1 1,2-1-1,1-1 1,0-1-1,0-3 1,-1-2-1,-1-3-56,0 10 0,0-4 1,-1-3-1,0-2 0,0-5 405,8 25 1,0-7 0,-5-8-209,-8 3 0,-4-8 491,1-18 1,-3-6 491,-4 11 0,0-9 0,0 12 0,0 12 0,0-21 0,-4 11 0,2-37 0,-2-2 0,-1-22-492,-22-63 1,-12-46-400,11 25 0,-2-9 0,-3-7 1,-3-4-234,6 19 1,-2-3-1,-2-4 1,-2-2-1,0-2 1,1-2-1,1 0 18,2 0 0,-1-2 0,1-2 0,0-1 0,0-1 0,1 0 0,0 0 0,1 2 0,0 3 0,-1-1 0,1 1 0,1 0 0,0 0 0,1 0 0,2 0 0,2 0 0,2 2 0,2 0 0,1 1 0,2-1 0,0 0 0,1 0 0,1 0 0,0-1 0,1-1 0,1-1 0,1-1 0,0 0 0,1 1 0,1 0 0,1 2 0,0 1-18,1-1 1,2 1-1,0 2 1,2 1-1,-2-1 1,1 0-1,-2-2 0,-2-6 1,-2-3-1,0 0 1,-1-1-1,2 2 1,0 3-1,2 3-56,1-10 0,2 3 1,1 3-1,0 2 0,-1-1 0,-2 2 0,0 1 1,-1 0-1,1 4 0,3 4-131,2-21 0,3 7 0,0 3 232,-1 6 0,0 3 0,0 12 96,0-21 491,0 30 1,0 4 491,0 5-492,-3 3 1,-1-2 491,-3-20-492,-7 7 1,-5-7-1,-3 2 1,-1-1-1,0 0 1,1 2-1,-1 7 1,4 8 491,6 8 0,8 6-685,5 6-298,0 0 0,5-2 0,1 9 0,5-11 0,2-16 0,-7-5 0,4 6 0,-1-3 0,-8 0 0,0-1 0,5-5 0,-1-1 0,-3-6 0,-4-4 0,-2-11 0,-3-3 0,-1 20 0,-1-2 0,-1-2 0,-1-13 0,-1-3 0,-1 6 0,-8-8 0,1 7 0,6 12 0,2 12 0,-1 20 0,8 23 0,5-1 0,14-1 0,79-16 0,-30 22 0,13 3 0,9 1 0,5 0-141,-15 3 1,5-1-1,4 1 1,3 1-1,3 0 1,2 0-1,1 0 31,-4 0 1,2 1 0,2-1 0,3 0-1,1 1 1,0 0 0,1 1 0,-1 0-1,-1 0 0,2 1 1,1 2 0,1-1 0,0 1-1,-1 1 1,0-1 0,-1 1 0,-1-1-1,-3 0-13,2 0 0,0-1 0,0 0 0,-2 0 0,-2 0 0,-3 2 0,-3 1 0,-4 1-74,14 3 0,-4 1 1,-5 2-1,-5 4 0,-6 5-131,21 15 0,-10 8 0,-8 16 131,-29-3 0,-7 9 1,-2 8-1,0 6 0,4 2 74,-4-10 0,1 4 0,1 3 0,2 3 0,0 4 0,1 2 0,0 2 0,2 3 41,-9-14 0,1 3 0,0 2 0,1 2 0,0 2 0,1 1 0,0 2 0,2 1 0,0 2 0,2 1 0,1 2 0,2 0 30,-10-19 0,1 1 0,2 2 1,1 1-1,0 1 0,2 2 0,0 0 1,0 1-1,2 1 0,-1 0 0,1 0 1,-1 0-1,1 1 0,0-1 0,-1-1 1,0 0-1,0-1 0,-1 0 0,-1-2-6,3 5 0,-1-1 0,0 0 0,0-1 0,0 0 1,-1 0-1,0 0 0,1-1 0,-1 1 0,0-1 0,1 0 1,0 1-1,0-1 0,1 1 0,0 0 0,0 1 0,2 0 3,-1-1 0,1 2 1,1 1-1,1 1 0,0 1 1,0 0-1,1 0 1,0 0-1,0-1 0,0 0 1,-1-1-1,1-1 1,-2-2-1,0-1 0,-1-2 1,-1-3-1,-2-2 0,0-3-35,9 14 1,-2-3-1,-1-4 1,-1-3 0,0-2-1,-2-1 1,1 0 0,-2-1-1,1 0 1,0 1-1,0 2-9,4 8 1,1 0 0,-1 2-1,0-1 1,-1 0 0,1-1-1,-2-1 1,-1-1 0,0-2-1,-1-2-24,1 2 0,0-1 0,-1-2 0,-1-1 0,-1-2 0,-1 0 0,0-1 0,0 0-18,1 4 1,-1-1-1,-1 0 1,-1-2-1,1 0 1,-1-1-1,2-2 304,6 8 1,1 0 0,0-2 0,0-2 0,-3-4 0,-3-6-101,16 18 0,-5-9 0,-1-1 264,1-2 1,0-1 0,-4-2-1,-11-12 1,-3-2 0,0 0 152,20 26 1,-5-10 502,-2-11 0,23 2-492,-6-21 1,11-4-165,-19-16 1,4-2 0,7 0-132,-3 1 1,7 2-1,5 1 1,3-2 0,-1-3-1,6-3 1,-1-1-1,4-3 1,4-3 0,6-4-307,-23-3 1,6-2 0,3-2 0,2-2-1,3-1 1,0-2 0,0-1 0,-2-2-1,-2-1 0,-2-2 1,-2 0 0,0-2 0,0-2-1,-1-1 1,2-2 0,-1-1 0,2-3-1,2-2 20,-5 0 1,3-2-1,0-2 1,2-2 0,1-1-1,-1-1 1,0-2 0,-1-1-1,-2-1 1,-1 0-1,-4-1-20,9-5 1,-2-2 0,-3-1 0,0 0-1,-3-3 1,0 0 0,0-2 0,-1-2-1,-1-1 11,-5 1 1,1-2 0,-1-3-1,0-1 1,-1-1 0,-1-1-1,-2 2 1,-2 1 0,-3 1-1,-2 4-65,15-14 0,-4 4 0,-3 2 0,-3 0 0,-1-2 0,-1-5 23,-9 6 1,1-5-1,-1-1 1,-2-1-1,-4 1 1,-5 3-1,-6 4-105,1-9 0,-9 5 0,-4 1 0,2-4 295,4-12 0,0-3 0,-2 1 0,-3 7-49,-2 6 0,-3 5 0,-2 2 491,9-28 1,-5 12 491,-6 22 0,-10 8 0,-1 3 0,5-4 0,-1-11 0,21-19-492,-2 23 1,5-3-1,4-9 1,5 0-1,13-5 1,2 5-1,-12 11 1,-2 9 491,22-8 0,-33 43-661,-7 57 0,-3 30-322,-8 11 0,-5 15 0,0 9-197,1-19 0,1 5 1,-1 4-1,-1 4 0,-4 2 56,-5-15 1,-1 2-1,-2 2 1,-2 2-1,-3 2 1,-2 1-1,-3 0 31,-2-10 1,-4 2 0,-1 2 0,-3 1-1,-1 0 1,-2 0 0,1-2 0,-1-2-1,1-4-31,-3 9 1,1-3-1,-2-1 1,0-2-1,-1-2 1,-2 0-1,-3 0 90,-2 0 0,-4 3 0,-2-1 1,0-2-1,0-4 0,2-6 0,3-8 51,-13 19 0,4-11 0,5-7 0,-3 9 0,11-14 0,19-19 0,15 5 0,9-28 0,12-10 0,62-54 0,-32 10 0,8-7 0,5-6-197,-8 3 0,5-6 1,2-3-1,2-1 0,-1 1 0,0 1 0,-1 1 1,1-1-1,2-2 0,5-4 173,-12 9 0,3-2 0,2-1 0,2-3 0,1 0 0,-1-2 0,-1 0 0,-2 0-99,-2-1 0,0-2 0,-1-1 0,0 0 0,-2-1 0,0 1 0,-1-1 0,-1 0-18,5-4 1,-1-1-1,-1 1 1,-1-1-1,-2 0 1,-1 0-1,-3-1-23,6-7 0,0-1 0,-2-1 0,-5 1 0,-7 3 0,-10 4-164,-4-20 0,-12 5 0,-7 6-1,-2-6 1,-8 8 328,-9 19 0,-3 3 491,-2 0 1,-2 4 491,-14-23 0,-15-19 0,16 46 0,-1-6 0,13 43 0,4 4 0,-9 14-492,-7 29 1,-5 19-247,-2 1 1,-5 10 0,-3 8 0,-2 4-410,4-9 0,-3 4 0,-2 3 0,-1 4 0,0 2 0,0 2 41,4-8 0,0 2 0,-1 3 0,0 1 0,-1 2 0,0 1 0,0 2 0,-1 1 24,3-7 1,-1 3 0,-1 3-1,-1 1 1,0 0 0,1 0-1,0-1 1,1-1 0,2-4-1,2-3-42,-5 10 1,3-4-1,0-2 1,2-2-1,0 0 1,1-1-1,0 0 106,-4 14 0,-1 4 1,0-1-1,3-5 0,3-9 1,5-13 34,-9 20 0,10-22 0,9-8 0,12-43 0,24-19 0,48-66 0,-16-3 0,5-19 0,-1-8-197,-20 26 0,-2-3 1,-1-4-1,-1-3 0,-1-5 56,-4 7 1,0-4-1,-2-4 1,0-1-1,-2-2 1,-1-1-1,-2 2 17,-1-2 0,-3 0 0,-1-1 0,-1-1 0,-2 1 0,-1-1 0,-2 0 124,-1 2 0,-2 0 0,-2-1 0,-1 1 0,-1-1 0,1-1 0,0-1 0,1 4 0,-1-1 0,0-2 0,0-1 0,0 1 0,0 2 0,0 2 0,0 3-164,0-8 0,0 3 0,-1 3 0,1 1 0,2-1 0,1 0 0,1-4 0,2-2 0,2-1 0,0 3 0,1 5 0,2 7 4,5-25 0,2 11 0,12 1 160,8 9 0,9-2 0,6 4 0,2 9 0,9 2 0,3 9 0,7-2 143,-16 9 0,3-3 0,4-1 0,2 2 0,2 5-143,5 4 0,3 6 0,3 2 0,2 0 0,2-3 0,0-1 0,2-1 0,3-1 0,1 1 0,0 0 0,-1 2 0,-5 3 0,1 2 0,-1 1 0,0 0 0,0-1 0,1 1 0,3-3 0,1 0 0,1 0 0,-2 0 0,-2 1 0,-5 3 0,13-5 0,-4 2 0,-5 2 0,-3 2 0,5-2 0,-6 3 0,2 2 0,3-1 0,2 3 0,-2 3 327,-10 7 1,-2 3 0,8 0-132,-7 2 1,7 0-1,4 0 1,0 2 0,-2 1 48,10 3 1,-2 2 0,1 1 0,2 0-50,-10-2 1,4-1-1,-1 0 1,-3 1 0,-8 3-16,11 1 1,-8 3 0,-6 0 69,15-1 0,-19 0-251,-31 0 983,-12 0 0,-7-5 0,1-1-654,-2-5 654,-5 5-454,-15 1-529,-47 5 0,-19 0 0,-22 0 0,-9 0-164,24 0 0,-7 0 0,-4 0 0,-4 0 0,-3 0 0,-2 0 41,5 0 0,-4 1 0,-2-1 0,-3 1 0,-2-1 0,-2 0 0,-3-1 0,-1 0 33,12-1 1,-3 0-1,-3-1 1,-2 0 0,-2 0-1,0-1 1,0 0 0,1 0-1,0 0 1,3 0-1,2 0-9,1 0 1,2 0 0,0 0-1,2 0 1,0 0 0,1 0-1,0-1 1,0 0 0,0-1-1,0 0-11,-9-1 1,-2-1 0,0 0 0,-1-1-1,2 0 1,3 0 0,2-1 0,5 1-1,6 0-87,-21-2 0,7-1 1,5 1-1,6-1 0,4 1-131,-18-4 0,9 0 0,13 2-164,17 3 0,10 0-492,-9-3 0,29 2 1967,9 0 0,8-9 0,10 2 0,21-30 0,24-4-492,13 2 1,18-3-247,-5 14 1,12-1 0,6 1 0,0 2-221,4 1 1,2 2 0,4 1-1,3 0-25,-20 7 0,5 0 0,1 0 0,1 1 0,-2 2 0,-4 3 0,17-2 0,-4 3 0,-1 3 0,3 2 0,-11 3 0,4 3 0,-1 1 0,0 2 0,-4 1 0,2 0 0,-4 2 0,0 3 0,7 3 0,-9 1 0,5 2 0,3 3 0,2 2 0,-2 2 0,-3 2 0,10 8 0,-3 3 0,0 3 0,3 3 0,6 3-110,-22-8 1,5 3 0,4 1 0,1 2-1,2 1 1,0 1 0,-2 1 0,-1-1-1,-4 0-31,12 7 1,-4 0-1,-1 1 1,-1 0-1,0 1 1,3 1-1,2 0 31,-9-4 1,3 0 0,2 2 0,1 0-1,0 1 1,-1-1 0,-1 0 0,-3-2-1,-3-1-31,4 3 1,-1-1-1,-2-1 1,-2-1-1,-3-1 1,-1 0-1,-3-1-45,8 4 0,-3-1 0,-3-1 0,-1 0 1,0 0 185,0 2 0,3 0 0,-2 1 0,-6-3 0,-11-4 0,10 9 0,-8-2 0,17 8 0,-10-1 0,-25 0 0,-21-6 0,-2 4 0,-2 1 0,-1 4 0,-3 9 0,0 7 0,0 2 323,2 2 0,2 2 0,-1 4-323,-5-7 0,-1 2 0,1 4 0,2 0 0,6 15 0,4 4 0,0-1 0,-3-5 0,-2 4 0,-2-6 0,4 3 0,3-8 0,4 4 0,1-4 0,-2-9 491,5 8 1,0-6-165,-7-13 1,1 1 0,-1-5 163,2-2 1,-6-6 491,-9 37 0,-33-19-821,-18-33 1,-10-4-163,-2 4 0,-9-4 0,-23-8 0,-14-5 0,4-4 327,26-5 1,3-3 0,-2-1-315,-22-1 1,-5-2 0,7-3-14,-3-3 0,9-6 0,22-4 0,5-3 0,-1 0 0,6-4 0,-4-30 0,9 5 0,8 0 0,12 5 648,-8 1-648,16 9 0,0 1 0,-5-9 0,3 6 0,-15-28 0,9 26 0,-23-41 0,11 34 0,-21-37 0,22 30 0,-1-4 0,10 3 0,3 17 0,-13-1 0,16 20 0,-31-1 0,-2 5 0,-7-1 0,-15 3 0,17 5 0,-21-7 0,8-6 0,-20-12 0,29 3 0,-6-5 0,-19-9 0,-1-2 0,8 4 0,-2-1 0,12 5 0,-3-1 0,5 2 0,1 0 0,2 2 0,-20-3 0,-2 2 0,2-1 0,1 3 0,8 9 0,-1 2-234,-18-10 1,-3 1 233,33 11 0,-1 3 0,-4-5 0,-6-6 0,-5-4 0,-3-1 0,3 1-246,6 4 0,1 2 0,0-1 0,-4-2 65,-14-7 0,-4-2 0,0 0 0,5 2 181,-7-2 0,5 1 0,1 2 0,5 2 0,2 1 0,3 3 0,12 3 0,3 1 0,3 4 0,-12 0 0,4 3 0,13 3 0,-1 2 0,-11 4 0,0 3 213,19-3 1,-3 4-214,-37 6 0,-2 10 0,23 13 0,2 7 0,-12 3 0,2 4 491,13 5 1,7 2-110,13-8 1,5-1-383,-20 28 0,14-14 0,16-2 0,-14 0 0,11-11 0,-2 5 0,-9 9 0,-3 6 0,7-7 0,-2 4 0,4 3-261,2 3 0,3 3 0,1 6 261,2 2 0,0 7 0,2 1 0,4-3 0,1 10 0,4-2 0,1 2 0,1-17 0,0 2 0,1-2 0,5-8 0,3 10 0,2-6 0,-3 9 0,2-1 0,6-16 0,1 2 0,-5 21 0,1 2 0,4-2 0,2-5 0,-1-18 0,0-4 0,3 1 0,1-3 0,7 35 0,8-22 783,-2-12-783,3-17 0,-3-8 0,0 19 0,-2-12 0,-14 35 0,-4 18 0,-15-6 0,0-30 0,-3-1 0,-26 27 0,-3-23 0,-4-1 0,-12 13 0,15-31 0,-8 2 0,8-7 0,-11 4 0,5-9 0,8-1 0,26-9 0,8-7 0,15-4 0,0 0 0,15 35 0,19-8 0,-3 7 0,3-1 0,22 5 0,0 7 0,-30-29 0,-14-6 0,2-4 0,-13-2 0,4-9 0,-5-1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4:04.43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17987 5325 24575,'39'-79'0,"0"0"0,-7 11 0,0 3 0,-2 10 0,-3 5 0,5-21 0,3 17 0,3-4 0,-10 8 0,2-5 0,12-22 0,8-11 0,-7 3-328,-15 20 1,-6 2-1,3-4 328,13-21 0,2-5 0,-7 5 94,-10-2 1,-3 5-95,2 10 0,0 3 0,-4-1 0,-2 6 0,-5-13 0,2 27 0,-1 4 0,-5 6 0,1 4 0,-3 14 739,-10 13-739,-6-28 55,-15-3-55,-8-12 0,-2 12 0,-6 3 0,-33-13 0,13 12 0,-7 0 0,-4 3 0,-2 3 0,-2-1 0,0 2 0,1 0 0,4 2 0,16 7 0,7 2 0,-10-4 0,13 5 0,2-5 0,-7-1 0,-29-22 0,28 6 0,-2-5 0,-5-7 0,-3-2 0,9 12 0,-2-1 0,2 0 0,-14-19 0,-2 2 0,16 22 0,-4 1 0,-1 1 0,-5-3 0,-3 1 0,-1-3-328,-7-5 0,-2-2 0,-3 1 109,9 10 1,-2 2-1,-2 0 1,0 1 218,1-2 0,-1 1 0,1 0 0,2 2-176,-10-5 0,3 2 1,1 3 175,11 9 0,1 2 0,4 1 0,-9-5 0,-2 2 0,5 8 0,-5 3 0,-6-1 0,2 3 0,-6 0 0,-4 0 0,-5 0-164,8 2 0,-5 0 0,-4-1 0,-1 1 0,0-1 0,2 1 0,5 0 0,3 0 0,0 0 0,-2 0 0,-4-1 0,-7 0 65,16 2 1,-4 1 0,-3-1-1,-3 0 1,-2-1 0,-2 1-1,-1-1 1,-1 0 0,-2 0-1,1-1 23,9 1 0,0 0 1,-2-1-1,-1 1 0,-1-2 1,-1 1-1,-1 0 1,-1-1-1,0 1 0,0 0 1,-1 0-1,1 1 0,-1 0 5,2 2 1,-1-1 0,0 0 0,0 1-1,-1 0 1,0 1 0,-1-1 0,0 1 0,-1 0-1,0-1 1,-1 1 0,0 0 0,-1 0-1,-1-1 13,10 2 0,-1-1 0,-2 1 0,0-1 0,-1 0 1,-1 0-1,0 0 0,0 0 0,-1 1 0,1 0 0,0 0 1,1 0-1,1 1 0,0 0 0,1 0 0,2 2 0,1 0-18,-14-1 0,1 2 1,2 0-1,0 1 0,1 0 1,1 0-1,0 2 1,1-1-1,1 0 0,-1 1 1,1 0-1,1-1 0,-1 1-6,-2-1 0,1 1 0,1 0 0,1-1 0,0 1 0,0 0 0,0 0 0,1 1 0,-1 0 0,-1 0 0,0 0 0,0 1 6,3 0 0,-1 0 1,-1 0-1,0 1 0,0-1 1,-1 1-1,1 1 1,0-1-1,1 1 0,1 0 1,1 1-1,1 0 0,3 0-23,-12 1 1,2 1 0,1 0-1,1 0 1,2 1 0,0 1-1,1-1 1,0 1 0,1 0-1,-1 1-11,-6 0 1,0-1 0,0 1 0,1 0-1,1 0 1,0 2 0,1 1 0,1 3-1,0 1 0,5 2 1,0 2 0,0 2 0,1 1-1,1 1 1,1 1 0,1 1 0,2-1-1,1 1-22,-9 4 0,3 0 1,2 0-1,1 2 1,0 0-1,-3 2 1,-2 1 131,6-2 0,-3 2 0,-3 1 0,-1 1 0,0 0 0,2 0 0,2-1 0,3-1 0,6-2 0,-10 4 0,5-1 0,3-2 0,3-1 0,2 1 0,1-1 196,-6 3 1,-2 0-1,5 0 1,9-4 0,14-5 786,-23 17 0,75-27 0,4 10 0,30 10 0,46-12-738,-17-16 1,15-2 0,8-2 0,5-1-83,-6-1 1,5-1 0,5-2 0,4 1 0,2-1 0,3 0-55,-16 1 0,3 0 0,2 0 0,2 0 1,1 0-1,2 0 0,2 0 0,0 0 1,0 0-200,-6 0 1,2 0-1,3 0 1,1 0 0,0 0-1,1 0 1,-1 0 0,-2 0-1,-2 0 1,-3 0-1,-3 0-51,18 0 1,-2 0-1,-4 0 1,-2 0-1,-2 0 1,-2 0-1,-1 0 9,3 0 1,3 0 0,-1 0-1,-8 0 1,-11 0 0,-15 0 131,33 0 0,-89 10 0,6 23 0,-10 15 0,-3 10 0,5 8 0,-1 13 0,-2-8 0,-2 16 0,-1 9 0,1 5 0,1 0 0,3-5-127,3-5 1,2-3 0,2 0-1,0 2 1,1 4 0,-1 5 126,-2-10 0,0 5 0,0 4 0,0 2 0,1 2 0,1-1 0,0 0 0,3-4 0,0-4 0,3-2 0,0-2 0,2-1 0,1-2 0,1-1 0,1-1 0,2 0 0,2-1 0,4 8 0,3 2 0,1-2 0,2-1 0,1-3 0,-1-5 0,1-4 196,2 3 1,0-5-1,1-5 1,1-3 0,2-4 48,8 4 1,3-3 0,-1-7 0,-4-13 245,6-8 1,-5-13-492,16-3 0,-27-35 0,5-31 0,1-13 0,-13 8 0,0-8 245,2-4 1,4-12 0,2-6 0,-1-3-50,-3 1 1,0-4-1,1-3 1,-2-2 0,0 2-125,-2 0 1,-2-1-1,0 0 1,1 0 0,0 1-73,4 0 0,1-3 0,1 2 0,-3 5 0,-7 7 0,-4-3 0,-6 8 0,1 13 0,17-14 0,-24 44 0,5 12 0,32-31 0,20-15 0,2 8 0,11-5 0,2-3 130,-23 15 0,1-2 1,2-2-1,0 1 0,2 2-130,1 1 0,4 0 0,-1 2 0,-2 2 0,-5 2 0,12-11 0,-6 3 0,-6 8 0,1 1 0,-16 17 983,-35 25-492,-35 29 1,-23 22-291,3 2 0,-7 12 0,-4 5 1,-1-2-448,-2 1 0,0 0 0,-5 3 0,-5 8 123,15-17 0,-4 4 0,-3 5 0,-3 2 0,-1 2 0,-1 1 0,-2 0 0,1-2 13,0-3 1,-1 1 0,-2 0 0,-1 1-1,-1 0 1,1 0 0,0-1 0,1-1-1,1 0-13,0 0 0,1 1 0,0-2 0,1 0 0,0-1 0,1 0 0,-1 0 0,-1 0 0,-2 1 0,-2 2 0,-2 1 0,1-1 0,2-2 0,3-3 0,5-5 0,7-7-205,-22 22 0,11-12 0,-1 4 82,7-7 0,-2 2 0,1 2 0,4 3 0,4 2 0,5 2 0,0 4 0,-4 7 105,8-16 1,-3 5-1,-1 2 1,-2 4-1,0 1 1,0 2-1,1 1 18,2-2 0,0 2 0,0 2 0,0 1 0,0 2 0,0 0 0,0 2 0,0 1 24,7-10 1,0 1 0,0 2-1,0 0 1,1 1 0,-1 1-1,0 0 1,0 0 0,-1-1-1,0 0 0,-2 0 1,-1 1 0,0-1-1,-1 0 1,0 1 0,0-1-1,1 0 1,2 1 0,1-1-1,2-1 71,-1 6 1,3 0-1,0 1 1,2-1-1,0 0 1,2-1-1,0 0 1,1-1-1,1-1 28,-2 2 0,1 0 0,1 0 0,1-2 0,0 0 0,3-1 0,1 0 0,2-1 0,2 2 0,1 0 0,2-1 0,2-1 0,2-1 0,1-1 0,1-1 196,0 19 1,3-1-1,2-2 1,1-1 0,1-3-67,1-10 0,0 0 1,2-2-1,1-5 0,3-5-130,3 8 0,4-8 0,2-3 491,7 23 1,12-16-1,12-41 1,14-9-247,11-2 1,15 0 0,7-2 0,0-3-1,5-3 1,2-4 0,2 0 0,3 1-443,-9 1 0,2 2 1,2-1-1,1 1 0,1-1 33,-8-4 0,3 0 0,1 0 0,-1-1 0,-3 1 0,-7 1 126,7 4 1,-6 1 0,-3 0 0,3 0 282,9 3 1,3 1 0,-4 0 0,-10-2 245,13 4 1,-16-2 491,16 6 0,-54-27-765,19 1 1,18 0 0,8-1-219,4-4 0,7-2 0,6 0 0,2-1-164,-24 3 0,0 0 0,3-1 0,3 1 0,3-2 0,6-1 54,-7 0 1,4-2 0,5-1 0,3-1-1,1 0 1,2 0 0,0 0 0,-1 0-1,-1 1 11,-10 1 1,1 1 0,0 0-1,1 0 1,0 0 0,-1 0-1,-1 0 1,-1 0 0,-2 0-1,-1-1-24,6-2 0,-1 0 0,-1-1 0,-2 1 0,-1-1 0,-1 1 0,-2 0 0,0 2 286,21-1 1,6 1 0,-2 1 0,-9 0 0,-17 2 0,-24 0 819,-4-1-857,-91 19 1,-46 10 0,-8 2-127,14-5 0,-7 1 0,-7 1 0,-5 2 0,-4 1-110,20-4 1,-3 1 0,-5 2 0,-2 0-1,-2 1 1,-2 1 0,-1 0 0,-1 0-1,0 1 20,6-3 1,-1 1-1,-2 0 1,-1 1 0,-1-1-1,0 2 1,-1-1 0,-1 0-1,0 1 1,1-1-1,-1 1 8,5-2 0,-1 1 0,-1 0 0,-1 0 0,1 0 0,-1 1 0,0-1 0,1 0 0,0 1 0,2-1 0,0 0 0,2-1-17,-7 4 1,-1-1 0,2 0-1,0 0 1,1 1 0,1-2-1,1 1 1,2 0 0,2-1-1,1 0-24,-5 2 0,0 0 0,2 0 0,2-1 0,2 1 0,3-2 0,2 1 0,5-1-74,-13 6 0,4 0 1,4-1-1,6-1 0,5 0 70,-4 4 1,9 0 0,0-2 126,-23 14 0,-6-5 0,0-18 0,-8-7 0,-1-2 327,9-1 1,-1-3 0,-5-1-83,1-1 1,-8 0 0,1-2 0,12-3-37,16-3 1,7-2-1,1 1 282,-36 2 1,9 1 491,-2 5-492,44 7 1,1 5-1,-3 1 1,3 4-1,11 7 1,2 2 491,-40 25 0,46-4 0,12-1 0,16 13 0,10 4-434,20 8-549,2-35 0,11-2 0,37 7 0,24-1-197,-23-16 0,13 1 1,7 0-1,4-1 0,-3-1 33,-16-7 0,1-2 0,1-1 0,2 0 0,1 0 0,3 1 23,3 1 1,5 1-1,3 1 1,0-1-1,-2 0 1,-3-2-1,-8-1-56,1-1 0,-4-1 1,-5-1-1,-2-1 0,-1 1 125,6 1 0,0-1 0,-6 0 0,-15-1 72,31 19 0,-36-14 0,-46-11 0,-5 0 0,-9 19 983,-7-5 0,-7 12 0,-65-3 0,-8 6-837,9-26 0,-5-4-146,9 2 0,2-6 0,7-12 0,4-8 0,12-2 0,9-11 0,11-36 0,11-11 0,5 13 0,6-2 0,1-19 0,16-5 0,23 13 0,16 0 0,2 5 0,7-1 0,12 2-197,-11 20 0,11-3 1,7-2-1,2 2 0,0 3 0,-1 4 0,0 2 1,3 2-1,3 0 0,3-1 56,-11 7 1,3-1-1,2 1 1,2-1-1,1-1 1,3 0-1,1-1 90,-6 3 0,5-2 0,1 0 0,2 0 0,0-1 0,0 0 0,0 0 0,-3-1 0,-3 2-90,10-7 1,-2 1-1,-1 0 1,-2 0-1,-1-1 1,1-1-1,-1-1 0,4-2 1,1-1-1,0-1 1,-1-1-1,-3 1 1,-4 0-1,-7 0-56,0-2 0,-6-1 1,-4 1-1,-3 0 0,-5 0-131,19-24 0,-8 1 0,-8 3 101,1-2 1,-7-1 226,-14 13 0,-2-3 0,-5 1 0,-3-15 0,-6-3 0,-2 10 0,1-5 0,-1 1 0,1 1 0,-1 0 0,3-3 0,3-14 0,1-3 0,6 2 0,7 3 0,5 3 0,2-1-186,-12 17 0,2-2 0,1 3 0,0 4 186,7 0 0,2 4 0,6 2 0,1 5 0,5 1 0,3 2 0,-1 3 0,9-5 0,1 5 0,7 0 40,-12 11 0,6-1 1,3 1-1,2 1 0,-1 2-40,3 2 0,1 1 0,1 1 0,2 2 0,2 0 0,-3 4 0,4 0 0,1 1 0,0 1 0,-1 1 0,-4-1 0,3 0 0,-3 0 0,-1 1 0,-1 1 0,-1 0 245,18-3 1,0 1 0,-5 1 0,-13 3 245,2 0 1,-13 0-1,-16 1 1,-5-3-160,-6-8 1,-1-3 157,12-2 1,2-5-491,6-12 0,3-5 0,-11 14 0,3-1 0,0-4 0,6-13 0,-1-4 0,0-3 327,0 0 1,-2-2 0,-1-2-38,-1-1 1,-3-2 0,-5 5 56,-3-3 0,-6 5-347,-5 8 0,-2 3 0,-5 13 0,3 1 0,14-11 0,2 1 0,-6 6 0,0 2 0,5 3 0,1 3 983,31-19-767,-13-5-216,-21 23 0,1-1 0,-11 3 0,1-5 0,12-16 0,5-10 0,-2 7 0,-4 9 0,0 0 0,-2-6 0,1-6 0,-5 11 0,14-8 0,-18 5 0,-19 26 0,-12 4 0,-11 14 0,-15-10 0,-39-20 0,11 4 0,-7 1 0,-16-8 0,-1 2 0,11 7 0,0 2 0,-7-3-246,-13-3 0,-9-4 0,-4 1 0,1 3 0,4 3 0,0 3 0,-1 2 0,-4 1 83,11 6 0,-3 2 0,-2 1 0,1 2 1,0 1 162,3 1 0,1 2 0,-1 1 0,2 2 0,1 1 0,-12-1 0,1 3 0,3 1 0,1 1-165,-16 0 1,4 1 0,9 4 164,4 3 0,10 2 0,17-2 0,8 0 0,8 3 0,24-4 0,11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20.11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12600 4946 24575,'41'0'0,"6"0"0,-3 0 0,3 0 0,-25 4 0,-61 19 0,-40 11 0,14-8 0,-12 4 0,-10 1 0,-5 1 0,-2 0-123,15-6 0,-3 1 0,-4 0 0,-2 0 0,-3 1 0,-2-1 0,-2 0 0,-1-1 33,11-4 1,-2 0-1,-1 1 1,-3-1 0,-1 0-1,-1-1 1,-1 0 0,0 0-1,-1-1 1,0-1-1,1 0 8,3-3 0,-1 1 0,-2-1 0,1 0 0,-2-1 0,1-1 0,0 0 0,0-1 0,1 0 0,0-2 0,2 0 0,2-1-17,-7 0 1,1-1 0,0-1-1,1-1 1,1-1 0,0 0-1,3-2 1,0 0 0,2-1-1,2-1-42,-18-1 1,0 0-1,2-2 1,3-1-1,3-2 1,5-1-1,6-2-105,-18-3 0,5-1 0,11-5 0,12-4-246,-5-13 0,30-10-492,63-53 656,41 46 0,27 3 0,11-2 131,-15 8 0,8 0 1,6-2-1,4 1 0,2-1 56,-12 8 1,3-2-1,3 1 1,1 0-1,2 0 1,0 0-1,-1 2 106,-10 3 1,1 0 0,0 1 0,0-1-1,1 2 1,-2 0 0,1 2 0,-2 0 34,5 0 0,0 1 0,0 1 0,-2 2 0,0 0 0,-2 2 0,-2 1 196,17-2 1,-3 2-1,-1 2 1,-3 2 0,-4 3 48,0 1 1,-3 4 0,-3 1 0,-3 3 81,8 0 1,-3 4 0,-8 1 163,4 3 1,-9 3 491,13 9-891,-43 1 891,-23-5 0,-6-22-492,19-42 1,8-26-247,-7 17 1,2-8 0,3-5 0,2-3-443,-1 1 0,3-4 1,1-3-1,1-1 0,1-1 170,-4 9 0,2-2 1,0-2-1,0 2 0,0 0 1,-2 4 26,2-4 0,-1 2 0,0 1 0,-1 4 0,-1 4 0,13-18 0,-1 6 0,-2 10 0,4 1 0,0 20 0,30 36 0,-40 42 0,-3 19 0,4 31 0,-5 15 0,-12-16 0,-3 5 0,-3 2-232,-2 6 0,-3 2 0,-3-2 232,-2-8 0,-2-1 0,-2-5 0,-2 13 0,-2-8 491,-2-26 1,0-9 491,1 0 0,8-56-873,6-32 0,0-19-110,-1-1 0,1-8 0,0-3-305,0-15 1,1-5 0,-3-1 304,1 0 0,-2-1 0,-5 6 0,-4-17 0,-18 15 353,-22 29 0,-17 22-353,-8 38 0,-11 21 0,-5 11 0,12 2 0,-3 8 0,-3 8 0,0 3 0,0 4-164,0 1 0,-2 4 0,0 5 0,0 2 0,1 3 0,2 1 23,8-5 1,-1 3-1,2 2 1,0 1-1,2 1 1,1 0-1,3 0 0,4-4 1,1 0-1,1 2 1,2-1-1,2 0 1,2-1-1,3-1-56,-7 16 0,4-1 1,2-1-1,5-2 0,3-3-49,4 0 0,3-2 0,5-3 0,3-5 310,-8 32 1,17-12-65,22-33 0,14-12 32,15-19 0,11-12-32,17-14 0,6-11 0,12-11 0,-1-10 0,-8-10 0,-7-7 491,-9-2 1,-9-2-1,-15 8 1,-8 1 491,1-17 0,-50 26 0,-73 15-700,32 16 0,-11 2 0,-4 3-529,1 0 0,-5 2 0,-3 1 0,0 2 47,-5 2 1,-1 1-1,-1 1 1,3 2 198,4 2 0,0 0 0,3 3 0,5 1 0,-6 4 0,6 3 0,8 1 0,1 5 0,10-1 0,-3 12 0,94-28 0,31-6 0,-6-7 0,13-5 0,9-4 0,7-2 0,3-1-123,-8 0 0,5-2 0,5-2 0,4-1 0,2-1 0,3-2 0,1-1 0,1 0 41,-22 3 0,1 0 0,3-1 0,0-1 0,2-1 0,1 0 0,0-1 0,1 0 0,0-1 0,1-1 0,-1-1 0,0 0 6,-1 0 0,1-1 1,1-1-1,1-1 0,0 0 1,0-1-1,0-1 1,0 0-1,-1 0 0,0-1 1,-1 0-1,-1 0 0,-2 0-6,1-1 0,1 0 0,-1-1 0,-1-1 0,0 0 0,-1 0 0,-1 0 0,-1 0 0,-1-1 0,-2 1 0,-1-1 0,-2 1-28,10-5 1,-1-1 0,-2-1 0,-1 1-1,-2-1 1,-2 1 0,-3 1 0,-1 0-1,-4 0-54,15-7 0,-2 1 0,-4-1 0,-4 2 0,-5 2 0,-8 1-164,16-12 0,-11 3 0,-10 6-164,-8 4 0,-15 6 818,-23 9-326,-22 15 983,-6-3 0,3-23-492,32-8 1,22-6-165,19-5 1,17-5 0,11-1-290,-25 20 1,5-1-1,5-1 1,5 1-1,2-1 1,2 1-39,-5 4 0,3 1 0,4-1 0,1 0 0,2 1 0,2 0 0,0 1 0,0 0-110,-3 3 1,1-1 0,1 1 0,2 0-1,0 1 1,0 0 0,0 0 0,-1 2-1,-1 0-13,6-1 0,0 0 0,0 1 0,-1 1 0,0 1 0,-2 0 0,0 1 0,-3 0-18,2 1 1,-1 0-1,0 0 1,-3 2-1,-1 0 1,-3 1-1,-3 1-56,9-2 0,-3 1 1,-3 1-1,-4 1 0,-4 1-131,15-4 0,-7 2 0,-6 2 285,6-3 1,-12 2 42,5-3 983,-34 4 0,3-10 0,34-25-492,-15 10 1,9-3-165,-10 8 1,6-1 0,2-1-1,10-4 1,3 1 0,1 1-83,-16 10 1,0 1 0,2 2 0,-1 1 81,21-7 1,0 2 0,-1 3-157,-10 5 0,-1 1 0,-3 2-171,-10 6 0,-2 1 0,-5 2 0,8-1 0,-8 3 0,14-1 0,-35 8 0,-21 3 983,-7 0-605,7-2 50,27-3-428,43-8 0,-24 4 0,4-2 0,17-2 0,3-1 0,6-2 0,-1 0 0,-16 4 0,-4 0 0,-5 1 0,-1 0 0,-11 3 0,-2 0 0,32-6 0,-1 0 0,-41 9 0,-23 0 0,-7-2 0,2-5 0,18-8 0,24-8 0,22-7 0,9-2 0,-8 6 0,-21 11 0,-23 10 0,-18 9 0,-63 3 0,-32 1 0,-12 0 0,-13 0-246,18 0 0,-9 0 0,-5 0 0,0 0 49,12 0 0,-2 0 1,-2 0-1,0 0 0,-3 0 33,8 0 0,-2 0 0,-1 0 0,-1 0 0,0 0 0,0 0 0,-4 0 0,1 0 0,-1 0 0,-1 0 0,0 0 0,0 0 0,-2 0 0,0 0 0,-1 0 0,0 0 0,1 0 0,0 0 19,3 0 1,0 0-1,1 0 1,0 0-1,1 0 1,0 0 144,2 0 0,1 0 0,0 0 0,0 0 0,1 0 0,1 0-197,-15 0 0,1 0 1,0 0-1,2 0 0,-1 0 0,6 0 0,0 0 1,0 0-1,1 0 0,0 0 180,1 0 0,0 0 1,0 0-1,0 0 1,1 0 16,2 0 0,1 0 0,0 0 0,-1 0 0,0 0 0,-2 0 0,-1 0 0,1 0 0,-1 0 0,0 0 0,1 0 0,0 0 0,0 0 0,0 0 0,1 0-197,2 0 0,1 0 1,0 0-1,0 0 0,1 0 103,0 0 0,1 0 0,1 0 1,0 0-1,1 0 94,-15 0 0,1 0 0,1 0 0,0 0 0,-2 0 0,1 0 0,-1 0 0,1 0 145,4 0 1,1 0 0,0 0-1,1 0-145,4 0 0,1 0 0,0 0 0,1 0 0,1 0 0,1 0 0,0 0 0,0 0 0,-3 0 0,0 0 0,-1 0 0,0 0 0,-4 0 0,-1 0 0,-1 0 0,0 0 0,-2 0 0,-1 0 0,0 0 0,0 0 0,-1 0 0,-1 0 0,0 0 0,0 0 245,2 0 1,1 0 0,-1 0 0,0 0-236,-2 0 1,-2-1 0,1 1 0,1 1-11,3 0 0,0 1 0,0 0 0,1 1 0,0 1 0,-1 1 0,1 0 0,0 2 0,1 2 0,0 1 0,1 1 0,0 1 0,4 0 0,2 2 0,0 0 0,-1-1 241,0 1 1,0 0-1,0 0 1,1 0-242,5 0 0,1-1 0,1 0 0,-2 0 0,0-1 0,0 0 0,-1 0 0,-1-1 0,-3 2 0,-1-1 0,-1 0 0,1 0 0,-2 0 0,0-1 0,-1 1 0,0-2 51,-5 1 0,0-1 0,-1 0 1,0 0-52,1 0 0,-1 0 0,1 0 0,-2-2 0,-3 0 0,-1 0 0,-1-2 0,-1 1-197,13-1 0,0-1 1,-2 1-1,0-1 0,-2-1 179,-4 1 0,-2-1 0,-1 0 1,0 0-1,0-1 18,12-1 0,0 0 0,0-1 0,-1 0 0,1 0 0,-1 0 0,-2 1 0,-1-1 0,0 0 0,1 0 0,0 0 0,0 0 0,3 0 0,1-1 0,-1 0 0,2 1 0,0-1 0,0 1 0,-12 0 0,1 0 0,0 1 0,2-1 0,0 0-22,6 1 0,1-1 0,0 1 0,1-1 0,1 1 22,-16 0 0,0-1 0,2 1 0,1-1 0,4 0 0,2 0 0,1 0 0,1-1 21,5 0 1,0 0 0,2 0 0,0 0-22,5 0 0,0 0 0,1 0 0,0 0 0,-19 0 0,2 0 0,0 0 0,4 0 0,1 0 0,0 0 268,0 0 0,1 0 1,0 0-269,0 1 0,0 0 0,1 0 0,5 0 0,1 1 0,1 0 0,1 1 0,1 0 0,1 1 327,6-1 1,1 0 0,2 1 163,-22 0 1,3-1-1,7 0 1,3-2-1,8-1 1,3 0-1,8 0 1,1 0 353,-43 0 83,12 0-928,6 0 115,-8 6-115,-8 7 0,42-3 0,0 3 0,-4 1 0,1 1 0,-2 1 0,0 0 0,2-1 0,2 1 0,2-2 0,1 1 0,3 0 0,2-1 0,-36 14 0,7-2 0,9-1 0,-5 1 0,-11 7 0,-6 8 0,3 7 0,17-3 0,32-19 0,18-11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32.6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24575,'47'0'0,"9"0"0,4 0 0,-4 0 0,-7 0 0,2 0 0,6 0 0,8 0 0,5 3 0,-5 3 0,0 3 0,-3 1 0,-9 0 0,-5-1 0,-6-2 0,-2 0 0,-1 1 0,0 2 0,2 0 0,2 0 0,0-1 0,-1 2 0,1-3 0,-3-1 0,3 0 0,6 0 0,8 1 0,4-1 0,0-2 0,-4-1 0,-8-2 0,2-1 0,-3-1 0,4 0 0,4 0 0,-1 0 0,2 0 0,-5 0 0,-10 0 0,-9 0 0,-11 0 0,-8 0 0,-3 0 0,5 0 0,17 0 0,30 0 0,27 0 0,-37 0 0,0 0 0,1 0 0,-2 0 0,32 0 0,-26-2 0,-25 0 0,-16 0 0,1 1 0,17 1 0,31-1 0,31-2 0,-38-1 0,3 0 0,1 0 0,-1-1 0,-7 0 0,-1 0 0,31-3 0,-26 5 0,-16 0 0,-7 3 0,4 0 0,8 0 0,6 0 0,7 0 0,0 0 0,2 0 0,-6 0 0,0 0 0,-3 0 0,0 0 0,5 0 0,9 0 0,15 0 0,-34 0 0,2 0 0,7 0 0,2 0 0,3 0 0,0 0 0,-2 0 0,-1 0 0,-8 0 0,-3 0 0,22 0 0,-31 0 0,-20 0 0,-9 0 0,11 0 0,24 0 0,29 0 0,-25 0 0,4 0 0,4 1 0,1 1 0,-2 0 0,-2 1 0,-3-1 0,-1 0 0,34 1 0,-17-3 0,-10 0 0,-10 0 0,-10 2 0,-9 0 0,-10 2 0,-10 0 0,-4 2 0,-22 7 0,-11-2 0,-39 6 0,19-10 0,-4-1 0,-17 1 0,-5-1 0,-14 1 0,-4 0 0,-2-2 0,-1-1 0,2 0 0,3-2 0,10 0 0,3-1 0,13-1 0,3 0 0,9 0 0,4 0 0,-28 0 0,20 0 0,19 0 0,17 0 0,15 0 0,66 0 0,26 0 0,-1 0 0,12 0 0,-24 0 0,2 0 0,2 0 0,3 0 0,1 0 0,-2 0 0,-6 0 0,-2 0 0,-4 0 0,10 0 0,-9 0 0,7 0 0,-33 0 0,-21 0 0,-4 0 0,7-2 0,21-1 0,26-2 0,18-1 0,1 0 0,-9-1 0,-16 3 0,-19 1 0,-13 3 0,-14 0 0,-7 0 0,7 0 0,14 0 0,26 0 0,24 0 0,12 0 0,0 0 0,-11 0 0,-17 0 0,-10 0 0,-5 0 0,1 0 0,9-3 0,9-1 0,2 0 0,-2 2 0,-9 2 0,-13 0 0,-12 0 0,-11 0 0,-9 0 0,4 0 0,15 0 0,24 0 0,25 0 0,-34-2 0,2 0 0,3-1 0,0-1 0,-3-1 0,-1 0 0,36-6 0,-28 4 0,-26 2 0,-18 3 0,-5 0 0,10 1 0,18 1 0,21-1 0,9 1 0,-6 0 0,-18 0 0,-19 0 0,-9 0 0,5 0 0,5 0 0,4 0 0,-3 0 0,-6 0 0,10 0 0,18 0 0,37 0 0,-31 0 0,3 0 0,4 0 0,-1 0 0,-5 0 0,-4 0 0,20 0 0,-34 0 0,-56 0 0,-17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39.19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1122 78 24575,'-41'0'0,"-13"0"0,-5 4 0,-7 3 0,12 4 0,17 1 0,16-2 0,7-1 0,-11 1 0,-20 7 0,-22 7 0,-19 7 0,39-15 0,-1 1 0,-44 15 0,13-3 0,14-5 0,15-4 0,11-4 0,8-6 0,11-4 0,9 0 0,3-1 0,-2 6 0,-3 1 0,-4 4 0,0-2 0,12-3 0,26-6 0,42-3 0,-14-2 0,5 0 0,13 0 0,2 0 0,3 0 0,-2 0 0,-6 0 0,-2 0 0,34 0 0,-36 0 0,-26 0 0,-11 0 0,8 2 0,27 1 0,-6-1 0,7-1 0,19 0 0,8 0 0,-18-1 0,3 0 0,2 0-208,5 0 0,1 0 0,0 0 208,-2 0 0,-1 0 0,-1 0 0,-6 0 0,-2 0 0,-2 0 0,20 0 0,-5 0 0,-10 0 0,-2 0 0,6 0 0,1 0 0,10 0 0,3 0 0,-20 0 0,2 0 0,0 0-155,5 0 0,0 0 1,1 0 154,-3 0 0,-1 0 0,0 0 0,-3 0 0,0 0 0,-3 0 0,21 0 0,-5 0 0,-11 0 0,-5 0 608,30 0-608,-28 0 0,-13 0 0,-5 0 480,5 0-480,7 0 0,8-3 0,-1-3 0,-2-5 0,-9-4 0,-6-1 0,6 0 0,6-1 0,13-4 0,12 0 0,5 0 0,-1 2 0,-10 4 0,-6 4 0,-5 2 0,-4 3 0,-1 3 0,-3-1 0,0 1 0,3-2 0,5 0 0,1-1 0,-2 0 0,-9 2 0,-12 0 0,-7 2 0,-11 0 0,-5-2 0,1 2 0,6 0 0,21 1 0,17 1 0,16 0 0,5 0 0,-9 0 0,-6 0 0,-7 0 0,18 0 0,-27 0 0,6 0 0,21 0 0,8 0-328,-20 0 0,4 0 0,1 0 321,5 0 0,1 0 1,1 0 6,-1 0 0,0 0 0,-2 0 0,-7 0 0,-1 0 0,-3 0 0,20 0 0,-7 0 0,-19 0 0,-8 0 0,15 0 0,-36 0 0,-20 0 0,13 0 983,29 0-973,-12 0 1,7 0-11,20 0 0,6 0 0,9-2 0,4 0 0,3-1 0,1 0 0,-6 1 0,-4-1 0,-11 1 0,-4 0 0,-11 2 0,-4 0 0,38 0 0,-16 0 0,-7 0 0,-1 0 0,8 0 0,7 0 0,4 0 0,2 3 0,-1 1 0,-3-1 0,-7 0 0,-8 0 0,-12 1 0,-17 1 0,-13 0 0,-16-2 0,-8 0 0,1-2 0,14 1 0,36-2 0,0 0 0,9 0 0,19 0 0,5 0-172,-21 0 0,1 0 0,1 0 172,-1 0 0,0 0 0,-2 0 0,15 0 0,-6 0 0,-17 0 0,-8 0 0,8 1 0,-44 3 0,-63 8 0,-38 4 0,-2 2 0,-13 1 0,-12 2-164,24-4 0,-9 2 0,-5 2 0,-4 0 0,-1 1 0,0-1 41,16-3 0,-1 1 0,-1 0 0,-1 0 0,-1 0 0,-1 1 0,0-1 0,1 1 0,-4 0 0,-2 1 0,0 0 0,0 0 0,0 0 0,1 0 0,1-1 0,3 0-18,-4 0 1,2 0-1,0 0 1,2-1-1,1 0 1,3-1-1,1-1-56,-14 3 0,1-1 1,3 0-1,5-2 0,4-1-49,7-2 0,3-1 0,5-1 0,3-1 206,-33 5 1,11-3 39,28-3 0,6-3 0,-17 0 0,5-3 983,22-4 0,9 0 0,-6 0 0,-10-2 0,-11-7 0,-1-4-382,0-2-601,6-2 0,7-2 0,0-6 0,-1-6 0,-6-4 0,-2 0 0,-1 3 0,1 3 0,5 5 0,7 3 0,11 5 0,11 4 0,8 4 0,1-3 0,-12-7 0,-12-8 0,-12-5 0,-6 1 0,-3 2 0,-2 3 0,1 1 0,6 3 0,14 5 0,13 6 0,14 3 0,5 1 0,-1 0 0,-14-6 0,-19-6 0,-23-2 0,-11-2 0,1 2 0,12 4 0,14 2 0,11 4 0,1 1 0,-6 0 0,-12-3 0,-18-4 0,-18-4 0,43 10 0,-1-1 0,-1-1 0,1 1 0,3 1 0,1 0 0,-31-7 0,16 4 0,13 4 0,9 0 0,0 0 0,-4-4 0,-1-2 0,-4 0 0,3 0 0,2 2 0,6 3 0,5 2 0,7-1 0,7 1 0,6-1 0,8 1 0,5 2 0,37 1 0,12 2 0,35 2 0,7 1 0,8 0 0,5 0 0,-1 0 0,-7 0 0,-14 0 0,-10 0 0,-13 0 0,-9 0 0,-6 0 0,-7 0 0,-3 0 0,-4 0 0,1 0 0,3 0 0,9 0 0,6 0 0,7 0 0,0 0 0,-6 0 0,-9 0 0,-14 0 0,-8 0 0,-6 0 0,2 0 0,11 0 0,20 0 0,19-3 0,15-4 0,5 0 0,-10-2 0,-9 3 0,-11 3 0,-8 1 0,2 2 0,7 0 0,13 0 0,17 0 0,13 0 0,4 1 0,-6 2 0,-17 1 0,-23 1 0,-18-1 0,-18-2 0,-6 1 0,7 2 0,16 0 0,22 4 0,22 1 0,10-2 0,-5-1 0,-15-4 0,-18-1 0,-11 3 0,4 0 0,23 4 0,34-3 0,-33-3 0,5-1 0,9 0 0,1 0 0,2-1 0,-1 1 0,-7 1 0,-4 0 0,-13 1 0,-3 0 0,28 7 0,-22 2 0,-5 3 0,4 3 0,10 1 0,7 0 0,9 0 0,-4-6 0,-6-1 0,-12-6 0,-15-1 0,-1 2 0,3 0 0,8 0 0,16 5 0,14 1 0,-35-7 0,4 1 0,7 1 0,4 0 0,5-1 0,2 0 0,4 0 0,1 0 0,-1 0 0,-1-1 0,-8-1 0,-3 0 0,-10-2 0,-3 0 0,25 1 0,-31-2-246,-24 0 0,-15-1 0,-9-1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43.3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0 202 24575,'59'0'0,"18"0"0,-16 0 0,5 0 0,5 0 0,0 0 0,-1 0 0,-1 0 0,-4 0 0,-2 0 0,-7 0 0,1 0 0,11 0 0,3 0 0,14 0 0,4 0 0,-22 0 0,2 0 0,-1 0 0,3 0 0,1 0 0,-1 0 0,-2-1 0,0 1 0,-2 1 0,22-1 0,-5 2 0,-15 1 0,-6 1 0,24 5 0,-39 1 0,-21-2 0,-13-2 0,3 2 0,19 2 0,30 1 0,-16-4 0,5-1 0,15-1 0,5-2 0,9 0 0,2-1 0,4-1 0,-1 0 0,-5-1 0,-2 0 0,-9 0 0,-4 0 0,-10 0 0,-3 0 0,37 0 0,-12 0 0,-9 0 0,-5-2 0,2-1 0,1-2 0,3 0 0,-1 0 0,-5-3 0,-9 1 0,-16 1 0,-14 3 0,-13 3 0,-5 0 0,-1 0 0,6 0 0,14 0 0,26-3 0,29 0 0,-28-1 0,3 0 0,6-1 0,3 0 0,1 0 0,1 0 0,-1-2 0,-1 0 0,-3 1 0,1 0 0,2 0 0,1 0 0,3-2 0,1 1 0,6-1 0,2 0 0,9-1 0,3-1 0,3 0 0,2 1-159,-29 2 0,1 1 1,0 0 158,0-1 0,0 1 0,0 0 0,30-3 0,-1-1 0,-4 1 0,-1 0 0,-12 1 0,-2 0 0,-8 1 0,-4 1 0,-9 2 0,-3 1 0,39 0 0,-3 2 0,-4 1 476,-4 0-476,-4 0 0,-10 0 0,-9 0 0,-11 1 0,-15 1 0,-12 2 0,-9-1 0,-3-1 0,0 0 0,1-2 0,6 0 0,3 0 0,5 0 0,6 0 0,7 3 0,8 3 0,16 3 0,16 1 0,-28-6 0,4-1 0,7 0 0,4-2 0,9 1 0,3-2 0,5 1 0,1-2 0,4 1 0,0 0 0,4 0 0,1 0 0,3 0 0,1 0 0,0 0 0,-1 0 0,-7 0 0,-3 0 0,-13 0 0,-5 0 0,28 0 0,-36 0 0,-28 0 0,-17 0 0,-6 0 0,1 0 0,5 0 0,12 0 0,12 0 0,10 0 0,4 0 0,-3 0 0,-3 0 0,0 0 0,1 0 0,6 0 0,2 0 0,-1 0 0,0 0 0,3 0 0,12 4 0,14 4 0,14 4 0,-43-4 0,0-1 0,1 0 0,0-1 0,0 0 0,-1 0 0,-4-1 0,-1 0 0,36 4 0,-12 3 0,-13-1 0,-9-2 0,-9-1 0,-4 0 0,6 1 0,12 1 0,18 3 0,-25-7 0,3-1 0,10 1 0,4-1 0,8-1 0,4-1 0,4 0 0,1-2 0,-2 1 0,-1-2 0,-8 0 0,-4 0 0,-14 0 0,-6 0 0,19 0 0,-30 0 0,-19 0 0,-5 0 0,-4 0 0,-1 0 0,3 0 0,0 0 0,-5 0 0,-1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25.03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30222 11475 24575,'0'67'0,"0"-18"0,0 4 0,0 12 0,0 3 0,0 6 0,0-2 0,0-11 0,0-5 0,0 18 0,0-36 0,0-21 0,0 3 0,0 17 0,0 18 0,0 14 0,-4-4 0,-2-16 0,-3-20 0,-1-17 0,-3-9 0,-14-1 0,-18 6 0,-31 9 0,24-2 0,-4 1 0,-9 4 0,0 1 0,0 1 0,1 0 0,8-1 0,4 0 0,-24 12 0,32-11 0,17-6 0,3 3 0,-19 15 0,-31 23 0,22-18 0,-5 2 0,-12 8 0,-3 1 0,-4 2 0,-1-1 0,1-2 0,1-3 0,6-5 0,2-4 0,11-9 0,4-2 0,-30 11 0,13-12 0,1-3 0,-13-2 0,23-8 0,-4 0 0,-2 1 0,-1 1 0,-8 1 0,-2 0 0,1 1 0,4 1 0,13-4 0,4 0 0,-39 9 0,30-7 0,9-3 0,-16 4 0,20-5 0,-4 1 0,-7 2 0,-5 1 0,-21 5 0,-4 1 0,2 0 0,0 0 0,0 2 0,3 1 0,8-1 0,5-1 0,20-5 0,4 0 0,-24 12 0,26-8 0,4-1 0,-10 2 0,6 0 0,-5 2 0,-9 7 0,-4 1 0,-11 8 0,-2 1 0,1 2 0,3-2 0,14-9 0,3-2 0,-24 15 0,36-21 0,16-10 0,-17 3 0,-27 9 0,8-5 0,-5 2 0,-8 2 0,0 0 0,6-1 0,3 0 0,11-5 0,6-1 0,3 1 0,24-7 0,8-1 0,-3-1 0,-6 2 0,-7 3 0,0-1 0,0-1 0,-2-2 0,-4-1 0,-11 1 0,-23 4 0,-9 0 0,-12-1 0,4-2 0,21-5 0,12 0 0,21-2 0,3-1 0,-1 0 0,-10 3 0,-12 5 0,-8 3 0,-4 1 0,7-1 0,16-5 0,16-2 0,14-2 0,10-1 0,24 2 0,1-4 0,41 2 0,15-2 0,-25 1 0,2 0 0,8 0 0,0 1 0,-9-1 0,-2-1 0,21 1 0,-33-4 0,-25 0 0,9 2 0,22 1 0,27 0 0,22 2 0,0-2 0,-20 1 0,-21-2 0,-22-2 0,-15 0 0,-5 0 0,-2 2 0,13 2 0,14 2 0,8 0 0,1 1 0,-17-1 0,-13 0 0,-3-1 0,10-2 0,18-1 0,12-2 0,-4 0 0,-13 0 0,-15 0 0,-9 0 0,1 0 0,7 0 0,21 0 0,21 0 0,15 0 0,3 0 0,-11 0 0,-14 0 0,-17-2 0,-9 0 0,4-2 0,18-3 0,23-3 0,-23 3 0,4-1 0,7-1 0,2-2 0,7 0 0,0 1 0,1-2 0,-2 0 0,-5 0 0,-1 1 0,-6 3 0,-3 0 0,39-5 0,-7 4 0,-2-1 0,13-3 0,-40 6 0,2 0 0,12-1 0,2 0 0,10 0 0,3-1 0,5 0 0,2 0 0,2 0 0,2 0 0,-1 1 0,0 0 0,1 1 0,0 1 0,-4 1 0,0 1 0,-4 1 0,0 1 0,-4-1 0,-1 0 0,-2 1 0,0 0 0,2 0 0,1-1 0,4 0 0,0-1 0,3 1 0,0 1 0,0-3 0,-1 0 0,-6 1 0,-3-1 0,-12 1 0,-4 0 0,32-3 0,-34 3 0,-27-1 0,-14 3 0,-8 0 0,-5 1 0,-2 1 0,7 0 0,15-3 0,24-3 0,26-5 0,-28 2 0,3-1 0,7-1 0,1 0 0,-1-1 0,-2 0 0,-5 1 0,-4 0 0,24-4 0,-27 3 0,-18 5 0,-15 2 0,-7 2 0,-3-1 0,1-5 0,5-8 0,9-11 0,11-10 0,7-9 0,3-3 0,-5 0 0,-7 1 0,-4 1 0,-3-4 0,2-4 0,-1-7 0,0-9 0,-3-5 0,-4-5 0,-6-8 0,-7 41 0,-1-3 0,0-14 0,-2-5 0,0-10 0,0-5 0,0 20 0,0-2 0,0-2-246,0-8 0,0-2 0,0 1 246,0-1 0,0 0 0,0-1 0,0-1 0,0 0 0,0 0 0,0 6 0,0 0 0,0 1 0,0 6 0,0 0 0,0 1 0,1-27 0,2 2 0,1 8 0,1 4 0,0 7 0,2 3 0,0 10 0,1 1 0,0 6 0,0 2 0,1 2 0,1 0 369,-1-1 0,0 1-369,2-3 0,-1 1 0,-1 0 0,0 2 0,9-47 0,-3 8 0,-3 7 0,-3 10 0,-4 10 0,-3 15 0,-2 18 0,0 10 0,2 11 0,-1-2 0,3-10 0,3-17 0,2-13 0,1 4 0,-2 16 0,-4 27 0,-2 41 0,-2 5 0,0 32 0,1 6 0,3-30 0,1 2 0,3 6 0,2 1 0,1-2 0,1-1 0,11 31 0,-7-31 0,-7-22 0,-2-5 0,3 7 0,2 12 0,4 4 0,-2-6 0,-4-12 0,-4-13 0,-4-9 0,0-2 0,2 6 0,3 7 0,2 5 0,1 3 0,-1-5 0,1-1 0,-2 1 0,1 2 0,0 2 0,-2-1 0,-1-1 0,-1 4 0,-3 11 0,-1 12 0,-1 12 0,0 8 0,0 2 0,0 12 0,0-39 0,0 2 0,0 7 0,0 3 0,0 8 0,0 2 0,-1 0 0,-1 1 0,-2-1 0,0-1 0,-1-4 0,-2-3 0,0-4 0,-2-2 0,2-3 0,-2-2 0,-6 37 0,2-22 0,3-25 0,4-21 0,1-10 0,0-6 0,-8-4 0,-43-14 0,-9-7 0,-14-9 0,-5-4 0,-9-5 0,-6-6-197,20 7 0,-4-3 1,-3-3-1,-2-1 0,0-2 33,6 2 0,-2-1 0,0-2 0,-2-1 0,1-1 0,0 0 23,8 3 1,0 0-1,0-1 1,0-1-1,0 0 1,1-1-1,1 1-23,-9-8 0,0 1 0,1-1 0,1-1 0,2 2 0,2-1-33,-4-3 0,2-1 1,2 1-1,2 0 0,3 2-49,-4-5 0,2 0 0,4 2 0,5 2-82,1-1 0,6 3 0,7 3-164,0-3 0,9 3-492,-8-30 1967,14-11-492,14 32 1,0-5-1,-7-14 1,-2-3-1,-5-8 1,-3-1-165,11 29 1,-2 0 0,0 1-1,-1-1 1,-1 1 0,0 1 163,-16-24 1,-1 3-1,4 11 1,1 4-223,8 13 0,0 4-269,-20-16 0,16 26 0,15 19 0,7 12 454,7 5-454,1 2 0,-4 6 0,-7 10 0,-7 12 0,-6 11 0,0 5 0,5-5 0,10-5 0,5-3 0,3-1 0,-1 7 0,-8 7 0,-7 9 0,-8 1 0,-3-1 0,-7-4 0,-7-2 0,-12 3 0,-10 1 0,32-25 0,0 1 0,-2 0 0,0 0 0,0-1 0,2 0 0,-35 20 0,21-9 0,17-10 0,14-6 0,1 1 0,-7 9 0,-17 10 0,-20 10 0,-9 3 0,6-5 0,18-10 0,24-12 0,14-12 0,5-4 0,-11 6 0,-26 23 0,6-7 0,-5 4 0,-13 10 0,-4 2 0,-3 1 0,1-1 0,7-7 0,3-3 0,-19 16 0,37-27 0,20-11 0,13-8 0,4-1 0,-2 5 0,-5 9 0,-3 11 0,-4 4 0,3 0 0,5-8 0,2-2 0,2 1 0,0 4 0,-1 6 0,-2-2 0,1-6 0,0-9 0,0-10 0,1-4 0,-4-1 0,-2 3 0,-7 4 0,-3 4 0,-1 2 0,3-2 0,7-2 0,6-5 0,3-3 0,-3 5 0,1 0 0,-4 4 0,3-6 0,0-1 0,0 2 0,-3 1 0,-3 4 0,-1 1 0,3-3 0,4-1 0,1-3 0,0-1 0,0 0 0,0 0 0,1 1 0,-1 1 0,1 2 0,-1 1 0,-2-1 0,2-3 0,0-2 0,-4 0 0,-2 2 0,0 3 0,1-4 0,4-2 0,0-30 0,1 13 0,-1-20 0,3 21 0,0 2 0,2-4 0,0 4 0,0-6 0,0 4 0,0 1 0,0 0 0,-1-1 0,1-2 0,-1-2 0,-2-6 0,1-7 0,1-5 0,1 2 0,0-4 0,0 0 0,0 2 0,0-1 0,0 5 0,1 2 0,4-6 0,2-2 0,1 1 0,-1 6 0,-1 5 0,-1 3 0,3-5 0,6-17 0,4-11 0,2-4 0,0 0 0,-2 11 0,0 1 0,2-7 0,1-3 0,8-19 0,2-4 0,-1 6 0,-2 3 0,-6 16 0,-3 9 0,-1 3 0,-3 5 0,-2-5 0,4-24 0,4-24 0,-8 33 0,1-1 0,1-3 0,1 2 0,9-37 0,-9 25 0,-8 13 0,-7-12 0,-1 17 0,0-5 0,0-9 0,0-3 0,0-1 0,0 1 0,0 8 0,0 3 0,0-23 0,0 23 0,0-17 0,1 14 0,1-7 0,2 2 0,2-5 0,2-3-328,4-17 0,2-4 0,4-4 144,0 14 1,2-3 0,3-1 0,1 1 183,2 0 0,1 1 0,2 0 0,0 2 0,-1 6 0,0 1 0,1 2 0,0 3-54,5-13 0,1 3 0,-3 7 54,3-6 0,-3 8 0,-8 22 0,-3 6 0,4-6 0,-14 31 0,-5 6 983,3-13-264,10-24-542,12-27-177,-12 30 0,-1-2 0,1 2 0,-1 2 0,10-27 0,-11 31 0,-11 30 0,-10 72 0,-2-1 0,-2 12 0,1 8 0,-1 9 0,1 5 0,0-12 0,1 3 0,0 3 0,0 0-246,1 8 0,0 2 0,0 0 0,1-4 91,0-9 0,1-2 0,0-3 0,1-5 155,0 1 0,1-5 0,0-9 0,1-2 0,1-17 0,1-30 0,-1-92 0,0 29 0,-5-8 0,-10-13 0,-8-9 0,-6 0 0,-6-1 0,-6 1 0,-5 2-278,-7 1 0,-4 3 0,-5 3 278,-3 5 0,-4 3 0,-1 10 0,10 16 0,0 6 0,-1 4 491,-26-5 1,0 7-217,1 8 0,1 6-275,3 5 0,1 3 0,4 2 0,3 2 0,9 0 0,3 0 0,-36 0 905,22 0-905,11 0 0,-2 0 0,-6-3 0,-4-5 0,5-8 0,14-8 0,18-11 0,18-11 0,10-13 0,7-12 0,23-19 0,2 36 0,7-1 0,10-8 0,8 1 0,10-7 0,4 1 0,3 3 0,2 3 0,2 3 0,0 3 0,-3 7 0,0 4 0,-5 6 0,-2 5 0,-8 5 0,-1 4 0,24-10 0,-22 12 0,-21 9 0,-9-3 0,17-26 0,1-1 0,6-7 0,-1 0 0,3-4 0,3-4-328,8-10 0,3-3 0,-1-3 251,-11 15 1,0-1 0,0-1-1,-2 1 77,13-18 0,-2 0 0,-3 2 0,-9 11 0,-2 1 0,-3 3 0,8-18 0,-7 6 0,-15 17 0,-6 2 0,-3-38 0,-12-2 0,-11 41 0,-6-2 0,-10-10 0,-11-1 0,-17-9 0,-11 1 215,11 23 1,-4 2 0,-3 2-216,-5 0 0,-3 2 0,0 3 0,1 4 0,-1 3 0,1 3 0,-23-7 0,2 7 0,12 7 0,3 6 0,10 7 0,3 6 0,-41 5 0,14 10 0,3 18 643,0 25-643,29-7 0,-4 7 0,-13 13 0,-4 4-328,13-14 0,-3 2 0,-1 0 286,-4 4 1,-2 0 0,0-1 41,0-4 0,1-1 0,-1-2 0,3-2 0,0-2 0,1-3-169,5-5 0,1-3 0,-2-1 169,-2 0 0,-2-1 0,-2 0 0,-9 2 0,-4 0 0,-4 0-246,7-4 0,-3 1 0,-5 0 0,-4 3 82,10-5 0,-3 2 0,-4 1 0,-3 1 0,-3 1 0,-2 0 54,16-7 1,-3 0 0,-1 1 0,-3 1-1,-1-1 1,-1 1 0,-1 0 0,-1 1-1,0-1 11,2-1 1,-1 1 0,-1 0-1,0 0 1,-2 0 0,0 1-1,-1-1 1,-1 0 0,-1 0-1,0 0 17,8-3 0,-1 0 0,0 0 0,-2 1 0,0-1 0,-1 0 0,0 0 0,0-1 0,-1 0 0,0 0 0,1-1 0,-1 0 0,-1-1 0,0 0 0,-1-1 0,0 0 0,0 0 0,-1-1 0,1 0 0,0-1 0,-1 0 0,1 0 0,0-1 0,1-1 0,1-1 0,1 0 0,0 0 0,-1-1 0,1-1 0,0 1 0,0-2 0,1 1 0,-1-2 0,2 1 0,-1-1 0,2-1-17,-13 2 1,1 0 0,-1 0-1,1-2 1,0 1 0,2-2-1,0 0 1,2-1 0,2-1-1,1-1-24,-5-1 0,0 0 0,2-1 0,1-1 0,3-1 0,1-1 0,2-2 0,4-1-41,-8 0 0,3-2 0,2-1 0,3-1 0,4-3 0,3-1-82,-10-5 0,5-2 0,5-3 0,4-3-23,-7-7 1,5-5-1,10-4 760,-6-19 1,15-7-1,20 0 1,10-8-1,8-15 1,10-8-281,8 17 1,6-3 0,5-3 115,7-13 1,5-2 0,6-3-83,0 15 1,4-2 0,3 0 0,4 1-1,5-1 1,4 2 0,4 1 0,1 1-1,3 1 1,2 1 0,3 2 0,2 3-1,1 2 1,3 2 0,2 2 0,2 2-165,2 4 1,3 2 0,1 2 0,2 2-82,0 1 0,2 1 0,1 2 0,0 2 0,0 2 0,1 1 0,0 2 0,-1 1 0,-4 3 0,0 1 0,0 2 0,0 2-129,-4 4 1,-1 2 0,0 2 0,1 1 128,-1 3 0,0 1 0,0 2 0,1 3 0,1 2 0,1 2 0,0 3 0,1 1 0,-1 1 0,1 3 0,0 1 0,0 1 0,23 0 0,0 1 0,-2 2-106,-7 0 0,-2 2 0,-5-1 106,17 0 0,-10 0 491,-25 1 1,-10 1-16,-2 6 507,-36 5 0,-34 19-977,-16 1 1,-13 4-7,-6 4 0,-9 3 0,-6 4-246,-5 2 0,-5 3 0,-4 3 0,-4 1 123,18-12 0,-3 1 0,-2 1 0,-1 1 1,-1 0-1,0 1-41,-7 4 0,-1 2 0,-1 0 0,0 0 0,0 1 0,1-2 0,3-2 0,0 1 0,0-1 0,1 0 0,0-1 0,3-1 4,-8 4 1,1-1-1,2 0 1,2-2 0,2-3-3,-4 4 0,3-2 0,3-3 0,3-4 162,-1 0 0,4-3 0,4-4 0,-8 4 0,9-6 0,-6 0 983,37-21 0,18-10 0,7-9 0,2-13 0,3-17 0,0-15 0,5-11-918,14-6-65,5 21 0,6-1 0,11-9 0,5-3 0,11-8 0,3-2 0,5-5 0,0 2 0,-7 7 0,-3 3 0,-5 7 0,-3 1 0,-9 9 0,-3 1 0,21-30 0,-4 7 0,6-1 0,18 4 0,-28 34 0,3 3 0,7 3 0,1 3 0,-2 6 0,0 4 0,38-1 0,-28 9 0,-25 6 0,-18 9 0,-10 12 0,-4 8 0,-3 2 0,-4-9 0,-2-8 0,1-1 0,8 23 0,8 40 0,-5-15 0,0 8 0,0 15 0,-1 4 0,-3 4 0,-2 1 0,-3-28 0,-1 0 0,-3 2-328,-5 5 0,-4 1 0,-5 3 260,-4-8 1,-4 1-1,-3 2 1,-4 0-179,-6 9 0,-3 0 0,-4 1 0,-2-1 0,-5 2 0,-2-1 0,-2 0 0,-1-4 241,4-7 1,-2-1-1,1-4 1,-1-4-122,-6 4 1,0-6 0,-2-7 125,4-11 0,-2-7 0,-3-7 0,-7-6 0,-5-8 0,-4-7-246,5-7 0,-3-6 0,-4-4 0,-3-4 49,-2-3 0,-2-4 1,-4-4-1,-3-2 0,-2-2 56,12 2 1,-3-2-1,-2-2 1,-2-2-1,-1 0 1,-2-2-1,0-1 31,10 4 1,-2-1 0,0-2 0,-2 0-1,0-1 1,-1 0 0,-1 0 0,-1-1-1,1 2 11,2 0 1,0 1 0,-1-1-1,-1 0 1,0 0 0,-1 0-1,1 0 1,-1 0 0,1 0-1,-1 1 0,1-1 1,-1 1 0,-1-1-1,1 1 1,0 0 0,0-1-1,0 1 1,1 1 0,1-1-1,1 1-11,-4-1 1,1 0 0,0 0 0,1 0-1,1 1 1,1 0 0,1 0 0,2 1-1,1 0-31,-9-3 1,2 0-1,1 1 1,1 1-1,3 0 1,3 0-1,2 1-56,-12-5 0,4 1 1,3 0-1,4 1 0,5 1 247,-19-9 0,7 1 1,8 3-51,-2-2 0,12 4 491,22 10 1,8 4 491,0 0 0,25 17 0,-1 14 0,-42 50-656,19-15 1,-6 10 0,-4 6-132,3-4 1,-3 6-1,-4 4 1,-1 3 0,-2 2-34,-1 1 1,-2 4 0,-2 2 0,0 2 0,-1 0 0,1-1-118,9-10 0,-2 2 0,1-1 0,0 1 0,0-1 1,1-1-1,2-1-46,-4 4 0,0 0 0,1 0 0,1-3 0,3-2 0,3-3 34,-6 7 0,3-3 0,4-5 0,6-6-34,-6 11 0,9-11 0,2 5 0,36-38 0,28-4 0,32-3 0,-7-10 0,9-2 0,26-3 0,9-7 327,-12-7 1,5-7 0,4-5-91,-11 0 0,3-4 1,1-3-1,0-2-237,-15 4 0,1-2 0,-1-1 0,1-1 0,-1-1 0,1-2 0,0-1 0,-1-1 0,0 1 0,-2 0 0,10-4 0,-2 0 0,-1 1 0,-3 1-146,13-4 1,-4 1 0,-2 3 145,-11 5 0,-3 1 0,-4 3 0,12-5 0,-5 2 0,-7 4 0,-2 1 0,-2 0 0,0 0 0,1-2 0,-1 0 491,3-1 1,-1-2-47,-2 2 1,0 0-446,7-5 0,3-1 0,9-6 0,2-2 0,5-2 0,0-1 0,0 0 0,-4 1 314,-16 9 0,-7 4-314,19-9 0,-40 29 0,-59 58 0,-7 3 0,-10 12 0,-4 5 0,-7 9 0,-5 8 0,-5 5 0,-3 4-141,16-24 1,-3 4-1,-1 1 1,-2 3-1,-1 0 1,0 1-1,-1 0 18,4-5 0,0 1 0,-2 1 0,0 1 0,0-1 0,0 1 0,0-1 0,1-1-18,-6 7 1,0 1-1,-1 0 1,1-2-1,1 0 1,0-1-1,2-3-23,-3 4 0,0-2 0,1-1 0,2-2 0,1-3 0,2-3-82,-7 11 0,2-4 0,2-4 0,4-5-82,0 0 0,3-6 0,5-6-25,3-6 0,7-9 353,3-4 0,17-21 983,-6-7 0,-33-4-492,2-2 1,-7-2-1,-21-8 1,-5-8-165,17-4 1,-2-5 0,3-9-248,-6-14 0,2-10 1,7-9-81,16 7 0,4-8 0,3-3 0,5-1 0,1-5 0,5-3 0,3-2 0,5 0 0,3-3 0,4-1 0,5 0 0,6 0 0,8 4 0,5-1 0,6 3 0,4 2 0,2 9 0,5 1 0,4 4 0,3 1 0,19-17 0,7 5 0,5 5 0,6 6 0,4 6 0,1 4 0,-3 6 0,0 4 0,1 0-237,-1 0 0,-1 1 0,-1 2 237,-3 3 0,0 1 0,-1 2 0,-1 2 0,1 2 0,1 2 0,5 1 0,2 3 0,5 3-246,-7 8 0,4 2 0,4 3 0,4 1 49,0 1 0,4 2 1,3 1-1,3 2 0,2 3 56,-14 1 1,3 2-1,2 2 1,1 0-1,2 2 1,-1 1-1,1 1 18,-7-1 0,1 2 0,0 1 0,1 1 0,0 0 0,0 1 0,-1 1 0,-1 1-18,9 2 1,0 1-1,0 1 1,-1 1-1,-2 1 1,-1 0-1,-4 2-23,0 1 0,-1 1 0,-1 2 0,-4 0 0,-4 0 0,-4 1 9,8 4 1,-5 2 0,-6-1 0,-6 0 383,29 14 0,-31 5-229,-74 48 0,-46-46 0,-33-3 0,-12 1-164,26-14 0,-7 1 0,-6 0 0,-5 0 0,-4-1 0,-2 1 54,16-7 1,-4 0 0,-2 0 0,-3 0-1,-2-1 1,-1 1 0,-2-2 0,-1 0-1,0-1 20,9-3 1,-1 0-1,-2-1 1,-2 0 0,0-1-1,0 0 1,-2-1 0,1-1-1,-1 0 1,1-1-1,0-1 40,0-1 0,-1 0 0,-1 0 0,1-2 0,-1 0 0,0 0 1,0-2-1,1 0 0,1-2 0,0-1 0,0 0-49,-2-2 1,-1 0 0,1-2-1,-1 0 1,2-2 0,0 0-1,1-2 1,2-1 0,2-1-1,1-1 3,-7-2 0,1 0 1,1-2-1,2-2 0,2-1 1,1-1-1,4-3 0,1-1-60,-9-4 1,3-2-1,3-2 1,2-3-1,4-3 1,4-3 155,-2-5 0,4-5 0,3-2 0,4-4 0,3-1 245,-5-12 1,4-5 0,5-1 0,2-2-28,4 3 0,3-1 1,3-1-1,3-1 27,5 4 1,3-1 0,3 0 0,2 1 81,-5-15 1,4 1 0,1 2-1,3 8 1,2 1 0,0 2 163,-15-27 1,1 4-1,3 13 1,-1 6-1,2 11 1,-1 5-1,2 8 1,-2 3-1,1 7 1,-1 3 491,-37-16 0,2 18 0,-14 15-492,31 14 1,-5 9-239,3 9 0,-6 8 1,-2 5-500,2 3 0,-2 4 0,-3 4 0,-1 4 49,5-1 0,-2 4 1,-1 2-1,-1 3 0,0 2 33,6-3 0,-1 2 0,-1 1 0,0 3 0,1 0 0,0 2 0,-4 4 0,0 1 0,1 2 0,0 2 0,0 1 0,1 2 23,8-6 1,-1 2-1,2 2 1,-1 1-1,1 1 1,0 1-1,1 1 18,5-5 0,0 1 0,1 1 0,0 1 0,0 1 0,1 1 0,1 0 0,0 0 0,-1 3 0,1 0 0,1 1 0,-1 1 0,2 0 0,0 0 0,1-1 0,1 0-18,-4 7 1,1-1-1,1 1 1,1-1-1,1 0 1,1-2-1,1 0-23,-2 4 0,2 0 0,1-1 0,1-1 0,3-2 0,1-2-33,2 1 0,1-1 1,2-2-1,3-1 0,1-1 36,0 7 1,1-1 0,4-1 0,2 0 160,3-3 0,3-1 0,2 1 0,2-1 0,2 0 0,2 0 0,2 1 0,1-1 0,0 2 0,2 1 0,2-1 0,0-2 0,1 20 0,3-1 0,-1-4 327,0-13 1,0-4 0,0-4 163,0 8 1,0-11 491,0 2 0,0-72 0,0-95-738,0 32 1,-1-13 0,1-8 0,1-4-410,0 9 0,1-5 0,0-4 0,1-3 0,1-3 0,1-3 43,0 7 1,1-4-1,0-3 1,1-2-1,1-1 1,1-2 0,0 0-1,1 0 22,0 13 1,0-2 0,1-1-1,0 0 1,1-1 0,0 0-1,1 0 1,0 1 0,0 1-1,1 1-11,1-4 1,0 0 0,2 1 0,-1 0-1,2 1 1,-1 1 0,0 1 0,1 2-1,0 1-31,2-13 1,1 1-1,1 1 1,-1 2-1,1 3 1,-1 4-1,0 3-56,2-6 0,0 3 1,1 4-1,-2 6 0,-2 4 170,4-11 0,-2 9 0,-2 5 27,0-2 0,-3 9 0,3-24 983,-12 22 0,-5 10 0,0 12 0,-1 13 0,0 11 0,0 9 0,1 3 0,2 4 0,5 3 0,0 1-265,3-1-718,-1-22 0,7-52 0,-1-3 0,2-14 0,-4 26 0,1-5 0,2-3 0,0-3-197,1 2 0,0-3 1,1-2-1,1-1 0,1 0 0,3-9 0,1-1 1,1-1-1,1 1 0,-1 0 0,0 5 0,1-1 1,-1 2-1,1 0 0,-1 2 0,-1 7 0,-1 0 1,1 2-1,-1 1 0,0 1 38,3-8 1,0 2-1,0 2 1,-2 1-33,5-12 0,-1 3 0,-1 1 191,-2 8 0,-2 1 0,-1 4 0,5-18 0,-1 6 0,-7 15 0,-3 5 491,-4 12 1,-2 3 491,6-32 0,-7 8 0,-4 7 0,0-7-755,1-4-228,3-17 0,-2 35 0,1-4 0,2-10 0,1-3 0,3-8 0,0-2 0,-1 1 0,0 1 0,-3 11 0,-2 3 0,-3 14 0,-2 6 0,-1-16 0,-5 34 0,-4 21 0,-2 7 0,-7 3 0,3 1 0,-5 0 0,2 0 0,-7 4 0,-17 13 0,-22 25 0,-17 15 0,0 3 0,16-12 0,19-23 0,9-10 0,-5-7 0,-11-4 0,-13-2 0,-1-2 0,5-3 0,9-2 0,16-4 0,7 0 0,7 3 0,-1 4 0,-3 11 0,-4 21 0,-3 27 0,-1 38 0,13-26 0,1 5 0,-1 11 0,3 5 0,5-23 0,1 3 0,1 1-322,2 7 0,0 2 0,2 1 322,1 6 0,0 2 0,2 2 0,-1-17 0,1 1 0,1 2 0,-1 1-246,0 7 0,0 1 0,0 2 0,0 1 0,-1 8 0,1 1 0,0 2 0,1 4 49,0-9 0,2 2 1,-1 3-1,2 2 0,1 2 56,0-17 1,0 1-1,1 2 1,1 1-1,0 1 1,1 1-1,0 1 18,1-5 0,1 2 0,0 1 0,0 0 0,2 1 0,0 1 0,0-1 0,1 0 0,1 3 0,0 1 0,1 0 0,1 0 0,0 0 0,0-1 0,1 0 0,-1-2-18,2 7 1,1-1-1,0 0 1,0-2-1,0 0 1,0-3-1,0-2-23,1 1 0,0-1 0,0-2 0,0-2 0,0-2 0,-1-3-33,1 0 0,-1-2 1,1-3-1,-2-3 0,1-2-36,6 27 1,-1-4 0,0-5 232,-3-12 0,0-3 0,0-3 0,-2-6 0,1-3 0,-1-1 491,7 20 1,1-4-1,-4-13 1,-1-4 491,13 24 0,-11-36 0,-10-21 0,-2 2 0,0 32-492,-3-9 1,1 9-1,5 19 1,0 6-165,-5-20 1,1 2 0,-1 1-264,0 0 0,1 2 0,-2-1-64,-1 1 0,-1 0 0,-1-1 0,-2 2 0,-1-1 0,0 1 0,-1-1 0,-1 1 0,0-1 0,-1-3 0,0 1 0,0-4 0,0 18 0,0-7 0,0-20 0,0-8 0,1 4 0,1-42 0,7-50 0,1-30 0,1-11 0,0-12 0,-2 18 0,1-7 0,0-5 0,0-1-246,1-11 0,-1-2 0,0-2 0,0-1 49,0 14 0,-1 0 1,1-2-1,0 1 0,-1 0 161,1 1 0,0 1 0,1-1 0,-1 2 0,-1 0-210,3-14 0,-1 1 0,-1 1 0,0 4 140,-2 12 0,-1 2 1,-1 2-1,0 2 26,-1-12 0,0 3 1,-2 4 79,-2-20 0,-1 8 0,0 24 0,0 7 0,0-22 983,0 37 0,1 20 0,6-2 0,8-15-624,18-32-359,-10 26 0,2-3 0,3-5 0,1 0 0,-1 2 0,0 2 0,16-25 0,-16 29 0,-17 25 0,-27 15 0,-61 5 0,-2 11 0,-14 5 0,5 1 0,-8 4 0,-4 2-246,7 0 0,-5 2 0,-1 2 0,-1 2 49,18-4 0,-2 1 1,0 2-1,0-1 0,1 0 66,1 0 0,1 0 0,-1 1 0,2-2 1,1 0-115,-10 4 0,2-2 0,2 0 0,3-2 245,-7 1 0,5-2 0,3-3 0,-19 2 0,8-5 0,28-7 0,5-6 0,-28-16 0,13-24 491,35 6 1,1-6-1,-5-12 1,0-4-1,-1-1 1,0-2-166,-1-2 1,1 1-327,8 7 0,1 2 0,-24-29 0,10 13 0,10 16 0,-6 4 0,-4 1 0,-2 7 0,-1 5 0,5 9 0,7 7 0,9 6 0,12 6 0,8 3 0,7 7 0,-5 18 0,-7 33 0,3-9 0,-2 4 0,-5 13 0,-1 4 0,0 4 0,-1 1 0,1-2 0,1-1 0,2-7 0,2-1 0,4-8 0,2-1 0,-4 39 0,9-11 0,5-6 0,0 6 0,0 17 0,0-43 0,0 2 0,0 6 0,0 1 0,0 5 0,0 2 0,2 2 0,0 2 0,3 6 0,1 1 0,2 2 0,2 1 0,1 2 0,0 1 0,-1 7 0,-2 1-188,-3-30 1,-2 1 0,0 1 187,-1 4 0,0 0 0,-1 1 0,-1 2 0,0 0 0,0-1 0,0-1 0,0-1 0,0-1 0,0-2 0,0 0 0,0-1 0,0 0 0,0 1 0,0-1 0,1-2 0,0 0 0,1 1 0,0 31 0,1-2 0,0-8 0,-1-4 0,0-15 0,0-7 0,-2 28 0,0-38 0,1-27 0,2-15 562,14-45-562,33-34 0,2-4 0,12-11 0,-15 25 0,4-3 0,5-2 0,6-2-164,-1 7 0,4-3 0,5-2 0,4 0 0,1 0 0,2 2 23,-3 4 1,2-1-1,2 1 1,2 0-1,1 1 1,2 1-1,0 3 18,-6 5 0,1 2 0,1 0 0,2 1 0,0 2 0,0 1 0,2 3 0,-1 1 0,-1 3 0,2 2 0,0 1 0,0 2 0,1 2 0,-1 2 0,-1 2 0,0 2-41,15 0 0,0 4 0,-1 2 0,0 3 0,-2 2 0,-1 0 0,-8 1 0,-1 2 0,0 1 0,-1 1 0,-2 1 0,-2 0-33,6 1 0,-1 1 1,-2 1-1,-3 0 0,-2 1-49,2-1 0,-2 1 0,-3 1 0,-3-1-41,6 0 1,-3 0 0,-2 0 286,-3 0 0,-1 0 0,0 0 0,-2 0 0,0 0 0,2 0 0,5-1 0,3-1 0,1 0 327,4-2 1,3 0 0,0-2-1,3-2 1,1-1 0,1 0-1,0-2 1,0 0 0,0-1-324,-1 1 1,0 0 0,-1 1-5,-3 1 0,-1 0 0,-3 0 327,-11 3 1,-3 0 0,-3 0 163,12-1 1,-7 1 491,16-2 0,-43 2-150,-23 1-833,-11-4 983,-5-17-963,-4-52-20,1 0 0,-3-12 0,-2 11 0,-2-5 0,-1-2-328,-2-10 0,-1-2 0,-1 1 319,-1 6 1,-1 1 0,0 6 8,-6-15 0,3 9 0,5 28 0,8 6 0,31-16 0,15 39 0,13 4 0,1 5 0,7 1 0,6 1-246,-2 5 0,4 1 0,5 2 0,1 1 31,11 0 1,5 2 0,1 2 0,2 1 17,-15 3 0,3 0 1,0 2-1,-1 2 0,0 1-49,15 2 0,1 3 0,-3 1 0,-2 4 241,-11 0 0,-1 2 0,-3 2 0,-4 3 190,9 7 1,-5 4-1,-7 4-185,10 17 0,-9 5 0,-13-4 0,-3 2 0,-7-1 0,0 1 491,2 2 1,2-1-138,7 2 1,3-2-355,6 2 0,4-3 0,1-3 0,3-2 0,6-3 0,2-2 0,-25-14 0,1-1 0,1-1 327,4 1 1,1-1 0,2-2-96,2 0 0,2-2 0,0 0-232,2-2 0,0 0 0,2-2 0,5 1 0,2-2 0,1-2-328,5-2 0,0-2 0,2-1 323,-19-2 0,1-2 0,0-1 0,2 0 5,2-1 0,2-1 0,0-1 0,1-1 0,1-4 0,1-1 0,0-1 0,0-3-246,2-1 0,0-1 0,0-3 0,0-1 54,3-2 1,-1-2 0,0-2 0,1-1 191,1-2 0,0-1 0,-1-2 0,1 2 0,-4 0 0,0 1 0,0 0 0,-1 1 0,-3 2 0,0 0 0,0 2 0,-2 0-207,-5 3 1,-1 0 0,-1 2 0,-2 1 206,16 0 0,-3 2 0,-1 1 162,-9 2 0,-2 2 0,-4 1-162,11 0 0,-7 3 983,21 0-802,-51 2 802,-42 3-132,-72 10-851,14-6 0,-13 0 0,-7-1 0,4 0 0,-7 0 0,-5-1 0,-5 1 0,-3-1-141,5-1 1,-4 0-1,-4-1 1,-3 1-1,-2-1 1,-2 0-1,-1 0 31,10-1 1,-2 1 0,-2-1 0,-2 0-1,-1 0 1,0 0 0,-2 1 0,0-1-1,0 0 20,13 0 1,-2-1-1,0 1 1,-1 0 0,-1 0-1,0 0 1,0-1 0,0 1-1,1 0 1,-1-1-1,2 1-9,-8 0 1,-1-1 0,1 0-1,0 1 1,0-1 0,0 0-1,1 1 1,1-1 0,0 0-1,2 1-11,-5 0 1,1-1 0,1 1 0,0 0-1,2 0 1,0-1 0,1 1 0,2 0-1,2-1-31,-13 1 1,3 0-1,0-1 1,3 1-1,1-1 1,3 0-1,2 1-23,1-1 0,2 0 0,2 0 0,2 1 0,2-1 0,1 0-33,-2 1 0,1-1 1,2 0-1,3 1 0,1-1-49,-5 2 0,3-1 0,2 0 0,1 0 1,-20 2 1,3-1-1,2 1 245,7-1 0,2 1 0,2 1 0,5 0 0,3 2 0,1 1 491,-28 4 1,4 2-1,6 2 1,3 3-1,5 5 1,1 5-1,-2 6 1,-1 7-165,22-8 1,-1 4 0,0 2-1,-9 9 1,-2 3 0,1 3-1,-2 3 1,0 2 0,2 1-260,3 0 1,3 2 0,3-1-69,6-3 0,4 1 0,5-2 491,-6 17 1,9-1-201,12-11 1,8-2 520,2 34-812,43-18 53,12-41 1,12-4-54,32 2 0,15-8 0,-3-8 0,9-4 0,6-3-246,-9-2 0,4-1 0,4-3 0,0-3 94,-12-3 1,1-2 0,2-2 0,-1-2 0,1-3 151,1-2 0,1-2 0,0-3 0,-1-1 0,-2-2 0,-5-1 0,-1-1 0,-1-2 0,-2-2 0,-1-1-246,12-9 0,-3-2 0,-2-3 0,-3 1 136,-9 3 0,-2 0 0,-3-1 0,-4 2 91,7-4 1,-5 1 0,-4 1 18,14-10 0,-7 2 0,-20 10 0,-5 1 0,-7 4 0,-1-2 491,12-8 1,4-2-1,12-7 1,6 0-304,-11 10 1,3 0 0,3 1 59,5-1 1,2 0 0,2 3-249,2-1 0,1 2 0,2 1 0,2 1 0,1 1 0,0 2 0,0 2 0,-1 1 0,1 1 0,1-1 0,0 0 0,1 2 0,-4 2 0,0 0 0,0 1 0,-3 0 0,-1 0 0,2 1 0,3-1 0,1 1 0,0 0 0,0 0 0,1 1 0,-1 0 0,2 1 0,-1 0 0,2 2 0,0-1 0,1 2 0,0 0 0,-2 3 0,1 0 0,0 1 0,3 1 0,2 0 0,-1 1 0,1 1 0,-1 0 0,0 0 0,-2 1 0,-1 0 0,-1-1 0,-8 0 0,-1 0 0,0-3 0,-3-2 0,1-2 0,-2-3 0,-2-3 0,-1-4 0,1-4 0,8-12 0,2-7 0,0-6-246,-9 3 0,1-4 0,1-5 0,1-3 82,-17 12 0,1-2 0,1-2 0,1-2 0,0-2 0,0-1 23,-2 2 1,1-2-1,0-1 1,1-2-1,0 0 1,-1-1-1,1 0 0,2-2 1,-1-2-1,1 0 1,0-1-1,-1 0 1,1 1-1,-1 0 0,-1 1 1,0 0-1,0 0 1,-1 0-1,1 1 1,-1 1-1,-1 1-23,5-4 0,-1 0 0,0 1 0,0 2 0,-1 1 0,1 1-33,8-5 0,0 1 1,0 3-1,0 1 0,-2 2 0,-6 9 0,0 1 1,-2 2-1,1 1 0,1 0-49,15-9 0,1 1 0,-1 1 0,-1 1 185,-7 5 1,-1 1 0,-2 2 0,-1 0 387,14-9 1,-2 1 0,-2 2-188,-6 3 1,-2 1 0,-5 3 350,6-6 1,-6 3-1,-9 5 1,-6 0-1,-15 5 1,-5-1-1,-6-6 1,-4-4-1,-3-13 1,-6-5-1,-7-13 1,-15-3-165,-14 14 1,-12-2 0,-11 1-574,-5 6 0,-10 0 0,-7 1 0,-2 0 211,2 7 1,-3 0 0,-4 0 0,-2 1 0,-2 0-130,8 7 0,-2 0 0,-2 0 0,-1 1 0,1 2 0,-1 0 0,4 4 0,-1 0 0,1 1 0,-1 2 0,1 1 0,2 2-5,-6-2 0,1 3 1,1 1-1,0 2 1,1 3-67,-11-1 1,0 3 0,1 3 0,2 3 234,-12 1 0,1 4 0,4 3-117,10 4 1,2 3 0,1 1 116,4 1 0,0 2 0,1 0 0,2 1 0,-1 1 0,-1 1 0,-7 2 0,-2 2 0,-2 3 324,-9 4 0,-3 3 0,-2 5-324,16-1 0,0 2 0,-2 3 0,0 2 197,-7 3 1,0 3-1,-2 2 1,1 0-198,16-5 0,-1 0 0,0 0 0,0 1 0,0 1 0,-2 1 0,-1 2 0,0-1 0,0 1 0,1 0 0,1 0 0,1 0 0,0 0 0,1 1 0,0 0 0,1 1 0,0 0 0,1 2 0,0-1 0,-1 1 0,0 2 0,-1-1 0,1 2 0,-1 0 0,0 0-197,-4 3 0,-1 1 1,-1 0-1,0 1 0,-1 1 75,7-3 1,-1 1 0,0 1 0,-1 1 0,0 0 0,-1 1-43,-3 4 0,-1 0 0,0 1 0,0 1 0,0 1 0,1 1 23,10-7 1,0 2-1,0 0 1,0 0-1,1 1 1,0 0-1,1 0 68,-10 9 0,2 0 0,-1 1 1,2 0-1,0 0 0,0 0 73,1 0 0,1 0 0,0 0 0,0 1 0,0-1 0,1-1 0,-1 1 0,0-1 0,1 0 0,-1 0 0,1-1 0,0 0-138,2-3 0,1-1 0,0 0 0,0 0 0,1-2 0,-1-1 138,-9 7 0,0-1 0,1-2 0,0-1 0,1-3 84,-8 5 0,1-2 1,1-3-1,1-4-84,8-7 0,1-3 0,1-3 0,-1-4 0,2-3 0,0-4 0,-1-2 0,0-3 327,-21 2 1,-1-6 0,-2-5-234,22-7 1,-2-4-1,0-4 1,0-4-95,-1-7 0,0-5 0,0-5 0,2-4 0,0-6 0,1-5 0,2-4 0,3-4 0,3-4 0,1-4 0,4-3 0,4-3 0,5 1 0,4-4 0,3 0 0,4-1 0,-4-16 0,6 0 0,7-2 0,6 1 0,5 0 0,10-2 0,11-4 0,11 0 0,10-1 0,7 15 0,8 0 0,9-1 0,7-2-141,-7 17 1,7-1-1,4-1 1,4 0-1,3-1 1,3 0-1,0 0 118,-6 7 0,3 0 0,3-1 0,1 1 0,1-1 0,2 1 0,1-1 0,2 0 0,-1-1-76,2 1 1,2-1 0,1-1-1,1 1 1,1-1 0,1 1-1,1-1 1,1 0 0,-1 1-1,2 0 9,-4 2 1,1 0-1,0 0 1,2 0 0,0 0-1,0 0 1,1 0 0,0 2-1,0-1 1,-1 2-1,0 1 0,-3 2 1,1 1-1,-1 0 1,0 1 0,1 1-1,-1 0 1,1 0 0,-1 2-1,0-1 1,1 1-1,-1 1-9,6-3 1,-1 1 0,1 0-1,0 0 1,0 1 0,0 1-1,-1 1 1,0 1 0,-1 1-1,-1 1-24,10-5 0,0 2 0,-1 1 0,0 1 0,-1 1 0,-1 2 0,-1 1 0,0 2 13,2 1 1,0 1 0,-1 2-1,-1 1 1,0 2 0,-1 2 0,0 1 212,7 0 1,-1 2-1,-1 2 1,1 2-1,-1 1 1,1 0-104,1 2 0,0 2 0,0 1 0,0 0 0,2 2 0,0 0 0,-11 2 0,2 1 0,-1 0 0,2 1 0,-1 1 0,1 0 0,1-1 129,2 1 1,1 1 0,0 0 0,1 0 0,-1 0 0,1 0-1,0-1-129,2 0 0,0-1 0,1 0 0,-1 0 0,0 0 0,1-1 0,-1 1 0,-2-1 0,1 0 0,0 1 0,-1-1 0,0-1 0,0 1 0,-1-1 0,-2 0 0,0 0 0,-1 0 0,0 0 0,-1-1 0,0 0 0,-2 0 163,9-3 1,-1 1 0,0-1 0,-2 0 0,-1 0 0,-1 0-6,8-1 0,-2 0 0,0 0 0,-3 0 0,-2-1 87,10-1 1,-2-2 0,-3 1 0,-4-1-11,11-2 0,-6 0 0,-6 0 92,-18 4 1,-5 1 0,-6 0 163,3-1 1,-10 1 491,-3-1 0,-34 7 0,-17 5 0,-22 0 0,-45-1-492,-7 3 1,-15 1-165,2 1 1,-10 1 0,-5 5-525,24 2 0,-3 3 1,-2 3-1,-3 3 0,-1 3 44,3 2 0,-2 2 0,-2 4 1,0 2-1,-1 3 0,0 4 12,5 0 1,-1 4-1,0 2 1,0 3-1,0 3 1,0 2-1,2 2 18,6-1 0,-1 4 0,2 1 0,-1 3 0,2 1 0,0 2 0,1 1 0,1 1 0,0 3 0,1 1 0,0 2 0,1 1 0,2 1 0,1 2 0,2 1 0,1 1 0,2 1 0,1 2 0,2 2 0,1 0 0,2 2 0,2 0 0,2 1 0,2 1 67,4-1 0,1 1 1,3 1-1,1 1 0,2 0 1,2 1-1,1-1 1,2 1 55,3-2 0,1-1 0,1 1 0,2 1 0,2-1 0,1 1 0,1-1 0,2 1-141,-1 9 1,2 2-1,2-1 1,1 0-1,2 0 1,1-1-1,0-1 0,2-5 1,2-1-1,1 0 1,1-1-1,0 0 1,0-1-1,1 0-23,-2 8 0,2-1 0,0 0 0,0-1 0,-1-1 0,0 0 0,0-5 0,1-1 0,-1-1 0,-1 0 0,0 0 0,-2-2 84,-3 13 1,0-1 0,-3-2-1,0 1 1,-3-1 79,-2 0 0,-1 0 0,-2-1 0,-2 0 0,-2 0 0,2-14 0,-2 0 0,-2 0 0,-1 0 0,-2 0 0,-1 0 0,-4 5 0,-2 0 0,-1 1 0,-3-1 0,-1 0 0,-2 0-102,1-7 1,-1 0-1,-1-1 1,-3 1-1,0-1 1,-2 1-1,-1-1 102,3-7 0,-2 1 0,0 0 0,-2 0 0,-1-1 0,0 0 0,-1-1 0,0-1 0,-1-1 0,-1 0 0,0 0 0,-1-1 0,-1-1 0,0-1 0,0-1 0,-1-2 0,-6 5 0,-2-1 0,0-2 0,-1-1 0,1-1 0,-1-3 0,0-1 163,-6 2 1,1-2 0,-1-2 0,0-1 0,0-4 0,1-2-139,-7 0 1,0-3 0,1-3-1,0-2 1,0-2 170,3-3 1,0-3-1,1-2 1,-1-1 0,0-1-186,3-1 0,-1-2 0,1 0 0,-1-1 0,0 0-11,0 0 0,0-1 0,-1 0 0,1 1 0,0 1 0,-2 1 0,1 0 0,-1 2 0,1 1 0,0 0 0,1 1 0,0 1 0,0 1 0,0 1 0,2 1 0,0 1 0,1 0 0,1 1 0,0 1 0,1 0 0,0 0 0,1 1 0,0 1 0,0 0 0,0 0 0,0 0 0,0 1 0,1 0 0,-1-1 0,0 2 0,-1 0 0,0 0 0,-1 1 0,1 0 0,-1 1 0,-4 2 0,1 0 0,-1 1 0,0 1 0,-1 0 25,-3 1 1,0 2 0,0-1 0,-1 1 0,0 1-26,-3 0 0,1 1 0,-1 1 0,0-1 0,0 0 0,2-1 0,-1 0 0,0-1 0,0 0 0,1 0 0,1-2 0,1 0 0,-1-1 0,1-1 0,-1-1 196,3-2 1,0 0-1,0-2 1,0-1 0,1-1-34,-11 3 1,0-1 0,1-3-1,0-1 82,7-5 1,-1 0 0,2-3 0,1-3-197,-16 2 1,2-4-1,2-3 278,12-5 1,3-3 0,0-2-219,3-3 0,2 0 1,1-3-110,-27 1 0,2-3 0,3-1 0,1-2 0,0-2 0,-1-4 0,-1-4 0,0-5 0,-2-7 0,0-5 0,3-4 0,0-4 0,3-4 0,1-1 0,8 1 0,3 0 491,10 3 1,4-1-1,9 2 1,4-1-1,10 4 1,5-2 491,-23-36 0,12-1 0,10-4-362,4-12-621,15 29 0,2-5 0,-2-13 0,0-4 0,4 18 0,0-2 0,-1-1-150,-1-5 0,-2-2 0,1 2 150,-1 3 0,-1 1 0,0 2 0,-10-28 0,-1 3 0,2 14 0,1 6 0,5 15 0,0 4 0,-14-24 0,10 29 0,9 22 0,4 13 450,2 8-450,2 5 0,0 7 0,-1 11 0,-1 18 0,-5 23 0,-3 26 0,7-33 0,1 3 0,2 5 0,1 1 0,0 4 0,3-1 0,1 1 0,4 0 0,5 1 0,8-1 0,11 1 0,11-3 0,15-2 0,10-6 0,16-6 0,7-7 0,7-10 0,1-7 0,-6-9 0,-3-5 0,-13-6 0,-6-2 0,26-3 0,-48-1 0,-23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59.8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1722 3037 24575,'-69'59'0,"1"-1"0,1-3 0,-7 4 0,-4 2 0,19-15 0,-4 2 0,-2 1 0,-1 0 0,0 0-197,-3 0 0,0 0 1,-1 0-1,1-1 0,1-2-49,-8 4 0,0-2 0,3-2 0,2-4-82,-4 1 0,2-5 0,7-6 642,3-3 0,7-7-314,-8-9 555,56-53-555,29-15 0,17-13 0,1-4 0,7-9 0,6-4-197,-9 17 0,3-4 1,3-2-1,3-2 0,1-1 33,0 3 0,2-2 0,1-1 0,3-1 0,0 0 0,2 0 23,-4 7 1,0 0-1,2 0 1,1-1-1,0 1 1,2 1-1,0 1 0,1-1 1,2 1-1,0 0 1,1 2-1,1 0 1,0 1-1,1 1 0,-2 3 1,1 2-1,0 0 1,0 1-1,1 2 1,0 0-1,1 2-23,7-5 0,2 1 0,-1 2 0,1 1 0,-1 2 0,-1 1-33,7-3 0,0 1 1,-2 2-1,0 2 0,-2 2-49,10-5 0,-2 3 0,-2 2 0,-3 3 70,-11 6 0,-2 3 0,-2 1 0,-2 3 503,2-2 1,-2 2 0,-3 4 163,17-7 1,-3 7-1,-15 10 1,-2 5-1,1 4 1,1 8-1,7 8 1,2 11-1,12 18 1,0 14-165,-20-3 1,-1 8 0,-2 7-83,-12-6 1,-1 5 0,-2 3 0,-2 2-14,0 4 1,-2 3-1,-2 2 1,-2 0-233,-2 3 0,-2 1 0,-3 1 0,-2 1 0,-4-2 0,-2 0 0,-3 1 0,-2 0 0,-2 3 0,-2 2 0,-4-1 0,-2-1 0,-4-2 0,-3 0 0,-4-1 0,-4-2 0,-11 19 0,-8-2 0,-5-6-175,-4-8 1,-6-4 0,-6-8 174,-2-15 0,-4-5 0,-4-7 0,-1-5 0,-3-6 0,-1-5 0,-28 1 0,-2-9 0,-5-5 0,-2-7 0,30-6 0,0-3 0,-1-2 0,2-1 0,1-3 0,0-1 0,0 0 0,1-2 0,2-2 0,-29-9 0,3-2 0,10 4 0,3 0 0,11 2 0,3 2 0,8 1 0,5 2 0,-23-4 983,28 6-465,22 4 55,17-4-573,5-18 0,1-25 0,-2 8 0,0-6 0,-2-17 0,-1-5 0,0-11 0,1-2 0,1-2 0,1 3 0,1 10 0,2 6 0,1 15 0,5 6 0,19-20 0,38 25 0,-3 28 0,10 6 0,-4 3 0,5 2 0,6 2-246,-2 1 0,4 1 0,3 2 0,2 3 0,11 3 0,3 2 0,1 4 0,-1 2 206,-1 2 0,1 3 0,-2 2 0,-3 3 40,-8 1 0,-1 3 0,-3 2 0,-6 3-102,4 9 1,-6 4 0,-8 5 101,5 19 0,-14 9 0,-13 10 0,-14 9 0,-17-20 0,-6 4 0,-6 2-328,-4 7 0,-5 1 0,-4 1 302,0-19 0,-3 0 0,-2 1 0,-1-2 26,-8 20 0,-2-1 0,-1-4 0,5-14 0,-1-3 0,2-3 0,-5 12 0,4-8 983,-1 6 0,19-48-664,40-50-319,13-18 0,9-12 0,6-4 0,7-9 0,5-4-197,-15 12 0,4-3 1,1-3-1,3-3 0,0 0 33,-2 0 0,2-2 0,1-2 0,0-1 0,1-1 0,0 0 89,-8 8 1,1-2 0,1 0 0,-1 0 0,0-1 0,0 1-1,-2 0 75,6-8 0,0 0 0,-1-1 0,-1 2 0,-1 1 0,-2 1 0,3-4 0,-1 1 0,-2 2 0,-2 1 0,-3 4-171,0-2 1,-4 3 0,-1 3 0,-3 2 170,3-5 0,-3 2 0,-2 4-52,12-13 0,0 2 52,3 0 0,5 1 0,-11 19 0,4 1 0,3-1-328,15-7 0,4-1 0,4 0 230,-11 10 1,2 0-1,3 0 1,0 1 97,3 1 0,1 0 0,0 1 0,0 0 0,-4 3 0,-1 0 0,0 1 0,-3 2 0,10-4 0,-2 2 0,-5 4 491,12-6 1,-10 7-1,-27 14 1,-7 6 491,1 3 0,-25 9-795,-8 7-188,12 8 983,15 12-204,6 9-779,1 13 0,-16 27 0,-20-16 0,-4 8 0,-2 3 0,-2 6 0,0 6-246,-2 1 0,1 5 0,-2 4 0,-1 1 49,0-7 0,-2 3 1,0 1-1,-1 0 0,0 1 82,-1 3 1,-1 1-1,0 0 1,-2-1-1,0 0 115,-1-4 0,-1 0 0,0 0 0,-2-2 0,0-1 0,-5 13 0,-1-2 0,-1-2 0,0-2-246,1-7 0,0-3 0,0 0 0,-1-1 161,-1-1 0,1-1 0,-1 0 0,0-2 85,-6 17 0,0-3 0,0-1-230,1-5 0,-1-1 0,1-2 230,0-2 0,-1 0 0,1-3 0,1-5 0,0-2 0,1-1-95,0 0 1,1-1 0,0 0 94,2-3 0,-1 0 0,2 1 0,0 4 0,0 1 0,2 1 327,-1 8 1,1 3 0,2 2-249,-1 8 0,3 2 0,1 3-235,4-15 0,1 2 1,2 1-1,0 3 156,0 8 0,2 3 0,1 1 0,1 0 0,2-19 0,1-1 0,1 1 0,1 0 0,2 0 0,2 18 0,2 0 0,2-1 0,2-2 0,-1-9 0,2-1 0,2-2 0,1-5 169,4 9 1,3-6-1,-1-4-169,6 15 0,-2-10 152,-8-28 0,-2-8-152,4 3 983,-10-29-960,-4-13 960,-2-5 0,17-66-873,2-9 1,5-16-111,-3 14 0,2-8 0,3-6 0,1-3-164,-5 16 0,0-3 0,2-2 0,0-2 0,1-1 0,1 0 23,-2 5 1,1-2-1,0-1 1,2 0-1,-1 0 1,0 0-1,-1 1-23,4-10 0,0 0 0,0 0 0,0 1 0,-1 1 0,0 1-33,4-9 0,-1 2 1,0 1-1,-1 2 0,-1 1 0,-5 11 0,-2 2 1,0 2-1,-1 0 0,-2 1-49,2-11 0,-2 2 0,-2 0 0,-1 0 0,-1-1 0,-1-1 0,-1 0 0,-2 2 226,-2 7 1,-2 0-1,-1 2 1,0-1-187,2-25 0,0 1 0,-1 2 206,-1 10 0,0 2 0,-2 4 491,1-18 1,-2 7-1,-2 19 1,-2 9 491,0-3 0,-4 38 0,-2-8 0,-26-54-499,-3 20 1,-7-4-485,3 14 0,-3-1 0,-4 1 0,-4 0 0,-3 2 0,-2 6 0,-23-12 0,-2 13 476,12 16 1,1 19-477,7 34 0,5 21 0,15 11 0,5 15 0,2 7-246,0 6 0,3 9 0,0 6 0,1 3 82,4-18 0,1 4 0,0 2 0,0 2 0,0 0 0,1 0 0,-1 2 0,0 1 0,1 1 0,0 0 0,0 0 0,0-1 139,2-2 0,-1 1 0,1 0 0,0-1 0,1-2 0,1-2 25,0 2 0,2 0 0,0-3 0,0-3 0,2-4-30,-4 22 0,1-5 0,2-8 30,-1 11 0,3-13 0,2-3 0,5-34 0,3 12 0,0-2 0,3 9 0,5 26 0,5 8 327,1-17 1,4 2 0,1 2-1,4 3 1,2 2 0,2-4-302,-1-11 0,1-4 0,-1-3 24,6 11 1,-2-9-51,6 8 0,-17-47 0,-8-17 0,-4-11 0,5-38 0,1-29 0,4-14 0,1-15 0,3-10-164,-7 29 0,2-5 0,0-4 0,1-4 0,0-1 0,-1 0 23,1 3 1,-1-2-1,1-2 1,0-1-1,-1-1 1,1 1-1,-1 0 0,0-1 1,0-2-1,0 0 1,0 0-1,0 2 1,-1 1-1,0 3-23,0-1 0,-1 1 0,0 2 0,0 3 0,-1 2 0,-1 4-56,2-13 0,0 4 0,-1 6 0,-2 5 220,5-28 0,-2 16 0,0 0 0,-9 34 0,-5 3 983,0 3 0,0 12 0,0 14 0,0 15 0,0 42-509,2 21 0,4 15-474,4 9 0,5 10 0,3 6-197,-3-19 0,2 5 1,1 3-1,1 1 0,1 1 0,2 6 0,1 3 1,1 0-1,1 1 0,-1-2 0,1-1 0,0 0 1,1 0-1,-1-2 0,-1-4-49,1 8 0,0-2 0,-2-4 0,-1-6-82,-1-2 0,-2-6 0,-1-5-164,0 5 0,-3-9-492,-1 11 419,-10-9 565,-4 13 983,0 12 0,0-7 0,0-21 0,0-25 0,0-22 0,-1-9 0,-2-1-411,-2 21-572,-4 43 0,2-13 0,-1 7 0,-1 13 0,-1 5 0,1 11 0,0 2 0,0 0 0,0 0 0,3-4 0,0-1 0,1-3 0,2-1 0,0-12 0,2-4 0,1-9 0,0-5 0,0 27 0,0-33 0,0-25 0,0-12 0,0 17 0,0 50 0,0-14 0,0 9 0,0-12 0,0 4 0,0 0 0,0 5 0,0 0 0,0-2 0,0 22 0,0-7 0,0-24 0,0-9 0,0 1 0,0-45 0,4-103 0,6 28 0,4-10 0,1-7 0,1-7 0,1-9 0,2-4 0,-1 1-197,-2 17 0,1 0 1,0-1-1,1 0 0,-1 0 0,1-3 0,1-1 1,0 0-1,-1 1 0,-1 4 95,0-5 0,-1 2 0,-1 2 0,-1 2-164,1-16 1,-3 2-1,0 2 266,-2 6 0,-2 3 0,-1 0 0,-4 5 0,-1 1 0,-1-1 0,0-3 0,-1 0 0,-1-1 0,1-3 0,0 0 0,0-2 0,0-1 0,0 0 0,0 0 0,1 4 0,-1 0 0,-1 2 0,1 4 0,0 0 0,0 2 0,0 5 0,0 1 0,0 1-22,0-28 1,0 2 21,0 7 0,0 3 0,0 7 0,0 2 0,0 3 0,0 2 491,1-1 1,-2 1-1,1 4 1,0 1-1,1 3 1,-2 2-384,2 5 0,-2 2-57,0-37-51,-4 2 0,-5-7 0,-2 0 0,-2 6 0,3 24 0,2 29 0,2 21 0,1 13 0,-5 29 0,4 21 0,-2 18 0,-3 17 0,1-8 0,-1 10 0,-2 8 0,1 4-164,1-7 0,-1 5 0,0 5 0,-1 4 0,0 2 0,-1 3 54,3-18 1,-1 2 0,0 2 0,-1 3-1,0 1 1,0 1 0,0 1 0,-1 1-1,1 0 20,2-11 1,-1 1-1,0 1 1,0 0 0,0 2-1,0 0 1,0 0 0,-1 0-1,1 0 1,0 1-1,1-1 0,-1 2 1,0 0-1,0 1 1,0 0 0,0 0-1,1 0 1,-1-1 0,0 1-1,1-1 1,-1-1-1,0-1-9,0 4 1,-1 0 0,1 0-1,-1-1 1,0 0 0,1-1-1,0-1 1,0-1 0,0-1-1,1-1-24,-1 11 0,-1-1 0,2-2 0,-1 0 0,1-2 0,0-2 0,0-1 0,1-2-41,-1 13 0,0-2 0,0-2 0,1-3 0,1-3 0,0-2-33,1-4 0,0-4 1,1-2-1,0-2 0,2-2-49,0 10 0,1-2 0,0-3 0,1-1-82,-1 16 0,-1-3 0,1-1 0,-1-3 0,1 0 0,-1-2 655,-1-8 1,1-2 0,-1-3 163,-4 17 1,-1-8-1,3-21 1,-1-8 491,-3 12 0,6-37 0,2-16 0,1-5 0,-2 3 0,-1 3-656,1-4 1,0-3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53.64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28248 0 24575,'43'0'0,"-9"0"0,-23 0 0,-4 0 0,6 0 0,14 0 0,12 0 0,21 0 0,16 0 0,9 0 0,4 0 0,-14 0 0,-23 0 0,-17 0 0,-17 0 0,-6 0 0,7 0 0,16 4 0,27 7 0,21 9 0,4 5 0,-15-2 0,-25-7 0,-21-6 0,-13-4 0,-1-2 0,3 2 0,12 1 0,17 1 0,15 0 0,3-3 0,-10 0 0,-17-3 0,-17 0 0,-11 2 0,-5 7 0,-2 2 0,0 20 0,0 21 0,0 24 0,-3 20 0,-2-4 0,-1-18 0,1-25 0,2-22 0,-2-10 0,1-4 0,-2 6 0,-4 11 0,-2 9 0,-2 3 0,4-7 0,3-12 0,3-11 0,-1-7 0,-5-4 0,-17-3 0,-27 0 0,6 0 0,-5 0 0,-20 0 0,-6 0 0,-16 0 0,-5 0-219,27 0 0,-2 0 1,-1 0 218,0 0 0,0 0 0,0 0 0,6 0 0,1 0 0,1 0 0,-24 1 0,5-2 0,11 1 0,3-2 0,8-1 0,2-1 0,0-3 0,0-1 0,-3-2 0,-2 0 0,-8-1 0,-3 0 0,-12 0 0,-2 2-14,23 4 1,-2 0 0,0 0 13,-6 1 0,0 1 0,-1 0 0,0 0 0,0 2 0,1-1 0,2 1 0,1 0 0,1 0 0,-26 1 0,3 0 0,12-1 0,3-1 0,10-1 0,2 1 0,7 0 0,0 0 0,-5-1 0,-1 1 0,-10-1 0,-3 0 0,-15 0 0,-3 0-209,27 0 1,-1 1 0,-1 0 208,0 1 0,-1-1 0,1 1 0,5 1 0,1 0 0,2 0 336,-24 0 1,5 0-337,13 0 0,5 0 0,12 0 0,3 0 0,-35 0 0,19 4 0,7 5 648,0 7-648,-10 10 0,-20 12 0,35-12 0,-3 2 0,-7 7 0,-3 1 0,-8 7 0,-1 0 0,3-2 0,1-2 0,10-6 0,4-2 0,11-7 0,3-4 0,-20 2 0,10-11 0,-10-6 0,-18-5 0,31 0 0,-5 0 0,-8-3 0,-3-2 0,-9-1 0,-2-1 0,-6-2 0,-2-1 0,-3-1 0,0 0 0,3 3 0,3 1 0,11 2 0,5 1 0,16 2 0,6 1 0,-7-1 0,32 0 0,28-6 0,26-7 0,29-10 0,34-7 0,-34 14 0,4 1 0,10-2 0,4 1 0,5 0 0,2 2 0,-1 1 0,-1 0 0,-10 3 0,-4 2 0,-15 3 0,-6 1 0,13-2 0,-25 3 0,5 3 0,45 1 0,-17 0 0,7 2 0,-11-1 0,3 0 0,2 0-228,9 0 0,2 0 0,1 0 228,-3 0 0,1 0 0,-2 0 0,-7 0 0,-1 0 0,-4 0 0,18-1 0,-7 2 0,-21 0 0,-7 2 0,14 6 0,-25 7 0,-17 8 0,-8-1 684,-4-1-684,-5-3 0,-3-4 0,-20 1 0,-41 1 0,-26-1 0,4-1 0,-12 0 0,-9 0 0,-5 1-141,28-5 1,-4 1-1,-4-1 1,-2 1-1,-3-1 1,-2 1-1,-2-1 42,14-1 1,-3-1 0,-2 1-1,-2 0 1,-1-1 0,-2 1-1,0-1 1,-2 1 0,1-1-1,-1 0 9,0 0 1,-1 0-1,-1-1 1,-1 1 0,0-1-1,-1 1 1,-1-1 0,0 0-1,1 0 1,-1 1-1,1-1 8,7-1 0,-1 0 0,1 0 0,-1 1 0,0-1 0,0 0 0,1 0 0,-1 0 0,0 0 0,0-1 0,1 1 0,0 0-8,-8 1 1,0-1-1,0 0 1,0 1 0,0-1-1,0 0 1,1 0 0,1 1-1,0-1 1,1-1-1,2 1-9,-2 0 1,2 0 0,-1 0-1,1-1 1,2 1 0,0-1-1,1 1 1,1-1 0,2 0-1,2-1-24,-7 1 0,2 0 0,1 0 0,1-1 0,2 0 0,2 0 0,1-1 0,1 1-41,-11-1 0,1 0 0,3 0 0,1-1 0,3 0 0,3-1-82,-22 1 0,5-1 0,3-1 0,4 0 0,13 0 0,4-1 0,1 0 0,0-1 0,0-1 0,0 0 0,1-1 0,-1-2 0,0-1 0,0-2 0,0 0 0,-1-1 0,-3-1 0,0-1 0,0-1 0,-1 1 132,-2-1 1,0-1 0,0 0 0,1 1 113,0 1 0,1 0 0,1 2 0,0 0 0,3 2 0,1 2 0,0 0 0,2 0 327,-17 1 1,2 0 0,3 1-1,11 1 1,4 1 0,4 0 163,-11 1 1,10 0 491,-8 0 0,48 0 0,49 6 0,58 13-492,-4 1 1,17 1-296,-24-7 1,10 0-1,7 0 1,3 0 0,1-1-102,0 0 1,4-1 0,3-1 0,2 0 0,1 0 0,1-2-96,-4 0 0,2-1 0,1 0 0,1-1 0,1-1 0,0 1 0,0-2-123,-12 0 0,1-1 0,1 0 0,0-1 0,-1 0 0,-1 0 0,-2-1 0,-2-1-41,12 0 0,-2-1 0,-2 0 0,-2-1 0,-2 0 0,-1-1-33,6 0 0,-1 0 1,-2 0-1,-3-1 0,-4-1-49,1 1 0,-3-2 0,-4 1 0,-4-1 83,2 0 0,-4-1 0,-5 0 163,12 0 0,-6 1 0,-6 3 0,-1 2 0,11-1 0,4 2 0,-14 2 0,3 1 0,2 0 327,14 3 1,3 1 0,2 2-130,-14-2 0,2 2 1,1 0-1,1 0 47,5 2 1,0 1 0,1 0 0,1-1-1,1-1 1,0-1 0,0 0 0,0 0-48,-2-1 0,-1-1 0,-1 0 0,0-1-198,-4-1 0,-1 0 0,-1-1 0,0-1-88,21 0 0,-2-1 1,-2-1 87,-9 0 0,-1 0 0,-2 0 0,-6-2 0,0 1 0,-3-1-67,24 0 1,-2 0 66,-5 0 0,0 0 0,0 0 0,1 0 0,0 0 0,1-2 0,2-1 0,0-1 0,-3-2 0,-1-1 0,-2-1 0,-1-1 0,-3 1 0,-1 0 0,-1 2 0,2 2 0,2-1 0,1 1 0,3 1 0,1-1 0,-1-1 0,1-1 0,0-1 0,-1-1 0,-4 0 0,-1-2 0,-4-1 0,0-2 491,-4 2 1,-1-1-382,-4-1 1,-1 0 380,0-1 1,0 0-95,2-2 0,2 1-397,3-1 0,2 0 0,7-1 0,3 0 0,-25 6 0,1-1 0,2 0 36,6 0 0,2-1 1,2 0-37,4 0 0,2-1 0,0 1 0,1 0 0,1 0 0,-1 0 0,1 1 0,1-1 0,-2 1 0,-5 0 0,0 2 0,-1-1 0,-3 1 0,-1 0 0,-1 0 2,-6 3 1,-2 0-1,-1 1-2,27 0 0,-4 1 0,-8 3 0,-3 0 0,-5 1 0,-2 2 0,-2-1 0,1 0 0,2 0 0,3 0 0,5 0 0,3 0 0,6 0 0,1 0 0,3-1 0,-2 2 0,-5 1 0,-3 3 427,-10 1 1,-4 2-428,-16 0 0,-6 2 158,15 10-158,-32-3 0,-19 7 0,-7 21 0,-4 34 0,-2-23 0,-1 5 0,-1 9 0,-2 1 0,-2 0 0,-1-3 0,0-11 0,0-5 0,-4 18 0,7-34 0,14-19 0,14-9 0,21-4 0,19-1 0,17-8 0,11-15 0,-43 4 0,-2-4 0,42-27 0,-20 3 0,-23 11 0,-19 10 0,-12 5 0,-6-7 0,0-6 0,2-12 0,1-9 0,-3-1 0,-2 2 0,-4 8 0,-2 8 0,0 6 0,-2 9 0,0 8 0,-37 32 0,-23 11 0,-18 10 0,9-7 0,-9 4 0,-9 3 0,-7 0 0,23-12 0,-5 1 0,-5 1 0,-3 1 0,-3 0 0,-1 0 0,-1-1 0,-1 0-99,9-3 1,-2 1 0,-2-1-1,-1 0 1,-1 1 0,0-1-1,-1-1 1,1 0 0,0 0-1,1-1-11,-7 1 1,0 0 0,-1 0 0,1-1-1,0 0 1,1-1 0,1-1 0,1 0-1,1-2-13,-1 1 0,0-1 0,1 0 0,1-2 0,1 0 0,3-1 0,4-2 0,3-1-74,-11 1 0,4-2 1,4-2-1,3-1 0,3 0-131,-21 1 0,6-1 0,5-2 0,12-2 0,4 0 0,6-2-164,-3-1 0,7-2 145,-18-3 347,7 0 0,19 0 0,-6 0 0,-29 1 0,-10-2 327,15 1 1,-6-2 0,-2-1-83,13 0 1,-3-1 0,-1-1 0,-1-2-1,-6 0 1,-1-3 0,-1 0 0,0-1-1,3-1 1,1-2 0,-1 0 0,1-1-131,-2-1 1,1-2 0,0 0 0,0 0-231,0-1 1,0 0 0,0-1 0,0 1 114,0 1 0,0 0 0,0 0 0,-2 1 0,-6 0 0,-1 0 0,-2 2 0,-1 1-197,18 4 0,-1 1 1,0 1-1,-2 1 0,-2 0 0,-8 1 0,-2 1 1,-2 1-1,-2 1 0,-1 0 33,7 0 0,-1 1 0,-2 1 0,-1 0 0,-1 0 0,0 0 23,8 0 1,0 1-1,0-1 1,-2 1-1,0 0 1,0 0-1,0 1 0,-2-1 1,-2 1-1,0 0 1,0 0-1,0 0 1,1 1-1,2 0-9,-8 0 0,0 0 0,1 1 0,1-1 1,2 1-1,2 0 44,8-1 0,1 1 0,1 0 0,1-1 0,3 1 0,1 0 106,-4 0 0,2 0 0,1 0 0,3 0 0,4-1 296,-27 0 0,5 0 0,6-1-296,17-1 0,4 0 0,7 0 491,4 0 1,10 0 491,1-1 0,49-1 0,96-4-738,-34 4 1,11 0 0,9 0 0,4 1-410,-3 0 0,7-1 0,3 1 0,5 0 0,3 0 0,1 1 62,-19-1 0,1 0 0,3 1 0,2-1 0,1 1 0,1-1 1,1 1-1,1 0 0,0-1 3,0 1 1,1 0 0,2 0-1,1 0 1,1 0 0,0 0-1,0 0 1,0 0 0,-1 0-1,-1 0 0,-2 0 1,1 0 0,-1 0-1,1 0 1,-1 0 0,-1 0-1,0 0 1,0 0 0,-2 0-1,0 0-11,2 0 1,0 0 0,0 0 0,-1 0-1,-2 0 1,0 0 0,-1 0 0,-3 0-1,-1 0-31,10 0 1,-2 0-1,-1 0 1,-2 0-1,-2 0 1,-4 0-1,-4 0-105,27 0 0,-7 0 0,-5 0 0,-7 0-82,-6 0 0,-7 0 0,-10 0 328,33 0 983,-64 1 0,-53 5-492,-41 3 1,-28 1-435,18 0 1,-11 1 0,-7 1-1,-8 1 1,-4 1-60,16-3 1,-4 0 0,-5 1 0,-4 1 0,-3 0 0,-3 0-1,-2 0 1,-2 2 0,-1-1 1,19-2 0,-2 1 0,-2-1 0,-1 1 0,-2 0 0,-1 1 0,-2-1 0,-1 1 0,-1 1 0,-1-1 0,-1 1 0,-1 1 0,0-1 0,-1 1-52,16-2 0,-1 0 0,-2 0 1,0 1-1,-1 0 0,-2 0 0,1 1 1,-2-1-1,1 1 0,-2 0 0,1 0 1,-1 1-1,0-1 0,0 0 0,0 1 1,0 0-1,1-1 0,-1 1 0,1-1 0,-1 1 0,-1 1 0,0-1 1,0 0-1,0 0 0,-1 1 0,1-1 1,-1 1-1,0 0 0,1 0 0,-1 0 1,1 0-1,-1 0 0,1 1 0,0-1 1,0 1-1,0-1 0,1 1 0,0 0-3,-3 1 0,0 0 1,0 0-1,0 0 0,1 0 1,-1 1-1,0-1 1,1 1-1,0 0 0,0 0 1,0 0-1,1 0 1,0 0-1,0 0 0,1 0 1,1 0-1,0 0 0,0 0-7,-4 1 1,0 1-1,0-1 1,0 1-1,1 0 1,0 0-1,0-1 1,1 1 0,1 0-1,0 0 1,1-1-1,1 0 1,1 1-1,1-2 1,1 1-1,1-1-20,-13 4 0,1-1 0,1 0 0,1-1 0,2 1 0,0-1 0,2 0 0,0 0 0,2-1 0,0 1 0,1-1 0,1 0-9,-7 1 0,1 0 1,1 0-1,1 0 0,0 0 1,3-1-1,1 0 0,2-1 1,2-1-1,3 0-15,-10 1 1,2 0 0,3 0 0,2-2 0,4 0 0,3-2 0,4 0 105,-20 3 0,6-2 0,6-2 0,6 0 327,1-1 1,7-1 0,9-2 655,-34 5 0,44-11 0,-9-8-492,8-3 1,-7-2-1,-30-5 1,-11-4-165,16 3 1,-4-2 0,-2-1-83,17 3 1,0 0 0,-1-1 0,0 1-1,-2-1 1,1 1 0,-1 0 0,1 0 81,-21-2 1,1 1 0,1 0-1,4 1 1,2 0 0,-1 1-126,1 1 1,1 0-1,1 0 125,8 1 1,1-1 0,2 1 163,-21-6 1,6 0-470,23 4 0,8-1-22,-11-10 0,43 6 0,21 0 983,36-12-798,13 5 0,11-1-185,3 1 0,7-1 0,5-1-246,-2 1 0,6 0 0,2-1 0,2-1 79,10-3 1,3 0 0,2-1 0,1 0-31,-14 5 0,2-1 1,1 0-1,0 0 0,0 0 0,1-1 0,1 0 1,0 0-1,1 1 0,-2 0 110,0 1 0,-1 0 0,0 1 0,0 0 0,-1 1-159,15-5 0,0 2 0,-1 0 0,-2 2 139,-7 3 1,-2 0-1,-1 2 1,-2 0 106,-4 3 0,-2 0 0,-1 1 0,-1 0-265,20-2 0,-2 0 1,1 2 264,1-1 0,0 2 0,1 1 0,-18 3 0,0 1 0,1 0 0,0 0 59,5 0 1,0 1 0,1 0 0,0 0-60,1-1 0,0 0 0,0 0 0,-1 0 0,-1 0 0,0 1 0,0-1 0,-3 1 327,16-3 1,-2 0 0,-4 1-87,-15 3 0,-4 0 0,-4 1 250,8-1 1,-10 2 46,-3 0-538,-119-1 0,-45-3 0,26-1 0,-6-1 0,-11-1-164,21 4 0,-8 0 0,-4-1 0,-3 1 0,-1-1 0,0 0 0,-5-1 0,-2 0 0,-1-1 0,-1 1 0,-2 0 0,0 1 23,9 2 1,-2 0-1,-1 0 1,-1 1-1,0 0 1,1 0-1,-1 2 0,1-1 1,0 1-1,-1 1 1,1 0-1,0 0 1,0 1-1,1 0 0,4 0 1,0 1-1,0 0 1,1 0-1,1 1 1,1 0-1,2 0-23,-5 1 0,2 0 0,1 0 0,1 0 0,1 0 0,0 0 43,-11 0 1,1 0 0,1 0 0,1 0-1,0 1 121,5 0 0,1 1 0,0 1 0,1 0 0,0 1 0,1 0 0,0 1 0,1 1 0,0 0 0,0 0-197,2 1 0,-1 1 1,1 0-1,1 1 0,0 0 169,-13 3 0,2 1 0,0 0 1,1 0 27,6-1 0,1 0 0,1 1 0,2-2 327,-15 3 1,4-2 0,2 0-1,11-2 1,2-2 0,5 0 163,-12-1 1,8-2-1,20-4 1,4-1 491,-36 0-492,35 0 1,-5 0-1,-22 0 1,-8 0-165,5 0 1,-6 0 0,-4 0-321,9 0 0,-3 0 0,-2 0 0,-2 0-7,-6 0 0,-2 0 0,-2 0 0,1 0 0,19 1 0,-2 1 0,1-1 0,1 2 0,1 0 0,-14 1 0,1 1 0,2 0 0,3 2-44,8 0 0,1 1 1,2 0-1,4 1 44,-11 3 0,5 0 0,5 0 0,-9 1 0,10-1 0,-16 2 0,48-9 0,20-2 983,-1 2 0,-12 0 0,-9 1-950,-5-1-33,2-3 0,8-13 0,9-19 0,12-20 0,10-21 0,5-12 0,2-11 0,0 44 0,0-1 0,1 1 0,1 0 0,4-41 0,5 17 0,6 17 0,-1 17 0,-4 14 0,-22 10 0,-52 10 0,0 3 0,-11 3 0,-5 7 0,-8 5 0,-3 2-246,14-1 0,-2 2 0,0 2 0,2 0 176,-20 7 0,3 2 0,5 1 70,16-2 0,4 0 0,9 0 0,-20 15 0,52-22 0,16-6 0,4 6 0,-5 17 0,-6 27 983,-3 20-772,3 11-211,7 4 0,8 2 0,1-46 0,2 1 0,0 7 0,1 2 0,2 9 0,1 3 0,1 9 0,2 4 0,0-16 0,1 3 0,0 2-328,2 14 0,1 2 0,1 6 82,-1-7 0,1 4 0,1 4 0,1 3 82,-2-19 0,1 2 0,1 2 0,1 2 0,1 2 0,0 1 23,1-2 1,0 3-1,2 1 1,-1 1-1,2 1 1,0 0-1,0 0 18,-2-11 0,1 1 0,1 1 0,-1 0 0,1-1 0,1 0 0,-1-1 0,1-1-18,1 7 1,2-1-1,-1 0 1,1-1-1,0-2 1,-1-3-1,0-1-56,5 14 0,-1-1 1,0-4-1,0-4 0,-2-6 51,5 14 0,-1-7 0,-2-10 146,1 3 0,-3-14 0,2-8 983,1-35-507,27-12-476,-2-8 0,10-2 0,22-1 0,9 0 327,-13-1 1,4-1 0,3-2-83,-10-4 1,1-1 0,3-4 0,3-2-443,-4-4 0,2-1 1,2-4-1,3-2 0,1-3 143,-12 2 1,2-1 0,2-3 0,1-1 0,1-2 0,1-2 0,1 0-70,0-2 0,1-1 0,1-2 0,1-1 0,0-1 0,2-2 0,0 0 0,1 0 24,-11 4 1,1-1 0,1 0-1,0-1 1,1-1 0,0-1-1,0 1 1,1-2 0,-1 1-1,1-1 9,-5 2 1,0-1-1,0 0 1,1 0 0,0-1-1,-1 0 1,1-1 0,-1 1-1,1-1 1,-2 0-1,0 0-9,7-3 1,-1-1 0,1-1-1,-1 1 1,-1-1 0,1 0-1,-2 1 1,0-1 0,-1 1-1,-1 1-11,1-2 1,-1 0 0,0 0 0,0 1-1,-2 0 1,-1 0 0,-1 1 0,0 0-1,-2 1-31,10-6 1,-1 0-1,-1 1 1,-2 1-1,-1 0 1,-2 2-1,-3 1-56,14-9 0,-3 3 1,-2 0-1,-3 3 0,-3 1-49,3-2 0,-2 3 0,-4 1 0,-1 2 237,12-8 1,-3 2-1,-6 2 336,-15 10 1,-5 2 0,-1 0 163,18-11 1,-3 0-1,-3 1 1,2-2-317,8-7 1,4-1 151,-21 13 1,2-1 0,2 0-1,10-7 1,3-1 0,3-1-83,-12 10 1,2 0 0,2-1 0,1 1-1,6-2 1,2 1 0,1 1 0,2 0-50,-11 7 1,1 0-1,1 1 1,2 1 0,2 1-394,6-1 0,2 1 1,2 2-1,2 0 0,1 3 164,-10 4 0,1 1 0,1 2 0,1 1 0,2 0 1,0 2-132,6 0 0,0 1 0,2 1 0,1 2 0,1 0 0,0 2 23,-9 3 1,2 1-1,0 0 1,1 2-1,0 1 1,1 0-1,0 0 0,3 1 1,1 1-1,0 0 1,1 1-1,0 1 1,0 0-1,1 1 18,-10-1 0,1 1 0,0 0 0,0 1 0,1 0 0,0 1 0,0 1 0,0 1 0,3 1 0,1 0 0,-1 2 0,1 0 0,0 1 0,0 1 0,-1 1 0,1 1 0,0 0 0,0 1 0,0 1 0,1 1 0,-1 1 0,-1 1 0,1 0 0,-1 1 0,0 0 0,0 2 0,-1 0 0,1 1 0,-1 1 0,-1 0 0,0 0 0,-2 0 118,7 3 0,-1 0 0,-1 1 0,0 0 0,-1 0 0,0-1 0,-1-2-12,-2-1 0,0 0 0,-1-1 0,0-1 0,-1 0 0,-1-2 0,-2 0 17,4 0 0,-1-1 0,-2-1 0,-1-1 0,-1-2 0,0 0 183,8-1 1,-2-1 0,0-2 0,-2-1 0,-1 0-184,14-1 0,-1-1 0,-3-1 0,-3-1 245,-16-1 1,-3-1 0,-2 0 0,1-1 81,25-1 1,-1 0 0,-1-2-300,-5 1 0,-1-1 0,2-1-28,-17 2 0,2 0 0,0 0 0,0 0 0,-1 0 0,1 0 0,-1 0 0,2 1 0,3 1 0,1 0 0,0 0 0,-1 2 0,-5 1 0,-1 0 0,0 2 0,-2 2 0,15 4 0,-1 3 0,-3 6 0,0 5 0,-2 6 0,-4 6 0,-8 7 0,-4 6 0,-3 4 327,-3 1 1,-3 4 0,-4 4-1,-5 5 1,-4 3 0,-7 3-1,-6 0 1,-5 3 0,-7 2-250,-5 4 0,-7 1 0,-8 3 167,-8-12 1,-7 1 0,-5 2 0,-6-1-152,-9 8 1,-7-1 0,-6 1-1,-5-1-243,2-10 1,-5 1 0,-3-1 0,-4-1-1,-1-2 149,5-10 0,-2-1 0,-1 0 0,-3-2 0,0-2 0,0-2 0,-11 6 0,0-1 0,-2-3 0,-2-3 0,0-4 0,-1-3 0,-2-4 0,-1-3 0,-1-3 0,-1-3 0,-4-3 0,0-4 0,-2-2 0,-1-3 0,0-1 0,0-1 0,0-3 0,-1-2 0,-1-1 0,1-1 0,-2-2 0,0 0 0,0-2 0,-1 0 0,1-1 0,0 0 0,-1-1 0,1 0 0,1-1 0,0 1-187,7-1 0,1-1 0,0 0 1,0 1-1,1-1 187,-1 1 0,0 0 0,0 1 0,1-1 0,1 0-114,-12 2 0,1-1 0,2 1 0,3-2 114,-12 1 0,4 0 0,4-2 327,16 0 1,4-1 0,6-1-114,-1-1 0,9 0 769,-8-2 0,46-8 0,17-33-492,15-3 1,10-10-165,5-1 1,7-7 0,6-2-574,2 0 0,5-3 0,4-1 0,4 0 241,-1 5 0,4 0 1,3-1-1,2 1 1,2 0-160,-4 8 0,2-1 0,2 1 0,1 0 0,2 2 0,0 0 0,3 2 0,2 0 0,0 1 0,1 1 0,1 2 0,-1 2-33,12-5 0,0 2 1,0 2-1,0 2 0,-1 3 0,-6 4 0,0 2 1,0 2-1,-2 3 0,-2 1 124,5 1 0,-2 2 0,-2 3 0,-5 3 73,4 1 0,-5 4 0,-5 2 0,8 0 0,-11 5 983,0 5-82,-38 9 82,-17 9 0,-20 25 0,-32 46-492,12-22 1,-3 3-55,-5 10 1,0-1-438,3-6 0,4-3 0,11-17 0,5-5 0,-1 7 0,16-29 0,8-12 0,-20-10 0,3 0 0,-8-2 0,10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36.5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2057 2590 24575,'23'-30'0,"-78"86"0,13-17 0,-6 6 0,-6 7 0,-8 7 0,-1 0 0,-3 2 0,-2-1 0,0 0 0,-2 0 0,-1-1 0,1-1 0,1-3 0,1 0 0,1-5 0,8-7 0,2-2 0,1-6 0,-13 4 0,2-9 0,1-10 0,-1-8 0,-2-7 0,-2-4 0,-12 1 0,-1-1 0,1-1 0,4 0 0,14 0 0,7 0 0,-16 1 0,43 5 0,41 30 0,19 16 0,11 11 0,1-1 0,6 6 0,4 2-246,-5-8 0,3 2 0,3 0 0,2 0 36,6 5 0,2 0 0,3-2 0,0-3 210,-1-5 0,1-3 0,2-4 0,2-3 0,3-6 0,3-3 0,2-4 0,1-4 0,2-2 0,3-5 0,1-3 0,1-3 0,4-3 0,1-4 0,2-3 0,1-4-197,-14-3 0,2-2 1,0-3-1,1-3 0,-1-2 0,3-5 0,0-2 1,0-4-1,0-2 0,0-3 0,7-5 0,0-4 1,0-3-1,0-3 0,0-3 33,-12 3 0,1-3 0,-1-2 0,0-2 0,0 0 0,1-2 0,2-2 0,1-2 0,0-1 0,-1-1 0,0 1 0,-1-1 120,-4 3 0,0-1 1,-1 0-1,0 1 1,-1 0-1,-1 0 44,10-6 0,-1 1 0,-1 0 0,-2 2 0,0 1-197,-8 6 0,-1 1 1,-1 1-1,0 2 0,-1 1 99,9-4 1,0 2 0,-1 2 0,1 1 97,-2 2 0,0 1 0,1 2 0,-1 2 60,-1 1 1,1 3-1,-1 0 1,0 2-61,-1 0 0,-1 2 0,0 0 0,-1 1 0,22-6 0,0 2 0,-1 1 0,-2 0 0,0 0 0,-3 1 327,-12 4 1,-2 0 0,-4 1 43,18-3 0,-9 2 120,-26 6 1,-8 4 491,-6 5 0,-49 17 0,-62 27-520,-2 0 0,-11 6-463,5-3 0,-7 4 0,-4 3-246,9-5 0,-3 3 0,-2 2 0,-1 1 201,12-5 0,-1 1 0,-2 1 0,1 0 0,1 1 45,0 0 0,-1 1 0,1 0 0,1 0 0,2 0 0,-12 9 0,3 0 0,2 1 0,3-2-200,9-5 0,2 0 0,3 0 0,3-2 200,-7 8 0,4-1 0,4-2 0,-11 14 0,7-3 0,14-12 0,7-4 0,-8 21 0,28-19 983,14-9 0,6-1 0,6 2-369,10 1-614,18-3 0,21-5 0,26-4 0,-21-16 0,7-3 0,21-1 0,9-4-328,-10-4 0,7-2 0,3-6 116,-9-3 0,3-3 1,1-4-1,3-4 15,-10-2 0,2-3 1,1-3-1,1-3 0,1-4 33,-7 1 0,1-4 0,0-2 0,1-2 0,-1-3 0,0-1 23,-7 3 1,-1-2-1,0-2 1,0-2-1,0 0 1,-1-1-1,1 1 0,0-2 1,0-1-1,0-1 1,-1 0-1,0 0 1,-1 0-1,-1 1-23,6-6 0,-1 0 0,-1 0 0,-1 1 0,-2 0 0,-2 2-33,2-3 0,-1 0 1,-2 2-1,-2 1 0,-4 3-131,19-17 0,-6 4 0,-7 5 684,2-3 1,-10 9-357,7-5 983,-57 37 0,-69 22-696,-13 15 1,-15 9-288,2 2 0,-8 5 0,-6 4 100,22-6 0,-4 2 0,-3 3 0,-1 2 0,-1 2-100,3-1 0,-1 3 0,-2 1 0,0 2 0,-1 1 0,1-1 0,-1 2 0,-1 1 0,-1 0 0,2 2 0,0 0 0,1 0 0,2 1 0,0 0 0,1 1 0,1 1 0,2-1 0,2 1 0,-4 4 0,1 0 0,2 0 0,3 0 0,4-1 78,-4 5 0,5 0 0,3-1 1,4-1-79,-5 8 0,5-1 0,8-3 0,-2 8 0,13-3 0,17-16 0,9-1 0,4 30 0,13 12 491,8-37 1,6 1-1,8 9 1,5 0-1,8 2 1,6-2-1,5-7 1,6-5-132,11-7 0,8-9-360,20-8 0,9-12-328,-13-13 0,5-7 0,5-7 82,-6-5 0,5-7 0,3-4 0,1-5 82,-21 4 0,1-4 0,2-2 0,0-2 0,1-3 0,0-1 23,-3 0 1,-1-3-1,2-1 1,0-2-1,0-2 1,0-1-1,-1-1 18,-5 4 0,0-3 0,0 0 0,1-2 0,-2 0 0,1-1 0,-2 0 0,-1 1-18,7-7 1,0-1-1,-2 0 1,0-1-1,-2 1 1,-1-1-1,-1 1-23,5-6 0,-2 0 0,-1 0 0,-2 1 0,-2 0 0,-3 1-33,2-3 0,-2 1 1,-2 1-1,-3 1 0,-4 3-131,14-18 0,-5 3 0,-6 4 243,7-7 0,-12 7 85,-2-8 983,-34 40 0,-15 21 0,-15 11 0,-35 3-492,-1 3 1,-10 2-1,-24 5 1,-10 7-165,8 5 1,-6 7 0,-3 5-445,11 0 1,-3 4 0,-2 4-1,0 2 117,11-2 0,-2 3 0,0 2 0,0 1 0,0 1 0,0 2 0,0 0 0,0 2 0,1 0 0,2 0 0,4-1 0,1 1 0,1 0 0,2 0 0,2 0-246,-8 7 0,3 0 0,2 0 0,3 0 209,-7 10 0,4 0 1,5-1 36,12-9 0,3-1 0,6-2 0,-2 9 0,10-2 0,12-10 0,7-1 0,3 46 491,8-40 1,4 3-1,6 8 1,5 2-1,6 1 1,5-2-114,5-6 0,8-7-378,9-9 0,9-9 0,13-9 0,10-11 0,-6-10 0,6-7 0,5-6-246,-1-4 0,4-5 0,4-5 0,2-5 49,-4-1 0,4-5 1,1-3-1,1-3 0,2-3 56,-19 7 1,1-2-1,1-1 1,0-2-1,1-2 1,0 0-1,0-2 0,5-5 1,2-1-1,-1-2 1,0-1-1,1-1 1,-1-1-1,-1-1 18,-9 5 0,0-1 0,0-1 0,0 0 0,-1-1 0,-1 0 0,0 0 0,-2 0-18,6-4 1,-1-1-1,-1 1 1,-1-1-1,-1 0 1,-2 0-1,-2 0-23,5-5 0,-1 0 0,-2-1 0,-2 1 0,-2 0 0,-3 2-33,1-4 0,-2 1 1,-3 0-1,-3 2 0,-3 1-49,0-2 0,-3 1 0,-4 2 0,-2 1 103,4-8 1,-4 3-1,-5 2 634,0-6 1,-8 5 419,-2-26 72,-47 23 0,-68 14-492,5 31 1,-14 7-165,10 5 1,-7 2 0,-3 5-102,14 4 0,-3 2 0,-1 4 1,0 3-227,-4 6 0,-1 4 0,1 4 0,3 4 0,4 2 0,2 4 0,3 4 0,3 5 0,4 3 0,3 5 0,4 3 0,2 2-88,7-2 1,4 3-1,2 1 1,4 1 87,-7 18 0,6 2 0,5 1 0,3 0 0,5 1 0,4 0 0,8-5 0,4 0 0,3-1-103,3-1 1,3 0 0,2-2 102,3 28 0,6-3 0,4-8 0,6-4 0,4-8 0,7-5 0,2-15 0,5-5 491,0-10 1,4-6-114,3-6 0,5-6 113,9-6 1,7-6-427,19-1 0,7-8-65,-14-7 0,3-5 0,3-5-246,-9-2 0,2-4 0,2-3 0,0-4 66,13-8 1,2-4 0,1-5 0,2-3-18,-9 0 0,1-3 1,1-3-1,2-3 0,-1-1 56,-16 10 1,0-1-1,0-2 1,1-1-1,1-1 1,-1-1-1,1-1 0,5-4 1,0-2-1,1-1 1,0-1-1,0-2 1,-1 0-1,0-1 18,-7 6 0,0-2 0,1 0 0,-2-1 0,1-1 0,-1 0 0,0-1 0,-1 0 0,0-1 0,0-1 0,0 0 0,-1-1 0,-1 0 0,0 0 0,-1-1 0,-1 1 0,-3 2 0,0-1 0,0-1 0,-1 1 0,-1 0 0,-1 0 0,-1 0 0,-1 1-18,2-3 1,-1 0-1,-1 0 1,0 1-1,-2 0 1,-2 2-1,-1 0-56,11-12 0,-3 0 1,-1 1-1,-3 4 0,-2 2 122,-1 0 1,-3 3 0,-2 3 0,-4 5 74,16-25 0,-10 11 983,4-11 0,-74 76-706,-24 35 1,-11 22-278,-5 4 0,-5 9 0,-3 7 196,14-12 1,-1 5-1,-1 4 1,-1 3 0,0 2-157,4 0 0,-2 2 0,1 4 0,0 1 0,1 3 0,2 0-166,5-5 1,0 1-1,1 2 1,0 2-1,2-1 1,1 1-1,2-1 126,-3 10 0,1 1 0,1 1 0,3-1 0,1-1 0,4-2 0,-1 8 0,2-1 0,3-1 0,4-2 0,2-5-35,3 1 1,2-2-1,5-5 1,5-5 34,2-3 0,6-6 0,10-5 0,21 9 0,18-14 0,27-20 0,14-15 0,-12-10 0,6-6 0,3-4 245,-13-5 1,2-3 0,2-2 0,-1-4-51,0-2 1,0-3-1,-1-2 1,0-3-196,-4-1 0,0-3 0,-2-3 0,0-3 0,1-3 0,-1-3 0,0-3 0,-3-1 0,-2-1 0,-2-3 0,-1-1 0,-1-3 0,-2-3 0,0-3 0,-3-2 0,-2 0 0,14-18 0,-4-3 0,-4 1 327,-12 7 1,-3 1 0,-4 1 163,10-20 1,-6 5-1,-13 22 1,-5 5 491,7-29-922,-18 11-61,-11-9 491,-3 27 1,-2-3-287,2-9 0,-2-2-30,0-2 0,-1 2-175,-1 7 0,-1 5 0,-3-21 0,-1 34 0,1 23 0,1 11 0,-7 2 0,-16 2 0,-47 3 0,6 11 0,-12 10 0,2 9 0,-7 9 0,-4 9-197,20-5 0,-2 6 1,-2 4-1,-2 5 0,1 4 56,11-6 1,-2 4-1,0 3 1,0 2-1,0 3 1,0 0-1,1 1 18,5-4 0,0 2 0,0 1 0,0 1 0,0 1 0,2 1 0,0 0 0,1-1-18,-6 10 1,0 1-1,1 1 1,2 0-1,0 0 1,2-2-1,2-1-23,-1 3 0,1-1 0,1 0 0,2-3 0,3-1 0,3-3-82,-6 11 0,4-3 0,3-4 0,5-5-82,1-1 0,6-5 0,4-7-656,-11 30 545,33-49 1422,7-12 0,11 2 0,12 3 0,16 2 0,36-6-492,-14-16 1,8-4-165,-1-3 1,7-4 0,4-4-574,3-4 0,4-3 0,5-4 0,2-2 129,0-2 0,3-4 1,2-1-1,3-4 0,1-1-24,-18 3 1,1-1-1,2-2 1,1-2-1,1 0 1,0-2-1,-1-1 18,-4 1 0,1-1 0,1-1 0,-1-1 0,1-1 0,0-1 0,-1-1 0,0 0 0,1-1 0,0-2 0,0 0 0,0 0 0,-1-2 0,0 0 0,-1-2 0,-1 1 0,-1-1 0,-2-1 0,0-1 0,0 0 0,-2-1 0,0 0 0,-1-2 0,-2 0 65,8-8 1,-1 0 0,-2-1 0,-1-1 0,-1-1-1,-1-2 1,-1 0-84,-3-2 1,0 0-1,-1-2 1,-2-1-1,-1-1 1,-1 1-1,-2-1 0,-4 4 1,-1-1-1,-1 0 1,-1-1-1,-2 1 1,0 0-1,-1 1-23,5-7 0,-1 0 0,-1 0 0,-1 1 0,-1 2 0,-2 1-33,4-3 0,-1 1 1,-2 2-1,-1 2 0,-2 4 436,1 1 0,-3 4 0,-1 2 0,-1 5-239,4-3 0,-3 4 0,-3 6 491,0 3 1,-5 7 491,2 2 0,-24 23 0,-12 15 0,-9 33-492,-7 13 1,-3 13-165,-3 8 1,-1 10 0,-1 7-391,3-16 0,0 6 0,-1 3 0,0 3 0,-1 3 63,0 1 0,0 5 0,-2 2 0,1 1 0,0 2 0,1-1 0,1-11 0,1 1 0,0 1 0,0-1 0,0 1 0,0 0 0,0-1 0,1-1 0,-1 0 0,1 0 0,0 0 0,0-1 0,1-2 0,-1-2 0,-3 21 0,0-2 0,1-2 0,0-4 0,1-4-142,0-3 1,1-3 0,1-5 0,0-4 141,0 4 0,-1-5 0,3-8 0,1-6 0,3-8 0,1 8 0,6-25 0,0-9 983,0-7 0,1-7 0,9-5 0,12-4-601,23-4-382,25 0 0,25-12 0,-38-3 0,0-6 0,5-9 0,-2-6 0,4-12 0,-3-7 0,0-9 0,-4-5 0,-1-6 0,-4-2 0,-4-1 0,-4-1 0,-6 9 0,-3 2 0,-7 13 0,-2 4 0,9-24 0,-11 24 0,-10 15 0,-3 10 0,-6 9 0,-2 6 0,3-5 0,3-11 0,7-17 0,6-14 0,7-8 0,5-1 0,1 8 0,-1 9 0,-5 16 0,-6 8 0,-5 8 0,-6 5 0,-4 5 0,-3 4 0,-2 28 0,6 14 0,9 39 0,-2-26 0,4 3 0,6 8 0,4 3 0,4 4 0,1 1 0,1 2 0,1-4 0,-7-13 0,-1-3 0,9 19 0,-19-31 0,-12-24 0,0 1 0,4 14 0,8 18 0,4 13 0,1 2 0,-4-17 0,-7-16 0,-7-15 0,-5-6 0,-1-4 0,0 5 0,0 3 0,0 12 0,0 3 0,0 1 0,0-5 0,0-8 0,3-2 0,6 9 0,7 13 0,5 11 0,0 0 0,-3-6 0,-6-15 0,-4-9 0,-3-6 0,-3 0 0,0 6 0,2 3 0,1 1 0,2-7 0,1-3 0,-1-1 0,2-1 0,2 4 0,2 0 0,-1 1 0,-4-2 0,-5-3 0,-23-26 0,0 0 0,-25-22 0,3 9 0,-6-3 0,-3-3 0,-1-2 0,7 3 0,8 4 0,16 9 0,11 4 0,7 3 0,3-3 0,-1-9 0,1-17 0,0-15 0,0-6 0,0 2 0,0 13 0,0 9 0,0 9 0,0 1 0,0-1 0,0-2 0,0-5 0,0 1 0,0 5 0,0 4 0,0 5 0,0 0 0,0 1 0,0 4 0,0 3 0,0-1 0,0-2 0,3-9 0,4-7 0,1 3 0,1 1 0,-3 11 0,-3 4 0,-1-4 0,-2-2 0,0-11 0,2-3 0,1 3 0,0 2 0,1 9 0,0-2 0,0-2 0,2-6 0,2-3 0,-2 1 0,1 4 0,-2 13 0,-3 13 0,-1 29 0,-1-12 0,0 12 0,-5-63 0,-2-15 0,-2-11 0,-4-27 0,-1-6 0,-2 1 0,1 1 0,1 9 0,2 9 0,-4 2 0,7 37 0,4 14 0,-2-1 0,-3-7 0,-4-4 0,0 3 0,2 9 0,6 9 0,8 2 0,12-6 0,16-12 0,19-19 0,11-10 0,-23 23 0,0-1 0,31-30 0,-12 18 0,-15 16 0,-20 22 0,-3 7 0,3 3 0,22 1 0,29 0 0,-23-1 0,4-2 0,7 0 0,2-2 0,-5-1 0,-1 0 0,34-8 0,-31 3 0,-29 3 0,-14 4 0,-6 3 0,-1 1 0,8 0 0,12 0 0,11 0 0,7 0 0,-3 0 0,-4 0 0,-8 0 0,-6 0 0,-5 0 0,-5 1 0,0 4 0,2 5 0,6 7 0,12 10 0,17 7 0,13 6 0,2-2 0,-11-9 0,-18-10 0,-18-8 0,-11-3 0,-6-3 0,-1 8 0,2-1 0,4 5 0,1 2 0,3 3 0,2 1 0,-2-1 0,0-5 0,-5-6 0,-4-3 0,1 1 0,2-1 0,4 8 0,6 4 0,-2 3 0,-2-1 0,-5-5 0,-4-4 0,-2 0 0,-2 1 0,0 0 0,0-1 0,0-3 0,0-2 0,0 1 0,0 0 0,0 2 0,0-2 0,0 0 0,0 1 0,0-2 0,0 3 0,0 4 0,0 5 0,0 3 0,0 2 0,0-2 0,0-4 0,0 0 0,0-4 0,0-1 0,0-3 0,0-3 0,0-2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46.96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19771 11464 24575,'-73'1'0,"0"0"0,0 1 0,-12-1 0,-2 0 0,-2 0 0,14-1 0,-3 0 0,-1 0 0,1 0-246,-4 0 0,-1 0 0,1 0 0,2 0 67,-15 0 1,3 0 0,4 0 178,14 0 0,3 0 0,3 0 246,-11-1 1,9 2-247,-4 4 252,17 24-252,-7 33 0,21-12 0,-4 7 0,-13 17 0,-2 6-188,19-23 1,-1 2 0,1 0 187,-1 2 0,0 1 0,2-2 0,-13 20 0,6-4 376,15-18 0,4-4-376,-5 17 0,25-35 0,14-20 0,18-7 0,30-2 584,35 0-584,-25-2 0,5 0 0,11-1 0,5 0 0,7 0 0,1-1 0,2 0 0,-1-1 0,-5-1 0,-2 0 0,-9-1 0,-3-1 0,-8-1 0,-3-2 0,-8-1 0,-1-2 0,-3-2 0,1-1 0,6-3 0,2 1 0,9-1 0,5 1 0,15 2 0,5 1 0,-25 4 0,2 1 0,0 1 0,1 1 0,1 1 0,-2 0 0,28 1 0,-4 0 0,-21 0 0,-6 1 0,25 3 0,-45 3 0,-23 4 0,-7 7 0,11 14 0,24 19 0,-11-18 0,6-1 0,14 3 0,4-3 0,8-4 0,2-4 0,2-6 0,-1-4 0,-11-5 0,-4-4 0,29-6 0,-41-16 0,-29-12 0,-15-13 0,-22-9 0,-22-13 0,-21-12 0,25 36 0,1 0 0,-26-36 0,17 11 0,21 13 0,18 0 0,42-6 0,8 23 0,11 3 0,20-3 0,10 4 0,-16 12 0,3 3 0,2 2 0,2 2 0,0 3 0,-1 2 0,23 1 0,-5 3 0,-20 2 0,-9 2 0,7 5 0,-48 7 0,-20 8 0,-9 5 0,-9 5 0,-11 1 0,-6-1 0,2-5 0,7-8 0,10-6 0,5-2 0,5-2 0,1 1 0,0 7 0,0 8 0,-13 17 0,-42 20 0,3-27 0,-15 1 0,-10-1-197,1-4 0,-10 0 1,-8-1-1,-6 0 0,-4-1 87,25-8 1,-4-1 0,-3 0 0,-3-1-1,-2 0 1,-3 0 0,-2-1 0,-1-1-1,-1 0 28,7-3 0,-1 0 0,-3 0 0,-1-1 0,-1 0 0,-3 0 0,0-1 0,-1-1 0,-2 0 0,0-1 0,0 0 0,-1 0 16,12-2 0,-2 0 1,0-1-1,-1 0 1,-2 0-1,1-1 1,-2 0-1,1 0 1,-2-1-1,1 0 1,-1-1-1,1 0 1,-1 0-1,1-1 0,0 0 4,5-1 1,-1 0-1,-1-1 1,1 0-1,-1-1 1,1 0-1,-1 0 1,0-1 0,0 0-1,0 0 1,0 0-1,1-1 1,-1 0-1,1 0 1,0-1-1,1 1-4,-5-1 0,0-1 1,1 0-1,-1 0 1,0 0-1,1-1 1,-1 0-1,1 0 1,1 0-1,-1-1 1,1 1-1,0-1 1,1 0-1,1-1 0,-1 1-5,0 0 1,0-1 0,0-1 0,0 1-1,1-1 1,0 0 0,0 0 0,1 0 0,1 0-1,0 0 1,1 0 0,2 0 0,0-1-1,1 1-19,-11-1 1,2-1-1,0 1 1,2-1 0,0 0-1,2 0 1,0 0 0,2 1-1,0 0 1,2 0-1,0 2-20,-5-1 1,0 0 0,2 1 0,0 1-1,2-1 1,2 1 0,1 1 0,2 0-1,3 0-54,-18 0 0,3 0 0,2 1 0,4 0 0,4 2 0,3 0-82,-8 1 0,5 2 0,4 1 0,4-1-82,-4 0 0,5-1 0,7 2 819,1 0 1,11 1 461,-8 3 30,38 5 0,18 2 0,9-1 0,3 5 0,29 17-492,11 0 1,12 4-165,3-2 1,7 1 0,7 1-219,1-2 1,6-1 0,5 0 0,2-1-110,-4-4 0,3-1 0,2-1 0,3-1 0,1-3-164,-8-3 0,3-2 0,1-2 0,1 0 0,0-2 0,1-1 0,5 0 0,1-2 0,1-2 0,0 0 0,0-1 0,-1-1 0,-4-2 0,1 0 0,-1-1 0,-1-1 0,-1-1 0,-1 0-33,10 0 0,0-1 1,-2 0-1,-3-1 0,-2-1 18,4 0 0,-3 0 1,-3-1-1,-6-1 179,0 0 0,-6-1 0,-6 0 0,2-1 0,-12-1 983,-7-4-76,-42 8-416,-51 1 1,-31 2-1,-18 1 1,-15 2-296,31-1 1,-8 1-1,-6 1 1,-4-1 0,-2 0-338,11 0 1,-3-1-1,-2 1 1,-2-1-1,-2 1 1,0-1-1,-2 0 18,4 0 0,-2 0 0,-2 0 0,0 0 0,-1 0 0,0-1 0,1 1 0,1-1 6,3 0 0,0 0 0,-1 0 0,1 0 0,1-1 0,0 1 0,2-1 0,2 0-47,-18-1 0,2 0 0,1 0 0,3 0 0,2 0 0,5 0-33,3 0 0,3 0 1,3 0-1,3 0 0,2 0 14,-27 0 0,5 0 1,3 0 182,10 0 0,4 0 0,3 0-23,-20 0 1,4 0 22,8 0 0,1 0 0,-6 0 0,-2 0 0,26 0 0,-1 0 0,-1 0 327,-4 0 1,-1 0 0,-2 0-1,-8 0 1,-1 0 0,-2 0-1,-7 0 1,-1 0 0,-2 0-83,19 0 1,-2 0 0,0 0 0,-1 0-16,-5 0 1,-1 0 0,-1 0-1,2 0-230,4 0 0,1 0 0,1 0 0,0 0 0,-20 0 0,0 0 0,2 0-49,6 0 1,0 0-1,3 0 49,6 0 0,3 0 0,-1 0 0,2 0 0,1 0 0,1 0 30,-24 0 1,5 0-31,16 0 0,4 0 338,12 0 1,3 0-339,5 0 0,0 0 491,-5 0 1,-1 0-267,-6 0 0,-2 0-225,-13 0 0,-3 0 0,-10 0 0,-4 0 66,27 0 1,-1 0 0,-2 0-67,-2 0 0,-2 0 0,1 0 0,3-1 0,1-1 0,2 0 0,-27-1 0,6-2 0,18-1 0,7 0 0,15-1 0,4-1 0,-28-5 0,0-2 0,20 5 0,-8 1 0,-20-2 0,-8 0-9,23 3 1,-3 1 0,-2 0 8,-8 1 0,-1 1 0,1 1 0,5 0 0,1 1 0,3 0 0,-22 0 0,6 0 0,18 1 0,9 0 0,-12-3 0,41 0 0,16 4 0,2-1 775,-13 2-775,-19 0 0,-22 0 0,-14 0 0,0 0 0,11 0 0,17 0 0,19-2 0,16-1 0,10-5 0,6-4 0,2-10 0,-3-18 0,-3-30 0,3 18 0,1-5 0,-4-17 0,1-4 0,-1-16 0,-1-4-254,4 25 1,0-1-1,0-2 254,0-3 0,0 0 0,0 0 0,0 1 0,1 1 0,-2 0 0,0 4 0,-1 1 0,-2 1-103,-6-26 0,-5 2 103,-6 4 0,-7 0 0,6 27 0,-3 1 0,-4-1-328,-7-5 0,-4 0 0,-3 0 319,-6-4 0,-3 1 1,-2 0 8,-5-2 0,-2 1 0,0 3 0,1 5 0,0 3 0,1 4 0,11 10 0,2 2 0,2 5 0,-9-4 0,6 8 0,-7 5 713,35 28-713,16 31 203,7 41-203,3-14 0,0 4 491,0 10 1,0 0-453,0-4 0,0-3-39,0 29 0,2-34 0,2-22 0,2-9 0,3 0 0,-1 2 0,0 7 0,2 11 0,2 14 0,2 17 0,-5-28 0,0 3 0,-1 5 0,-1 2 0,1 5 0,0 1 0,0 2 0,1 1 0,-1 4 0,2 3 0,3 9 0,5 4 0,0-17 0,4 2 0,4 3-328,11 13 0,6 3 0,4 0 164,-6-20 1,2 0 0,2-1 0,3-2 163,2-2 0,3-1 0,1-3 0,4-3 0,0-6 0,2-3 0,3-4 0,2-5 0,1-7 0,2-4 0,2-4 0,4-4 0,12-2 0,4-4 0,4-4 0,3-5-164,-18-4 0,3-4 0,2-2 0,2-2 0,2-2 0,1-3 23,2-1 1,1-3-1,3-1 1,1-3-1,2-1 1,1-2-1,1-2 31,-11 3 1,2-2 0,1-2 0,1-1-1,1 0 1,1-2 0,0-1 0,0 0-1,0-2 11,-5 2 1,1-2 0,1-1-1,-1 0 1,1-2 0,0 0-1,0 0 1,0-1 0,-1 0-1,0-1 0,0 0 1,0-1 0,-1 0-1,1 0 1,-1-2 0,0 1-1,0-1 1,-1 0 0,0-1-1,-1 0 0,-3 1 1,0 0 0,0-1-1,-1 0 1,0-1 0,-1 0-1,0 0 1,-1 0 0,-1-1-1,0 1-11,2-3 1,0-1 0,-1 1 0,0-1-1,-2 0 1,1 0 0,-2-1 0,0 1-1,0-1-13,6-4 0,-1 1 0,-1-1 0,0 0 0,-1 0 0,0-1 0,-1 0 0,0 0 0,-2 0 0,0 0 0,-2 0 0,1-1 0,-1 0 0,1-1 0,-1-1 0,1-2 13,-3 3 1,-1-2 0,0-1 0,1 0-1,-1-1 1,1-1 0,1-2 0,-1 0-1,1-1 11,-1 1 1,0-2 0,0 0-1,1-1 1,-1-2 0,2 0-1,-1 0 1,0-1 0,0-1-1,-1 0 9,-3 3 1,-1 0-1,1-1 1,-1-1 0,1 0-1,-1-1 1,0 0 0,1 0-1,0-1 1,0 0-1,0 0 8,-4 2 0,2 0 0,-1-1 0,0 0 0,1 0 0,0-1 0,-1 0 0,1 0 0,-1 0 0,0 0 0,0 1 0,-1-1 0,-2 1 0,1 1 0,-1-1 0,0 0 0,0 0 0,0 0 0,-1 0 0,0 0 0,0 1 0,1-1 0,-1 1 0,-1-1 28,6-3 0,-1-1 1,0 1-1,0-1 0,0 1 1,-1 0-1,1 0 1,-1 0-1,1-1 0,-1 1 1,1-1 53,0 0 0,0 0 0,0 0 0,0 0 0,0-1 0,0 1 0,-1-1 0,1 1 0,-1 0 0,0 0 0,-1 0-35,-2 3 0,0 0 1,-1 0-1,0 0 1,0 0-1,0 0 1,0 0-1,-1 1 0,0-1 1,-1 0-1,0 1 35,4-5 0,0 0 0,-1-1 0,1 1 0,-2 0 0,1 0 0,-2 1 0,1 0 0,-2 0 0,0 2 61,1-2 1,-1 0 0,-1 1-1,0 0 1,0 1 0,-2 1-1,1 0 1,-1 1 0,0 1-62,2-2 0,0 0 0,-1 1 0,0 1 0,-1 0 0,0 2 0,0 1 0,0 2 163,10-10 1,-1 1 0,0 1 0,0 3 0,0 2 0,1 3-120,7-3 0,0 3 1,0 2-1,1 3 1,1 0 151,0 2 1,1 1-1,1 2 1,0 1 0,0 2-45,-2 4 0,1 1 1,-1 2-1,2 1 1,0-1-153,5-3 0,0 2 0,1-1 0,0 0 0,1 0 196,1 0 1,1 0-1,0 0 1,0 0 0,-1 0-1,1 0 1,0-1-1,0 0 1,-1 1 0,-1 0-183,-2 2 0,-2 0 0,1 1 0,-2 0 1,0 0 181,-6 2 1,-1 1-1,0-1 1,-2 1 0,1 1-19,13-7 1,0 0 0,-2 1 0,0 1-179,-4 3 0,0 1 0,-2 0 0,0 1 245,-4 2 1,-2 1 0,0 1 0,-1 1-134,18-5 1,0 2 0,-3 2 214,-9 4 1,-2 1 0,-2 3 24,20-3 0,-6 4 139,-18 8 1,-7 3 491,21 2 0,-35 11 0,-21 21-318,-11 54-665,-14-16 0,-5 13 0,-6 4-246,-6 4 0,-5 5 0,-5 5 0,-4 3 82,1-16 0,-3 3 0,-3 3 0,-3 1 0,-2 1 0,-1 0 23,1-4 1,-3 1-1,-1 2 1,-2-1-1,-1 1 1,-2-1-1,-1 0 18,4-10 0,-2 1 0,-1-1 0,-1-1 0,-1 1 0,0 0 0,0-1 0,1 1 0,-1-1 0,0 1 0,0 0 0,0 0 0,0-1 0,0 1 0,0-1 0,1-1-17,-5 8 1,0 0 0,0-1 0,1 0 0,0-1 0,1 1 0,1-1-2,1-3 1,1 1-1,0-1 1,1 0-1,1-1 1,2 0-1,0 0-23,-1 4 0,1 0 0,1-1 0,2 0 0,1-2 0,2 0-33,-1 5 0,1 0 1,2-1-1,3-2 0,2-2 123,0 6 1,3-3 0,3-1-1,3-3 401,1 9 1,4-4 0,2-3 84,-1 18 1,9-7 78,12-18 1,13-8-1,15-10 1,13-9-1,26-5 1,14-10-269,-11-9 0,7-5 1,5-5-102,-4-5 1,4-3-1,4-5 1,3-6-123,-17-1 0,2-4 0,2-4 0,3-2 0,0-3 0,1-3-141,3-4 1,1-2-1,1-4 1,2-3-1,0-2 1,1-2-1,0-2 31,-11 3 1,1-2 0,1-2 0,0-1-1,1-3 1,-1 0 0,1-2 0,-1-1-1,0-1 11,-5 2 1,0-2 0,1-1-1,-1-1 1,1-1 0,-1-1-1,0-1 1,0 0 0,-1 0-1,0 0 0,0-2 1,0 0 0,0 0-1,-1-2 1,0 1 0,0-2-1,-1 1 1,0 0 0,-1-1-1,-1 1 0,-3 2 1,0-1 0,-2 0-1,1 0 1,-1 0 0,-1-1-1,0 1 1,-1 0 0,-1 1-1,-1 0-11,3-3 1,0 0 0,-1 0 0,-1 1-1,-1-1 1,0 2 0,-2 0 0,-1 0-1,0 2-31,6-8 1,0 0-1,-2 2 1,-1 0-1,-2 2 1,-1 0-1,-2 2-56,11-12 0,-3 1 1,-1 3-1,-3 1 0,-3 4-49,2-1 0,-4 3 0,-1 3 0,-3 3 573,3 0 1,-3 3 0,0 3 163,21-15 1,0 6-213,1 7 1,1 3-280,3 4 0,2 1 0,-23 13 0,0 0 0,1 0 0,3-1 0,0 0 0,0 1 0,25-14 0,-2 0 0,-6 0 0,-5 0 491,-16 10 1,-6 2 491,14-13 0,-40 29-492,-64 57 1,-28 27-165,18-18 1,-3 4 0,-5 7-132,-1 2 1,-6 8-1,-4 4 1,-1 2 0,1 1-34,6-7 1,-1 3 0,-1 0 0,0 2 0,0 0 0,0 1-138,7-8 1,-1 1-1,0 1 1,0 0 0,0 0-1,1 0 1,1-1-27,-7 9 0,1 0 0,0-1 0,1 0 0,2-2 0,1-3-162,0 1 0,2-1 1,1-3-1,3-2 0,2-3 162,-10 14 0,4-4 0,6-6 0,-2 3 0,9-9 0,4 3 0,25-34 0,9-2 983,2 10 0,14 31-492,3-16 1,6 4-1,8 13 1,6 3-41,11 7 1,5 0-452,4 0 0,4-2-225,-15-25 0,2-1 0,1 0 225,4 1 0,2 1 0,0 2 0,4 8 0,0 3 0,0 5-246,-11-8 0,0 4 0,-2 3 0,-1 4 49,-6-5 0,-2 4 1,-1 2-1,-2 2 0,-1 1 135,-1 4 1,-1 2 0,-2 1 0,-1 0 0,-1 0 61,-3-3 0,-1 0 0,-1 0 0,-1-1 0,-3-3 0,1 7 0,-2-2 0,-2-2 0,-2-7 0,4 32 0,-4-14 0,-4-32 0,-2-10 0,-1-1 0,-24-38 298,-29-22 1,-18-13-299,-11-3 0,-11-5 0,-6-4 0,20 8 0,-3-3 0,-4-1 0,-1-1 0,-3-1-164,1 1 0,-2-3 0,-2 0 0,-2-1 0,-2 0 0,1 2 23,5 2 1,-1 0-1,-2 1 1,0 0-1,0 0 1,1 1-1,1 1 134,-9-3 0,0 1 0,1 1 0,2 1 0,0 1 0,2 2-190,-6-2 0,1 2 1,2 2-1,3 2 0,5 2 145,3 4 0,2 1 0,5 3 0,9 3 52,-9 1 0,12 4 0,-16 1 0,37 4 0,24-1 983,30-12 0,53-21-492,0 1 1,12-5-165,-1 0 1,8-4 0,3-2-302,-9 5 1,4-1 0,1-2 0,0 1-103,1-1 0,2-1 0,-1 0 1,0 1 75,-3 2 0,0 0 0,-2 1 0,-2 3 0,8-4 0,-4 4 0,-5 3 0,9-2 0,-9 6 0,-22 9 0,-8 5 0,-7 6 0,-24 14 0,1 28 0,29 55 0,-2-8 0,8 11-44,-4-11 1,5 5 0,3 3 43,-7-14 0,2 2 0,2 0 0,0 1 0,4 3 0,1 1 0,1-1 0,2 0 0,-12-16 0,2-1 0,1-1 0,-1 0 0,0-1 0,9 10 0,-1-1 0,1-1 0,-1-2 0,-3-4 0,0-2 0,-1 0 0,-1-2-226,12 12 1,-3-2-1,-1-3 226,-9-8 0,-3-3 0,1 0 0,-2-2 0,0-2 0,-1 1-102,20 21 1,-2 0 101,-1-1 0,-1-1 0,-7-6 0,-4-2 0,-10-13 0,-4-5 0,11 14 983,-27-30-111,-12-25-132,-20-52-740,-10-21 0,-7-17 0,6 21 0,-1-6 0,-2-4 0,-1-1-246,-3-13 0,-2-3 0,0-2 0,0 0 49,5 15 0,0-1 1,0-1-1,1 1 0,1 2 185,-2-9 0,1 1 0,1 1 0,4 3-252,-2-15 1,3 4 0,5 1 263,4 7 0,3 1 0,8 3 0,8 4 0,6 1 0,7 1 0,8-5 0,6 1 0,6 2 0,8 2 0,6 3 0,4 2 0,5 0 0,5 2 0,1 3 0,0 5 0,1 4 0,1 4 0,-4 7 0,0 3 0,-1 3 0,-7 6 0,-1 2 0,-3 3 0,12-2 0,-5 5 0,21-6 0,-39 16 0,-26 11 983,-14 5 0,-11 15 0,-18 43-938,6 15 0,1 19-45,5-16 0,2 7 0,1 9 0,0 6-141,2-17 1,0 6-1,1 5 1,0 3-1,1 2 1,0 3-1,0 0 31,0-9 1,1 3 0,0 2 0,0 1-1,1 2 1,0 1 0,0 1 0,1 0-1,0 1 20,1-11 1,-1 1-1,2 1 1,-1 1 0,1 0-1,1 1 1,-1 0 0,1 0-1,0 0 1,0-1-1,1-1 0,0-1 1,0 0-1,1 0 1,-1 0 0,1 0-1,0 0 1,1-1 0,0-1-1,0-1 1,0-2-1,1-1-33,2 17 0,1 0 0,0-3 0,1-1 0,0-1 0,0-3 0,1-1 0,-1-2-18,1-2 1,1-1-1,1-2 1,-1-1-1,0-4 1,0-2-1,-1-5-105,5 23 0,-1-5 0,-1-6 0,-1-7-82,-2-3 0,-1-7 0,-1-8 131,-3-3 0,-2-13 1,-2-12-1,-4-22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50.6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8679 90 24575,'-88'0'0,"9"0"0,20 0 0,10 0 0,17 0 0,12 0 0,1 0 0,-16 0 0,-33 2 0,15 3 0,-6 1 0,-12 3 0,-2 0 0,-3 2 0,2 0 0,8-1 0,5 0 0,-24 2 0,39-5 0,27-2 0,11-2 0,5 2 0,-5 4 0,1-2 0,-3 2 0,2-4 0,-1-4 0,-13 0 0,-25-1 0,-36 0 0,24 0 0,-4 0 0,-6 0 0,-1 0 0,2 0 0,3 0 0,13 0 0,4 0 0,-15 0 0,33 0 0,17 0 0,-1 0 0,-12 0 0,-21 0 0,-20 0 0,-10 0 0,4 0 0,16 0 0,17 0 0,18-1 0,8-1 0,3 1 0,-9-1 0,-26 2 0,-33 0 0,26 0 0,-4 0 0,-9 0 0,-2 0 0,-2 0 0,-1 0 0,4 0 0,1 0 0,3-1 0,1-1 0,3-3 0,0 0 0,0-1 0,-1 0 0,-3-1 0,0-1 0,-2 0 0,-1 1 0,1 2 0,0 0 0,4 1 0,2 0 0,6 2 0,3 0 0,-32 0 0,21-1 0,13 0 0,5 2 0,-6 1 0,-14 0 0,-13 0 0,-13 0 0,-10 0 0,3 0 0,-2 0 0,10 0 0,9 0 0,7 0 0,9 0 0,0 0 0,-3 0 0,-5 0 0,-6 0 0,-4 0 0,1 0 0,6 0 0,9 0 0,11 0 0,4 0 0,-7 0 0,-17 0 0,25 1 0,-4 2 0,-11 2 0,-2 0 0,-7 4 0,-3 1 0,-4 1 0,0 1 0,3-1 0,1 0 0,4-1 0,2-1 0,6-4 0,2 0 0,9-2 0,2-1 0,-39 0 0,12-3 0,10-2 0,7-6 0,11-1 0,9-3 0,5 0 0,0 0 0,-7-3 0,-4 0 0,-9 1 0,-2 2 0,-2 4 0,-5 3 0,-2 3 0,-10-1 0,-11-1 0,-7 1 0,-2 0 0,3 0 0,16-2 0,16-2 0,11 2 0,11-1 0,7 2 0,5 3 0,7 0 0,5-1 0,2-7 0,3-6 0,4 5 0,0-1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04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676 773 24575,'-5'-2'0,"0"0"0,1 0 0,0-1 0,0-1 0,-1-1 0,-3 0 0,-1-2 0,-1 0 0,-2 0 0,1 1 0,-1 0 0,2 1 0,3 2 0,3 1 0,1 0 0,0 0 0,-2-2 0,-2-1 0,-3-2 0,0 2 0,1 1 0,2 2 0,3 1 0,2 0 0,-1 0 0,0-1 0,-1 0 0,-2-1 0,1-1 0,1-1 0,2 1 0,1 0 0,0-1 0,1-1 0,0-1 0,2-3 0,2-3 0,3-4 0,1-3 0,0 0 0,-1 0 0,-2 2 0,-1 1 0,-2 2 0,-1 2 0,-1 0 0,0 2 0,0 3 0,0 1 0,0 1 0,0-1 0,0 1 0,0 0 0,0 0 0,-1 1 0,0 1 0,-2 0 0,-2 0 0,-1 1 0,-1 0 0,0 0 0,-2-2 0,0 0 0,-2-1 0,2 0 0,0 1 0,1 1 0,2-1 0,-1 1 0,1-1 0,1 0 0,0 0 0,2 1 0,0-1 0,-1 0 0,1-2 0,0-1 0,-1 0 0,1 0 0,1-1 0,0 1 0,-1 0 0,1 0 0,0 0 0,0 0 0,0 0 0,1-1 0,0-2 0,0 0 0,1 0 0,0 1 0,0-1 0,0 2 0,0-1 0,0 1 0,0 1 0,0 0 0,0 2 0,0 1 0,0 1 0,0 1 0,0 0 0,-2 0 0,0 1 0,-3-1 0,-3 1 0,-2-1 0,-6-1 0,-2-1 0,-4 1 0,-2-1 0,-2 1 0,-3 1 0,-1-1 0,1 1 0,2-2 0,4 0 0,3 1 0,3-1 0,0 1 0,2-1 0,3 1 0,3 1 0,3 1 0,4-1 0,2 2 0,0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09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24575,'0'17'0,"0"3"0,0 9 0,0 0 0,0-4 0,0-6 0,0-7 0,0-5 0,0-1 0,0 2 0,0 7 0,0 9 0,0 11 0,0 5 0,0 0 0,0-3 0,0-6 0,0-7 0,0-5 0,0-6 0,0-4 0,-1-3 0,0-3 0,1-3 0,3-1 0,1-2 0,1 0 0,0-1 0,0 0 0,-2 1 0,0 0 0,1 0 0,2-1 0,1 1 0,1 0 0,0 1 0,-3 0 0,-1 0 0,0 1 0,0-1 0,1 0 0,1-1 0,0 0 0,-3 0 0,-1 0 0,-1 0 0,-1 0 0,0-2 0,0-2 0,0 0 0,0-1 0,0 2 0,0 3 0,0 0 0,0-1 0,0-1 0,0-1 0,0-1 0,0-2 0,0-2 0,-1 0 0,0 0 0,0 0 0,-1 2 0,1 1 0,0 3 0,0 4 0,1 9 0,0 4 0,0 7 0,0 10 0,0 2 0,0-2 0,0-5 0,0-12 0,1-2 0,0-1 0,0-1 0,2 2 0,-1 0 0,1 1 0,-1 1 0,0 1 0,0 1 0,0 2 0,0 2 0,-1 2 0,0 0 0,-1-2 0,0-3 0,0-3 0,1-3 0,0-1 0,-1-2 0,1-2 0,-1 0 0,0 0 0,0 4 0,-1 6 0,-3 3 0,-2 7 0,-3-1 0,-1-3 0,1-1 0,0-5 0,1 0 0,-1-2 0,1-3 0,1-1 0,2-3 0,1 0 0,1-2 0,1-2 0,0 0 0,1 0 0,-1-6 0,2 3 0,0-3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0:58.6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21 24575,'0'-11'0,"0"2"0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16.19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556 9 24575,'73'-1'0,"-1"-1"0,1 1 0,9-1 0,7 2 0,7-1 0,7 0 0,4 1-110,-22-1 1,3 1 0,4 0 0,4 0-1,2 0 1,2 0 0,1 1 0,2-1-1,0 0 28,-12 0 0,1 0 0,1 0 0,2 0 0,0 0 0,2 0 0,1 0 0,1 0 0,0 0 0,2 0 0,0 0 0,1 0 16,-10 0 0,1 0 1,1 0-1,2 0 1,0 0-1,0 0 1,2 0-1,-1 0 1,2 0-1,-1 0 1,0 0-1,0 0 1,0 0-1,-1 0 0,0 0 0,0 0 0,0 0 1,0 0-1,0 0 1,0 0-1,1 0 1,-1 0-1,0 0 1,0 0-1,0 0 1,0 0-1,0 0 1,-1 0-1,1 0 0,-1 0 0,-1 0 0,0 0 1,0 0-1,0 0 1,0 0-1,-1 0 1,1 0-1,-1 0 1,0 0-1,1 0 1,-2 0-1,1 0 1,0 0-1,-1 0 0,0 0-5,4 0 1,0 0 0,0 0 0,0 0-1,0 0 1,0 0 0,-1-1 0,0 1 0,0 0-1,-1 0 1,-1 0 0,0 1 0,-2-1-1,0 0-11,5 0 0,-1 0 0,-2 0 0,1 0 0,-2-1 0,0 1 0,-1 0 0,0 1 0,0-1 0,0 0 0,-1 1 0,1 0-8,6 0 1,0 0-1,-1 0 1,1 0 0,-1 1-1,0 0 1,0-1 0,-2 1-1,0 0 1,-1 1-1,-1-1-20,9 1 1,0-1 0,-2 2 0,0-1-1,-1 0 1,-2 1 0,0-1 0,0 1-1,-1 0-13,4 1 0,-2-1 0,1 1 0,-2 0 0,-1 0 0,0 0 0,-1 0 0,-1 0-18,6 0 1,-1 1-1,-1-1 1,0 0-1,-1 0 1,-1 0-1,1-1 0,-4 0 1,1 0-1,-2 0 1,1-1-1,0 1 1,-1-1-1,1 1 0,1-1 1,-1 0-1,1 0 1,-1 1-1,1-1 1,0 0-1,-1 1 0,2 1 1,0-1-1,0 1 1,-1 0-1,1 0 1,0 0-1,-1 1 0,-1 0 1,0 0-1,1 0 1,-2 0-1,1 1 1,-3 0-1,0 0 304,5 0 1,-1 1 0,-1 0 0,-1 0 0,-2 0 0,-2 1-119,7 1 1,-2 1 0,-2 0 0,-2 0 0,-3-1 199,8 2 1,-3 0 0,-4 0 0,-2 1 81,8 3 1,-4 0 0,-3 0-1,-9-2 1,-3 0 0,-3-1 163,16 3 1,-6 0-1,-18-4 1,-3 0-1,-8-2 1,-2 0 491,48 8-492,-47-9 1,2-1-1,23 0 1,8-3-165,-9-1 1,5-1 0,4-1-99,-4 0 0,4-1 1,3 0-1,4 0-229,-3-1 0,3 0 0,2 0 0,3 0 0,2 0-164,-6 0 0,3 0 0,1 0 0,1 0 0,2 0 0,1 0 23,-7 0 1,1 0-1,2 0 1,0 0-1,1 0 1,1 0-1,-1 0 18,-8 0 0,-1 0 0,2 0 0,-1 0 0,1 0 0,0 0 0,-1 0 0,1 0 0,0 0 0,0 0 0,0 0 0,1 0 0,-1 0 0,0 0 0,0 0 0,-1 0 0,-1 0 0,0 0 0,0 0 0,0 0 0,-1 0 0,1 0 0,0 0 0,0 0 0,0 0 0,0 0 0,0 0 0,1 0 0,-1 0 0,1 0 0,-1 0 0,0 0-18,11 0 1,2 0-1,-1-1 1,-1 1-1,0 0 1,0 0-1,-2 1 0,-5-1 1,-1 1-1,-1-1 1,0 1-1,-1-1 1,-1 2-1,-1-1-23,7 2 0,0 0 0,-2 0 0,0 1 0,-3 0 0,-1 0 161,6 2 0,-3-1 0,-1 1 1,-2 1-1,-2 0 3,8 3 0,-2 0 0,-2 1 0,-3 0 245,-7 0 1,-2-1 0,-1 0 0,-4 0 81,12 2 1,-4 0 0,-3 1 163,20 6 1,-5 0-1,-10-1 1,-2 0-1,-7 1 1,-1 1-1,-6-1 1,0 0-1,0-1 1,-2 1-1,-4-1 1,-2-1-1,-7 0 1,-2 0 491,24 12 0,-27-5-125,-20 8-858,-27 61 0,-17-6 0,-9 13 0,5-26 0,-3 5 0,-3 4 0,-2 2-197,1-3 0,-2 3 1,-1 2-1,-1 1 0,-1 2 33,2-8 0,0 2 0,-1 1 0,-1 1 0,0 1 0,-1 0 23,3-7 1,0 0-1,-1 2 1,-1 0-1,1 0 1,-1 0-1,-1 1 0,-1 1 1,0 1-1,0 0 1,-1 0-1,0 0 1,-1 1-1,0-1 0,-1 4 1,-1-1-1,0 1 1,-1 0-1,0 0 1,1-1-1,-1-2 0,2-3 1,0-2-1,0 1 1,0-2-1,0 0 1,1 0-1,0-2-23,-2 8 0,0-1 0,1 0 0,0-2 0,2-1 0,1-2-33,-2 5 0,1-2 1,1-2-1,2-2 0,2-3-49,0 2 0,2-3 0,2-3 0,1-3 75,-1 5 0,1-3 0,3-8 662,-1-1 1,1-10 491,-13 9 0,-9-28 0,-42-13-492,13-12 1,-10-3-165,3-1 1,-6-2 0,-5-2-239,6-2 1,-4-3 0,-3-2 0,-1-3-90,11-2 0,-3-1 0,0-3 0,-1-2 0,2-1 0,0-4 0,-1-1 0,1-2 0,2-3 0,2-3 0,5-1 0,1-2 0,1-3 0,4-2 0,3-3-199,-7-11 1,4-5 0,5-3-1,7-2 199,10 1 0,6-2 0,6-3 0,3-2 0,5-4 0,4-4 0,5-1 0,5 0 0,5 1 0,4-2 0,5 1 0,6 0 0,5 2 0,5 0 0,5 2 0,5 1 0,2 2 0,5 2 0,4 1 0,4 4 0,4 5 0,4 2 0,3 4 0,1 1-184,18-11 1,4 3-1,-1 7 184,-7 10 0,0 5 0,-2 4 0,19-3 0,-4 8 0,-17 13 0,-5 6 983,23 1 0,-31 9 0,-26 9-156,-16 37-827,-16 6 0,-13 11 0,-15 10 0,-12 10 0,-12 5-164,10-20 0,-7 4 0,-5 3 0,-5 3 0,-5 0 0,-4 0 65,14-18 1,-2 2 0,-4 0-1,-3 0 1,-2 1 0,-3 1-1,-1-1 1,-1-1 0,-1 0-1,-2 0 17,6-6 0,-3 1 0,-1 0 0,-1-1 0,-2 1 0,-1-1 0,-1-1 0,-1 0 0,0-1 0,-1 0 0,0-2 0,-1 0 6,5-4 0,-1-1 1,-1 1-1,-1-1 0,0-1 1,-1-1-1,-1 0 1,1-1-1,0-1 0,0-2 1,0 0-1,0-2 0,2-2-14,-9 3 1,-1-2-1,1-1 1,-1-2 0,1 0-1,0-3 1,0 0 0,2-2-1,1-2 1,2 0-1,1-3-33,-12 3 0,0-3 0,2-1 0,1-2 0,2-3 0,3 0 0,2-2 0,4-2-74,-21 4 0,2-3 1,6-2-1,5-4 0,8-5-131,-10-3 0,10-6 0,19-15-164,22-20 0,26-11 164,38-3 0,30-5 0,12-2 212,-9 16 0,9-1 0,7-1 0,6 1 0,4 0 0,2 1 116,-2 3 0,4 1 0,3 0 0,4 1 0,3 0 0,2 1 0,1 2 0,1 1 0,-8 5 0,2 0 0,3 2 0,1 0 0,1 2 0,2 0 0,-1 1 0,2 1 0,-2 1 0,1 1-16,-8 3 1,1 0 0,0 1 0,1 1 0,1 1 0,-1 1 0,0 0 0,-1 1 0,-1 2 0,-1 0 0,-1 1 15,7 0 0,1 2 0,-2 0 0,0 2 0,-1 1 0,-2 0 0,-2 2 0,-1 0 0,-4 0-51,20 1 0,-3 0 1,-2 3-1,-4 0 0,-5 0 1,-6 1 50,5-1 0,-4 0 0,-10 2 0,-13 8 0,-3 11 0,-29 7 0,-61 11 0,-44 8 0,-14 2 0,17-11 0,-11 1 0,-7 1 0,-7 1 0,-4-1 0,-1 0 0,24-11 0,-3 0 0,-2 1 0,-3-1 0,-1 0 0,-3 0 0,0-1 0,-2 0 0,0-1 0,-1 0 0,6-3 0,-2-1 0,-2 1 0,-1-1 0,0-1 0,-2 0 0,0 0 0,0-1 0,0-1 0,1 0 0,0-1 0,2-1 0,-5 0 0,0 1 1,-1-2-1,1 1 1,0-2-1,1 0 0,0-2 1,1 0-1,1-2 1,1-1-1,2-1 0,-8-1 0,1-1 0,1-1 0,1-1 0,1-2 0,2-2 0,2-1 0,1-3 0,3-2-59,-6-2 0,1-1 0,2-2 0,3-3 0,3-3 0,4-5 0,6-4 59,-6-8 0,6-6 0,5-4 0,6-5 0,6-6-226,-6-20 0,9-9 1,9-6-1,13-2 226,15 14 0,8-3 0,8-2 0,7-1 0,6 3 0,8-6 0,10 1 0,6 1 0,7 1 0,4 3 163,0 11 1,4 2 0,6 1 0,3 2 0,3 4 0,3 3-48,7 1 0,5 4 1,4 4-1,1 2 0,2 3 1,0 3-117,-2 4 0,2 2 0,1 4 0,0 2 0,0 3 0,0 2 196,10 1 1,0 3-1,0 4 1,-1 3 0,-4 3 48,9 3 1,-3 5 0,-4 3 0,-4 4 81,6 3 1,-7 4 0,-6 3 163,10 7 1,-13 7-1,-35-1 1,-10 3 163,-3 23 328,-21-5 0,-14-9 0,-9-13 0,-6-23 0,-4-88-777,14 16 1,2-12 0,5-8-453,4-3 0,5-8 0,4-4 0,3 0 49,0 11 0,4-3 1,2-1-1,4 1 0,2 3 54,4 2 0,3 0 0,4 2 1,2 3-1,4 6-103,12-6 0,4 5 0,4 7 0,1 8 200,12 3 0,2 11 0,0 8 46,-12 10 0,0 6 0,-3 12 0,13 15 0,-8 19 0,-14 18 0,-10 14 0,-10 20 0,-10 11 0,-10-16 0,-4 4 0,-5 0 0,-5 0 0,-5 0 0,-5-1 0,-16 28 0,-14-7 0,-19-13 0,-14-13 327,8-27 1,-8-7 0,-3-5-39,-7-4 0,-4-6 1,0-7-290,-3-6 0,-2-6 0,4-6 0,7-4 0,3-4 0,5-5 491,-12-15 1,11-6-360,22 3 0,10-1-132,4-15 0,82 17 0,29 25 0,20 7 0,-5 0 0,8 2 0,4 4-246,-12 3 0,4 2 0,1 4 0,-2 3 53,-3 1 0,1 2 0,-2 5 0,-6 6 193,12 11 0,-7 9 0,-16 14 0,-16 20 0,-16 14 0,-24 6 0,-21-25 0,-14 5 0,-11 2 0,-9 2 0,-5-1-123,5-16 0,-7 1 0,-5 1 0,-4 1 0,-4-1 0,-4-1 0,-3-1 0,-3-1 33,7-9 1,-3-1-1,-4 0 1,-2 0 0,-3-1-1,-1-1 1,-3 0 0,-2-2-1,-1-1 1,-1-1-1,-1-2 14,3-4 0,-2-1 1,-2 0-1,-2-1 0,-1-2 1,-2 0-1,-1-2 1,0 0-1,-1-2 0,-1-1 1,0-2-1,1 0 0,-1-2 0,0-1 0,-1-1 1,-1-1-1,-1-1 0,0-1 1,0-2-1,-1 0 1,0-3-1,1-1 0,-1-1 1,1-3-1,0-1 0,1-2-6,-3-2 0,0-1 0,-1-2 0,0-3 0,0 0 0,1-3 0,1-1 0,0-2 0,1-2 0,2-1 0,1-1 0,2-2-17,-5-2 1,0-3 0,2-1-1,0-2 1,2-2 0,2-1-1,1-2 1,3-2 0,3-1-1,2-1-42,-12-8 1,3-3-1,2-3 1,4-1-1,4-1 1,3-1-1,4 1-56,-6-7 0,5-1 1,5-1-1,5 1 0,6 3-131,-5-7 0,9 2 0,14 2-656,13-41 980,99 58 0,44 15 4,-39 7 0,11 2 0,7 3 0,6 3 0,1 2 53,-20 3 1,4 2 0,2 1 0,3 2 0,1 2-1,1 1 1,1 3 0,0 1-54,-2 2 0,3 1 0,2 2 0,0 2 0,0 1 0,0 3 0,-1 1 0,-3 3 0,-1 2 0,-5 0 0,0 1 0,-1 2 0,0 2 0,-2 2 0,-3 3 0,-3 2 0,-3 4 0,-5 3 122,1 8 1,-1 3 0,-3 3 0,-3 4 0,-6 3 0,-6 2 0,-8 2 0,-10 2-86,-6 14 0,-10 5 1,-8 4-1,-10 2 0,-7 0 1,-9-1-1,-7-3-37,-5-14 0,-7 0 0,-7-1 0,-6 0 0,-5 0 0,-5-2 0,-3-1 0,-4-2 0,-1-2-82,6-12 0,-3 0 0,-3-1 0,-4-2 0,-2 0 0,-2-1 0,-3-2 0,-1-1 0,-2-2 0,-2-1 0,0-2 0,0-3 6,-1-1 0,-2-3 1,-2 0-1,-2-2 0,-1-2 1,-2-1-1,0-2 1,-2-1-1,0-3 0,0-1 1,-1-1-1,1-3 0,0-2 0,1-1 0,-1-3 1,-1-1-1,0-1 0,-1-2 1,0-2-1,0-2 1,0-2-1,0-1 0,1-2 1,-1-2-1,2-2 0,1-2-6,-3-2 0,-1-1 0,1-3 0,0-1 0,0-2 0,0-2 0,1-2 0,2-2 0,1-2 0,1-3 0,2-2 0,2-3 8,-6-4 0,1-3 1,1-3-1,2-3 0,1-2 1,2-2-1,3-3 0,2-3 1,4-1-1,2-2 142,-6-10 0,2-3 0,3-3 0,4-3 0,3-2 0,5-3 0,4-1 1,4-1-69,3-6 0,4-3 0,5-2 0,4-2 0,5-1 0,5 0 0,4 1 73,3-9 1,6-1-1,5 0 1,6 0-1,5 1 1,7 1-74,5 5 0,7 0 0,5 0 0,5 3 0,5 2 0,4 3 0,5 2 0,6 2 0,4 2 0,4 3 0,4 4 0,4 4 0,4 3 0,5 4 0,3 3 0,4 4 0,2 4 0,1 4 0,4 2 0,4 5 0,1 3 0,2 4 0,1 4 0,-1 3 0,-2 3 0,2 4 0,0 3 0,-1 4 0,0 3 0,-2 5 0,-4 4 0,0 2 0,-1 5 0,-2 3 0,-2 5 0,-3 4 196,9 8 1,-1 4-1,-4 6 1,-7 7 0,-7 10-90,-16 0 1,-5 7 0,-5 7-1,-5 4 1,-7 3 0,-5 2-108,-8 1 0,-6 3 0,-6 4 0,-5 2 0,-6 3 0,-4 0 0,-5 0 0,-4-8 0,-5 2 0,-5 2 0,-4 1 0,-4 0 0,-3 0 0,-4 0 0,-2-1 0,-2-1 0,1-9 0,-2 0 0,-3 0 0,-3 0 0,-2-1 0,-3 0 0,-2-1 0,-2-1 0,-1-3 0,-3-1 0,0-2-82,0-6 0,-1-1 0,-3-1 0,-2-1 0,-1-2 0,-2-1 0,-1-2 0,-2-1 0,0-1 0,-1-2 0,-1-2 0,0-2 72,0-1 0,-2-2 1,-1 0-1,-2-2 1,0-1-1,-1-2 0,-1-3 1,0-1-1,0-3 1,0-3-1,0-2 0,0-4-83,-10 0 1,-2-3 0,0-3 0,-1-4 0,1-3-1,0-2 1,1-4 0,0-2 0,3-3 0,1-3 92,2-2 0,0-4 0,2-1 0,0-4 0,1-3 0,2-2 0,2-4 0,3-3 0,2-3-39,-13-9 1,2-5 0,3-5-1,3-4 1,4-3 0,5-4 0,5-2 38,1-8 0,5-5 0,5-4 0,6-2 0,6-3 0,7 0 196,1-12 1,9-4-1,7-1 1,8-2 0,9 0-136,7 12 1,6-2-1,7-1 1,5 1 0,7 1-1,6 3-61,10-2 0,8 1 0,6 2 0,7 2 0,3 2 0,3 2 106,-3 7 0,5 2 0,3 1 1,4 1-1,2 4 0,2 1 1,3 4-107,-5 6 0,3 3 0,3 1 0,1 3 0,2 2 0,1 1 0,1 4 0,0 1 0,2 3 0,1 2 0,2 3 0,1 2 0,0 1 0,0 3 0,0 2 0,-1 1 0,-4 2 0,1 2 0,0 2 0,-1 1 0,0 2 0,-1 2 0,0 2 0,-2 2 140,3 1 0,1 3 1,-2 1-1,0 2 1,-3 3-1,-1 2 1,-3 2-40,14 3 1,0 3-1,-5 3 1,-6 7-1,-7 7 144,-1 10 1,-5 8 0,-12 7 0,-19 10-217,-20 18 1,-21 12 0,-17 6 0,-14-2-30,-4-24 0,-11 1 0,-9 1 0,-8 0 0,-6 0 0,-4-1 0,-1-2-99,9-13 1,-4 1 0,-3-1-1,-4 0 1,-2-1 0,-3-1-1,-2-1 1,-2-2 0,-2-1-1,0-2 23,11-10 0,-2 0 1,-2-1-1,-1 0 0,-2-2 1,-1-1-1,-1 0 1,-1-2-1,0-1 0,-1-2 1,-1-1-1,1-2 0,0-1 4,-7 1 0,-2-1 0,0-1 0,-2-1 0,1-2 0,-2-2 0,1-1 0,0-3 0,0-3 0,0-2 0,1-3 0,2-3 72,-3-3 0,0-2 0,0-3 0,0-2 0,0-2 0,1-4 0,1-2 0,1-3 0,2-3 0,2-4 0,2-2-99,-1-5 1,1-2 0,0-3-1,1-3 1,3-3 0,1-4-1,3-3 1,4-3 0,3-4-1,5-3 73,-2-9 0,3-4 0,4-5 0,3-4 0,4-3 0,4-3 1,4-2-1,5-2 0,4-1 26,7 3 0,3-3 0,4-3 0,4-2 0,3-2 0,5-1 0,2-1 0,4 0 0,4 1 0,3 1-99,4-4 1,4-1 0,5-1-1,3 0 1,4 0 0,3 0-1,4 1 1,2 1 0,2 1-1,3 2 45,-1 9 0,3-1 0,3 1 0,2 1 0,3 0 0,2 1 0,2 2 0,2 2 0,1 2 0,3 2 0,1 3 54,7-3 0,2 2 0,3 2 0,2 2 0,2 2 0,2 3 0,2 2 0,1 3 0,0 2 0,1 4 47,7-1 1,2 3-1,2 3 1,2 2-1,0 4 1,1 3-1,1 4 1,-1 4-1,-1 4-47,5 3 0,1 4 0,0 4 0,0 4 0,0 4 0,-1 4 0,-1 4 0,-2 5 133,6 5 1,1 5-1,-1 6 1,-3 4-1,-1 4 1,-3 4 0,-4 3-134,4 8 0,-2 6 0,-3 4 0,-5 4 0,-4 4 0,-7 4 163,-7 1 1,-5 6 0,-5 2 0,-4 3 0,-4 1 0,-6-1-126,1 9 0,-5 1 1,-6 1-1,-7 0 1,-9-1 157,-9-6 1,-6 1-1,-7-2 1,-6-2 0,-8-4 48,-15 11 1,-11-3 0,-9-7 0,-9-8-176,1-16 0,-8-7 0,-5-5 1,-6-6-1,-1-4 80,0-8 0,-4-4 0,-3-4 0,-3-6 0,1-4 0,1-5-150,-2-6 0,-1-5 0,1-5 0,0-4 0,1-4 0,3-4 0,3-4 0,0-3 0,2-4 0,3-4 0,3-3 0,5-5 196,-4-9 1,2-7-1,6-3 1,8-4 0,11-2-181,11 4 1,5-2 0,9-3 0,10-1 0,15 0-17,16-8 0,16-2 0,14 0 0,11 3 0,10 7-123,-4 20 0,10 4 0,7 2 0,7 3 0,5 3 0,4 1 0,2 3 0,1 0 33,-10 8 1,3 2-1,3 1 1,3 3 0,3 0-1,1 2 1,1 1 0,2 2-1,0 0 1,0 1-1,1 1 14,-10 2 0,2 1 1,1 0-1,1 1 0,1 1 1,1 1-1,0 1 1,0 1-1,0 2 0,-1 0 1,1 2-1,-2 1 0,0 2-6,3 2 0,1 1 0,1 1 0,-1 2 0,1 1 0,-2 2 0,0 0 0,-1 2 0,-1 2 0,-2 0 0,-1 1 0,-3 1 4,14 3 0,-1 1 1,-2 0-1,-1 3 1,-3 1-1,-2 2 1,-3 3-1,-3 3 1,-4 3 126,6 5 1,-2 2 0,-3 3 0,-4 3 0,-6 4 0,-9 5 0,-9 6-50,3 22 0,-10 10 0,-12 6 0,-15 2 0,-16-1 0,-19-6 0,-15 1 0,-13 2 0,-10 0 0,-9-1 0,-5-2-99,9-22 1,-7-1 0,-5 0-1,-5 0 1,-4-2 0,-5 0-1,-1-1 1,-3-2 0,-1-2-1,-1-1 45,9-9 1,-1-1 0,-3-1 0,-2-1-1,-2-1 1,-2-1 0,-1-1 0,-1-1 0,-1-2-1,0 0 1,-1-2 0,-1-1 0,1-2 53,2-1 0,-1-2 0,-1 0 0,-2-1 0,0-1 0,0-1 0,-2-2 0,1-1 0,-1-1 0,0-2 0,0-2 0,0-1 0,1-3 0,0-1 0,-5-1 0,-1-2 0,0-1 0,-1-1 0,0-2 0,1-3 0,-1-1 0,1-2 0,1-2 0,1-3 0,1-2 0,2-3 0,1-3 0,-7-3 0,1-4 0,1-3 0,1-2 0,0-3 0,3-3 0,0-2 0,3-2 0,1-2 0,2-2 0,3-1 0,0-3 0,2-2 0,1-2 0,2-2 0,1-2 0,3-2 0,3-2 0,3-2 0,2-1 0,4-2 122,-4-10 1,2-3 0,4-4 0,4-1 0,3-1 0,5-1 0,3-1 0,4 2-107,-2-14 0,4-1 0,5 0 0,6 0 0,7 0 1,8 3 23,7-6 0,8 1 0,7 2 0,9 2 0,8 5-40,9 3 0,8 3 0,8 4 0,7 4 0,5 7 0,0 12 0,7 5 0,4 4 0,5 4 0,2 3 0,2 3 140,1 3 0,4 3 1,2 3-1,3 2 1,1 4-1,0 1 1,0 3-129,0 1 1,2 3 0,1 2 0,0 2 0,-1 3 0,-1 4 0,-1 3-13,-4 3 0,1 3 0,-1 3 0,-2 2 0,-1 4 0,-2 2 0,-4 4 163,3 4 1,-1 3 0,-3 3 0,-3 5 0,-6 3 0,-5 5 32,1 13 1,-7 7-1,-6 4 1,-6 4 0,-4 1-144,-6 5 1,-4 4 0,-7 2 0,-5 0 0,-7 0-54,-8-6 0,-5 1 0,-5 0 0,-7-2 0,-4-1 196,-6-2 1,-4 0-1,-6-3 1,-6-3 0,-5-5-182,-17 8 0,-9-6 0,-6-7 1,-6-8-16,8-17 0,-5-5 0,-3-6 0,-3-6 0,0-7-27,-6-6 0,-3-7 0,-1-7 0,1-7 1,3-5 26,3-7 0,1-5 0,3-6 0,2-7 0,6-4 0,4-8 0,3-6 0,5-5 0,5-4 0,6-3 0,7 0 0,3-5 0,7-2 0,9-1 0,9 0 0,12 1 0,9 0 0,7-2 0,9 3 0,5 1 0,10-3 0,7 1 0,9 2 0,6 5 0,6 6 0,1 13 0,6 5 0,5 5 0,5 3 0,1 2 0,2 3 85,-5 5 1,3 2 0,3 2 0,0 3 0,1 3 0,0 2 0,-2 4-86,8 1 0,0 4 0,0 3 0,-1 4 0,-2 3 0,-3 4 0,8 3 0,-2 5 0,-3 3 0,-3 6 0,-7 6 182,3 10 0,-5 6 0,-8 7 1,-10 8-183,-10 9 0,-9 8 0,-11 6 0,-10 2 0,-12-6 0,-8 3 0,-9 3 0,-7 1 0,-8-2-164,-7-1 0,-8 1 0,-8 0 0,-6-1 0,-5-2 0,-4-4 59,6-12 0,-6-2 0,-3-1 0,-4-1 0,-3-2 1,-2-2-1,-2-2 0,-1-3-5,2-4 1,-3-1 0,-3-1 0,-1-3-1,-2-1 1,-1-3 0,-1-2 0,-1-4-1,1-2 22,-1-2 1,-2-3-1,-1-1 1,-1-3 0,0-3-1,0-4 1,0-3 0,2-3-1,0-6 88,-5-3 0,-2-2 0,1-5 0,0-4 0,2-5 0,3-6 0,3-6 0,4-7 0,4-8 0,2-9 0,3-5 0,2-7 0,5-4 0,3-4 0,4-2 0,4-2 0,8 4 0,4-5 0,2-2 0,4-4 0,3-2 0,4-1 0,3-1 0,5-1 0,3 1 0,5-2 0,4-1 0,4-2 0,4-1 0,3-1 0,4 1 0,4 1 0,3 1 0,3 1-76,4 4 0,3-2 0,3 1 0,4 1 0,3 1 0,4 2 0,2 3 0,4 3 0,3 5 76,13-10 0,6 4 0,4 4 0,5 4 0,3 4 0,2 3 0,3 5 0,3 4 0,4 4 0,4 4 0,1 4 0,3 3 0,0 3 0,0 3 0,0 3 0,2 3 0,1 3 0,0 3 0,1 3 0,-1 3 0,-1 3-100,-7 2 0,0 3 0,0 3 0,-1 2 0,0 2 0,-2 3 0,-2 2 100,5 2 0,0 4 0,-2 2 0,-2 3 0,-3 3 0,-3 3 245,20 11 1,-3 4 0,-8 6 0,-10 9-106,-17 3 0,-6 7 1,-9 5-1,-12 5-140,-11 10 0,-12 7 0,-12 2 0,-13 0 0,-12-6 0,-13 1 0,-11 0 0,-8-1 0,-5-4-1,4-14 0,-7-1 1,-5-2-1,-5-2 1,-3-1-1,-4-3 1,-1-3 0,8-8 0,-4-2 0,-2-1 0,-3-2 0,-1-2 0,-3-2 0,0-2 0,-1-3 0,0-2 0,4-3 0,-1-3 0,-2-1 0,-1-2 0,-1-2 0,0-2 0,-1-2 0,1-2 0,1-3 0,1-2 0,-6-2 0,0-3 0,0-3 0,0-2 0,0-2 0,2-3 0,1-2 0,1-2 0,3-2 0,-13-6 0,1-2 0,2-4 0,2-2 0,3-3 0,4-2 0,5-3 196,-11-8 1,4-5-1,5-2 1,7-3 0,9-1 24,8 0 1,7-3 0,8-1 0,12 1 269,-5-29 1,37 6-211,49 27 0,33 7 1,13 5-282,-12 11 0,10 4 0,7 3 0,6 2 0,3 1-123,-20 5 0,3 2 0,4 0 0,3 1 0,1 0 0,1 2 0,0 0 0,0 0 13,-5 2 1,1 0 0,1 0 0,1 1-1,0 1 1,0 0 0,-1 1 0,-1 0-1,-1 1 3,3 1 1,0 0 0,-1 1 0,-1 0 0,0 1 0,-3 1 0,-1 1 0,-3 0 269,10 0 1,0 1 0,-3 1 0,-4 1 0,-4 3 0,-6 3 163,30 5 1,-11 6 0,-18 14 163,-3 31 1,-41 16-462,-52-17 1,-29 8 0,-17 1 0,-6-2-31,12-19 0,-7-1 0,-6 0 0,-6-2 0,-4 0 0,-5-1 0,-2-2-90,12-9 1,-3-1-1,-4 0 1,-4-1 0,-2 0-1,-2-2 1,-1 0 0,-2-1-1,-1-1 1,0-2-1,-1 0 14,7-3 0,-2-1 1,-2 0-1,-1-1 0,-2 0 1,0-2-1,0 0 1,-1-2-1,0-1 0,0-1 1,1-1-1,0-1 0,2-2-6,-5-1 0,1-1 0,-1-1 0,0-2 0,0-1 0,0-1 0,1-2 0,0 0 0,1-2 0,1-1 0,1-1 0,2-1-17,-9-2 1,0 0 0,0-2-1,1-1 1,1-2 0,1-1-1,3-2 1,3-2 0,4-2-1,3-3 262,-21-8 1,3-3 0,5-3 0,6-4 0,5-3 0,7-3 76,-10-15 0,7-4 1,11-5-1,13-4-235,6-17 0,17-7 1,23-2-6,26 11 0,19-1 0,13-2 0,5 0 0,-4 15 0,7 0 0,5-1 0,4 1 0,2 0 0,2 0-141,-4 7 1,3-1-1,2 1 1,2 1-1,1 0 1,1 2-1,1 1 11,1-1 0,2 2 0,1 0 0,0 1 0,1 2 0,0 3 0,-2 2 130,5 0 0,0 1 0,0 2 0,0 4 0,-1 3 0,-1 3 196,2 3 1,0 3-1,0 4 1,-2 3 0,0 4 48,9 1 1,1 3 0,-3 7 0,-2 6 81,14 10 1,-4 10 0,-5 10-1,-10 7 1,-5 9 0,-6 8-281,-8 6 1,-6 7-1,-7 6-47,-6 12 0,-7 6 0,-9 4 34,-5 5 1,-7 3-1,-12 1-34,-9-18 0,-8 0 0,-6 0 0,-4-2 0,-6 1 0,-6-1 0,-4-3 0,-5-4 0,-2-6 0,-5-3 0,-4-4 0,-2-5 0,-3-5 0,-4-4 0,-1-4 0,-2-6 0,-18 3 0,-2-9 0,-2-11 0,-1-11 0,-2-11 0,2-12 0,23-6 0,0-6 0,2-8 0,4-6 0,1-11 0,2-9 0,6-6 0,4-4 245,4-11 1,5-6 0,5-5 0,5-1-118,9 16 1,2-2 0,3-2 0,6-1 0,5 1-129,7-2 0,4-2 0,7 0 0,5 2 0,7 2 0,6 1 0,7 0 0,6 3 0,6 3 0,6 5-197,9 1 0,7 5 1,7 3-1,3 5 0,5 6 156,-6 9 0,6 5 1,3 4-1,1 3 1,2 3-1,-2 3 41,-3 4 0,2 2 0,0 3 0,0 3 0,-1 4 0,-1 4 0,9 4 0,0 4 0,-1 4 0,-4 6 0,-3 6-220,7 10 0,-2 7 1,-8 9-1,-10 11 220,-11 15 0,-9 11 0,-10 8 0,-11 5 0,-13-7 0,-7 6 0,-10 4 0,-7 2 0,-10-1-141,-6-16 1,-6 2-1,-7 2 1,-5-1-1,-5 0 1,-5-2-1,-3-1 31,3-12 1,-4-1 0,-4 0 0,-4-1-1,-2-1 1,-3-1 0,-3-2 0,-1-2-1,-2-2 11,2-5 1,-3-2 0,-3-1-1,-2-1 1,-2-2 0,-1-2-1,-1-1 1,-1-2 0,-1-1-1,0-2 0,-3 0 1,-2-2 0,-1-1-1,-1-2 1,-1-1 0,-1-2-1,1-2 1,-1-2 0,1-2-1,1-2-11,-4-1 1,-1-1 0,1-3 0,-1-2-1,1-2 1,0-3 0,2-1 0,0-2-1,2-3 92,-13-1 1,0-3-1,1-2 1,2-4-1,1-2 1,3-3-1,3-2 18,-1-3 0,3-3 0,1-3 0,4-2 0,3-3 0,4-1 124,-13-10 0,5-3 0,7-3 0,6-2-124,-1-8 0,9-2 0,7 1 491,0-5 1,16 2 491,18-27-492,58 44 1,23 5-472,14 7 1,15 6-1,10 3 176,-12 2 1,8 2-1,5 1 1,3 3 0,4 3-97,-13 3 0,4 1 0,3 2 0,2 2 1,1 3-1,0 1 0,-1 3-223,-7 1 0,1 2 0,1 1 0,0 3 0,0 1 0,-1 3 0,-1 2 0,-2 3 115,-4 0 0,1 2 0,-1 1 1,-1 2-1,-2 4 0,-2 3 1,-4 3-1,-4 6 8,4 11 0,-2 5 0,-4 5 0,-4 3 0,-5 5 0,-5 2 0,-6 2 0,-6 2 0,-6 4 0,-4 3 0,-6 2 0,-5 2 0,-6 1 0,-5 1 0,-8-7 0,-5 2 0,-5 1 0,-5 2 0,-4-1 0,-4 1 0,-2-1 0,-4-2-110,0-6 1,-3 1 0,-4 0 0,-3-1-1,-2 0 1,-3-2 0,-2-1 0,-3-3-1,-2-3-13,-8 4 0,-2-1 0,-4-3 0,-2-2 0,-4-2 0,-2-3 0,-2-4 0,-3-3 37,-5-1 0,-3-3 1,-4-2-1,-2-3 0,-2-5 1,-1-3-1,-1-6 1,1-5 85,3-7 0,-1-3 0,-1-4 0,-1-4 0,0-5 0,0-5 0,0-4 0,2-7 0,-3-5 0,0-5 0,0-6 0,0-5 0,1-5 0,1-4 0,3-3 0,2-4 0,0-4 0,0-6 0,2-3 0,2-5 0,3-4 0,3-3 0,4-3 0,5-2 0,10 3 0,4-3 0,3-4 0,3-2 0,3-2 0,2-1 0,2-2 0,3 0 0,2 0 0,2 0 0,1-2 0,3-1 0,2-2 0,3 0 0,3 0 0,3 0 0,4 1 0,4 0 0,3-7 0,6-2 0,3 1 0,4 0 0,4 0 0,3 2 0,4 2 0,2 2-141,5-7 1,5 2-1,4 1 1,3 3-1,4 1 1,2 4-1,2 3 16,8-4 1,4 4-1,3 2 1,3 5-1,3 3 1,0 6 320,10-3 1,4 5-1,2 6 1,0 5 0,-1 5-189,5 4 0,1 7 0,0 5 0,-3 6 319,15-2 1,-2 8 0,-4 12-1,-15 12 1,-2 10 0,-8 15-231,-7 20 0,-7 17 0,-9 14-45,-15-2 1,-7 13 0,-5 8-1,-4 5 1,-4 3-53,-5-23 0,-3 3 0,-2 3 0,-3 3 0,-2 1 0,-2 2 0,-2 0 0,-2 1-99,-1-10 1,-2 3 0,-2 0-1,-2 2 1,-1 0 0,-2 1-1,-1-1 1,-1 0 0,-2-1-1,0-2 39,-1 0 0,-2 0 0,0 0 1,-2 0-1,-1-1 0,-1-1 1,-2-1-1,0-2 0,-2-2 1,0-2 59,-7 7 0,-1-2 0,-2-1 0,-2-3 0,0-2 0,-2-3 0,0-2 0,-2-4-17,-8 8 0,-1-3 0,-2-4 1,-1-4-1,-1-7 0,-1-7 17,-19 5 0,0-8 0,-4-13 0,-1-14 0,-6-17 0,-4-14 0,1-14 0,1-11 0,25-2 0,0-9 0,2-6 0,0-7 0,3-4 0,1-4-141,4-4 1,1-5-1,1-5 1,3-4-1,1-3 1,2-2-1,3-2 31,9 13 1,1-3 0,1-2 0,2-3-1,1 0 1,2-1 0,1-1 0,2 0-1,2 1 81,2-1 0,1-1 0,2 0 0,2-1 1,1 0-1,1 0 0,2 0 0,1 1 1,1 1 28,0-4 0,2-1 0,1 1 0,2 0 0,1 1 0,1 2 0,1 0 0,2 2 162,-1-14 1,2 1-1,2 2 1,2 1 0,-1 3-1,2 2-162,-1-2 0,2 3 0,0 1 0,1 4 0,0 3 245,0-3 1,0 4 0,1 3 0,1 2 81,1-8 1,0 3 0,2 4 163,3-15 1,2 5-1,-1 8 1,-1 1-175,0-5 1,-1-2-318,-2-7 0,-1-1 0,-1-3 0,-1 1 0,0 10 0,-1 4 491,-1 12 1,-2 3-1,-1 12 1,-5 3 491,-18-29 0,-21 14 0,-30 8-492,24 28 1,-5 1-1,-10-5 1,-2 0-1,-5 0 1,-2 3-313,2 0 0,1 4-179,11 6 0,5 4 0,-29 0 0,34 9 0,20 42 0,10 26 0,-1 20 0,3-14 0,-2 7 0,-2 6 0,-1 2-197,0-2 0,-1 3 1,-1 3-1,-1 1 0,0 2 33,2-8 0,-1 2 0,-1 1 0,0 0 0,0 0 0,1-1-33,-6 12 0,1-1 1,-1 0-1,1-1 0,2-4-49,-3 7 0,2-2 0,2-4 0,1-2 127,-2 12 1,2-4-1,3-7 119,0 12 0,5-8 0,8-18 0,4-2 0,3-3 0,2 2 0,1 14 0,0 6 0,1-16 0,0 3 0,-1 3 327,0 8 1,1 2 0,-1 3-147,0-18 0,1 2 0,0 1 0,-1-1-181,1 0 0,0 0 0,0-1 0,0 0 0,-1 19 0,1 0 0,-1-2 0,0-2 0,0 0 0,-1-3 212,1-7 1,0-2 0,0-1-213,0-2 0,0-1 0,1 1 0,1 1 0,0 2 0,0 1 0,0 3 0,0 2 0,0 2-246,0-12 0,0 2 0,0 1 0,0 2 52,-1 8 1,0 1 0,0 2 0,-1 0 193,-1 5 0,0 0 0,-1 2 0,0 1-197,0-15 0,0 0 1,-1 2-1,0-1 0,-1 0 0,0 1 0,-1-1 1,-1 1-1,0-1 0,0 2 148,-2 3 1,1 0 0,-2 1-1,0 0 1,0-1 48,0-1 0,-1-1 0,-1 0 0,0-1 0,0-1 0,0-4 0,0-2 0,0-1 0,-1 0 0,1-1-46,-3 14 1,0-1 0,0-1 0,0-3 45,2-11 0,0-1 0,0-2 0,0-1 6,-2 17 0,-1-1 0,1-3-6,0-9 0,0-1 0,1-2 0,-5 25 0,0-4 491,3-8 1,1-3-229,2-5 0,2-1 228,1-4 1,0-1-1,0-3 1,-1 1-1,0 3 1,0 1-7,0 6 1,0 1-486,0 2 0,0 0 0,2 2 0,0 1 0,0-1 0,-1-2 324,2-7 0,0-2-324,1-10 0,1-1 0,1-8 0,0-2 0,2-2 0,0 0 0,0 0 0,0 0 0,-1 3 0,1 0 0,2-3 0,0-1 0,-2 34 0,4-14 0,0-15 0,0-8 0,0-1 0,0 3 0,0 2 0,0 1 0,0 6 0,0 8 0,6 15 0,-1-33 0,2 3 0,3 9 0,2 1 0,2 7 0,2 1 0,0 2 0,1-1 0,1 1 0,0-3 0,0-7 0,0-2 0,-1-7 0,0-2 0,14 32 0,-4-22 0,-1-12 0,-5-13 0,-3-10 0,0-6 0,-1-7 0,6-3 0,7 3 0,16-2 0,37 7 0,-19-7 0,7-1 0,24 0 0,8-2-328,-20-1 0,5 0 0,2-1 202,-13-2 1,3-1 0,1 0 0,0-1 125,5 0 0,0 0 0,2 0 0,-1-1 0,2 0 0,0 0 0,0 0 0,0 0 0,-1-1 0,0 0 0,0 0 0,0 0-246,0 0 0,1 0 0,1 0 0,-1 0 9,3 0 0,1 1 0,-1-1 0,2-1 237,4-2 0,1-2 0,0 0 0,0-2 0,-2-1 0,1 0 0,-1-2 0,-1-1 0,-5 0 0,-1-2 0,0-1 0,-3-1-246,-4-1 0,-1-1 0,-2 0 0,-2-1 241,13-2 1,-3 0 0,-2-3-137,-6-3 1,-2-3-1,-8 4 1,-9 4-1,-8 0 1,27-22-1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20.37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7745 24575,'99'-5'0,"0"-1"0,0 1 0,-21 2 0,3 1 0,2-1 0,4 1 0,3 0-141,-9 2 1,3-1-1,3 1 1,2 1-1,1-1 1,0 0-1,0 0 0,7 0 1,1 0-1,1 0 1,1 0-1,-1 0 1,1 0-1,-2 0 0,0 0 1,-1 0-1,1 0 1,-1 0-1,0 0 1,-1 0-1,-1 0 0,-4 0 1,1 0-1,-1 0 1,-1 0-1,-2 0 1,-1 0-1,-2 0-56,14 0 0,-1 0 1,-3 0-1,-4 0 0,-3 0-49,1 0 0,-4 0 0,-4 0 0,-5 0-82,-2 1 0,-4 0 0,-10 1-354,37 4 682,-9 5 983,-4 3 0,-7-2 0,-1 0 0,-9 0 0,0-2 0,8 1 0,4-3-294,5 0-689,2-1 0,-1 0 0,0-1 0,4 2 0,-1 0 0,2-3 0,-40-2 0,2-2 0,-1 0 0,2-2 0,5 1 0,0 0 0,5 1 0,0-2 0,4-4 0,3-7 0,16-11 0,5-9-328,-16-2 0,2-5 0,4-4 139,-9 3 0,3-2 0,1-3 0,1-1-8,-9 6 0,1-1 1,1 0-1,0-1 0,-1 0 0,2-1 0,0 0 1,-1-1-1,1 1 0,-2 1 142,12-7 1,0 0-1,-3 0 1,-2 2-101,12-9 0,-4 1 0,-5 3 155,-17 10 0,-4 2 0,-6 3 0,3-4 0,-9 4 0,-1-9 983,-32 15-472,-15 3 472,-37-4 0,-41-6-805,11 16 0,-9 1-178,14 5 0,-4 0 0,-2 0-103,-7 0 0,-3 1 1,-1-1 102,-4 0 0,-2 0 0,0 0 0,5 2 0,1 0 0,0 1 0,4 1 0,0 0 0,3 1 0,-26-5 0,5 1 0,12 0 0,5-1 0,13-1 0,5-2 0,-24-18 0,32-13 0,26-39 0,22 17 0,11-9 0,10 6 0,8-5 0,7 0-164,-1 14 0,4-1 0,5 1 0,3 3 164,8-1 0,4 1 0,4 4 0,4 4 0,5 5 0,3 4 0,4 5 0,1 6 0,-1 6 0,2 6 0,1 6 0,1 7 0,2 6 0,1 7 0,-1 6 0,-1 7 0,-3 6 0,0 6 0,-3 6 0,-3 6 0,-3 5 0,-3 7 0,-3 5 0,-4 2 0,-3 5 0,-3 4 0,-5 3 0,-2 0 0,-5-1 0,-3 1 0,-3 1 0,-2 0 0,-2 0 0,-4 1 0,-1 0 0,-1 0 0,3 19 0,-2 0 0,-3-2-106,-3-8 1,-1-1-1,-3-4 106,4 22 0,-3-8 0,-3-23 0,-1-7 0,2 15 0,-2-38 0,10-21 0,45-42 0,-15-8 0,8-12 0,6-8-197,-5 2 0,5-8 1,3-4-1,3-5 0,1-2 74,-14 13 0,2-3 0,1-3 0,2-2 0,0-1 0,0-1 0,1-1 0,-1 0 13,-4 3 1,1-2 0,0-1 0,1 0-1,-1-1 1,0 0 0,-1 0 0,0 0-1,-1 0-13,4-5 0,0-1 0,0-1 0,-1 1 0,-1 0 0,-2 1 0,-1 2 0,-1 1-41,5-8 0,0 0 0,-3 2 0,-2 2 0,-3 3 0,-3 4-82,2-6 0,-4 3 0,-3 6 0,-4 5-246,14-19 0,-10 16 190,-9 19 302,-28 98 0,-3 30 0,-1 22 0,0-27 0,1 7 0,1 5 0,1 1 196,-1-5 1,1 2-1,1 3 1,1 0 0,0-1-98,1 2 0,1 1 0,1 0 0,1-2 1,-1-3-100,3 6 0,-1-2 0,2-4 0,-1-6 327,0-3 1,1-6 0,0-8 163,1-1 1,5-15 491,26-21-492,-3-45 1,5-21-202,4-11 0,5-12 1,3-10-488,-9 7 0,2-9 1,2-4-1,1-4 0,-1-1 56,-10 12 1,0-2-1,1-2 1,0-2-1,-1-1 1,0 0-1,0 0 0,0-3 1,1-1-1,-1 0 1,0-1-1,-1 0 1,-1 2-1,-1 1 31,2-4 0,-1-1 1,0 2-1,-2 1 1,-2 3-1,-2 5 355,4-9 1,-3 3 0,-3 5 0,-2 8 245,10-22 1,-6 23-257,-6 39-235,-25 68 0,-9 33 0,3-7 0,0 11 0,-2 8 0,2 4-164,-1-7 0,0 5 0,0 4 0,0 3 0,0 2 0,0 0 41,-1-15 0,1 2 0,-1 2 0,0 0 0,1 2 0,-1-1 0,1 0 0,-1-1-18,0 11 1,1 2-1,-1 0 1,1-1-1,-1-1 1,0-3-1,0-2 290,0-2 0,-1 0 0,0-3 1,0-2-1,0-4 0,1-5-149,-1 7 0,0-4 0,0-6 0,0-7 0,0 21 0,0-17 0,0-16 0,0-74 0,5-30 0,5-16 0,6-6 0,5-9 0,2-3 245,-1 7 1,3-2 0,1-3 0,1 0-1,6-9 1,2-2 0,2 0 0,1 2-85,0 1 0,3 1 1,-1 2-1,0 2-161,-6 13 0,-1 1 0,0 2 0,-1 3 327,5-8 1,-2 3 0,-2 7-12,1 0 0,-5 10-316,-1-3 0,-15 28 0,-9 4 0,-4-18 983,0-54-492,0 9 1,-1-13-480,-2 9 1,-2-7 0,0-3-259,1 19 0,0-3 0,-1 0 0,0-1 65,0-2 0,-1 0 0,0 0 0,1 2 181,-1 5 0,0 2 0,1 1 0,1 2-222,1-14 0,1 2 1,0 2 221,0 3 0,1 1 0,0 2 0,0 6 0,1 2 0,1 1 0,0 1 0,1 1 0,3 0-62,5-28 0,7 1 62,10 3 0,7 4 0,6 6 0,7 6 0,3 7 0,3 5 0,3 6 0,1 3 0,-2 2 0,1 2 0,6-1 0,3-1 0,-15 12 0,2-1 0,3-2 303,8-7 1,3-2-1,2-1-303,7-5 0,2 0 0,0-1-166,-15 12 1,-1 0-1,2-1 1,-2 1 165,0 1 0,0 1 0,-1 0 0,0 2 0,13-8 0,-2 2 0,0 2-33,-5 6 0,0 1 1,-2 5 32,21-6 0,-2 8 0,-5 11 0,-1 6 0,0 5 0,1 6 0,9 2 0,4 8-143,-22 8 0,2 7 0,1 7 143,-8 4 0,0 6 0,0 6 0,1 5-197,-2 5 0,1 6 1,-1 4-1,0 4 0,0 3 33,-6-3 0,-1 4 0,0 3 0,-1 1 0,1 2 0,-1-1 161,2 4 1,1 2 0,-1 1 0,-1-1 0,0 1 0,-1-2 2,-3-4 0,-1 1 0,-1-1 0,-1-1 0,0-2 0,-1-3-160,0 1 1,0-2-1,-1-2 1,-1-3-1,-1-4 160,17 17 0,-3-5 0,0-10 0,9 1 0,0-15 0,-8-18 0,0-10 474,-7-9 1,-1-4-475,42 0 983,-22-7 0,-25 2 0,-16 2 0,-11 6-309,0 0-674,-3-1 0,-7-4 0,-4-3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1:5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0 24575,'-11'21'0,"-9"6"0,-29 47 0,15-32 0,-4 3 0,-23 24 0,1-1 0,22-26 0,1-3 0,-12 7 0,8-7 0,22-16 0,8-6 0,51-15 0,24-26 0,5-2 0,17-6 0,-7 1 0,0-3 0,-2 1 0,-8 4 0,3 0 0,-11 4 0,11-5 0,-66 33 0,-1 8 0,-24 63 0,-28 0 0,23-25 0,-1-3 0,-27 7 0,31-43 0,17-17 0,11-47 0,1 3 0,6-9 0,-11 27 0,-4 24 0,-24 9 0,-27 21 0,-9 3 0,-3 11 0,34-18 0,22-14 0,33-23 0,-6 2 0,8-4 0,-22 16 0,-6 2 0,-10 9 0,0-5 0,1 0 0,-1 0 0,0-5 0,0-1 0,0-14 0,0-8 0,1-1 0,3 3 0,-2 20 0,3 2 0,-19 28 0,-2 11 0,-6 11 0,14 30 0,10-37 0,9 8 0,0-32 0,4-9 0,2-1 0,15-10 0,-4-1 0,10-5 0,-11 1 0,-5-1 0,4-10 0,-8 8 0,3-3 0,-5 11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1:53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17633 843 24575,'6'22'0,"6"42"0,-10-28 0,5 25 0,-7-56 0,0-91 0,0 11 0,0 15 0,0 1 0,0 7 0,-5 46 0,4 26 0,-11 21 0,10 30 0,-12 24 0,7-15 0,-1-17 0,3-55 0,4-54 0,2-28 0,0 25 0,-2-8 0,0-10 0,-2-18 0,1-6 0,-1 3 0,1 16 0,1-2 0,-1 2 0,0-31 0,-1-11 0,-3 47 0,1 59 0,-1 5 0,-28 41 0,-12 31 0,8 0 0,0 12 0,-5 6-546,3-13 1,-4 5-1,-2 5 1,0 3 0,2 3 545,10-11 0,0 6 0,1 2 0,1 2 0,1-1 0,1-3 0,1-4-724,-3 10 1,1-3 0,1-3 0,3-1-1,1-2 724,-4 14 0,1 1 0,6-8 0,12-17 0,13-12 0,12-18 0,20-26 0,16-30 0,17-19 0,2-4 0,7-4 0,2-6 0,2-7-370,-17 9 1,3-5 0,0-2 0,0-3 0,-3 1 369,11-13 0,-1 0 0,-3-3 0,-8-4 0,-10-4 0,-7-5 0,-3 1 0,-4 7 261,0 9 0,-3 5 1,-7 1-262,-2-33 0,-10 17 3344,-9 44-3344,-16 21 0,-83 5 0,22 15 0,-11 6 0,-7 4-588,1 0 0,-5 4 0,-4 2 1,-1 2 587,9-1 0,-4 2 0,0 1 0,2 1 0,4 1 0,-2 2 0,2 1 0,5 0 0,5-2 704,-6-1 1,5 0-1,30 1-704,39 18 0,57-36 0,38-14 0,11-1 0,-25 5 0,6 1 0,6-1 0,6-1 0,5-1 0,6-4-371,-23-1 1,6-1-1,4-1 1,4-2-1,3 0 1,3-2-1,0 0 1,1-1-1,0-1 1,-2 0-1,-1 0 1,-4-1 370,3-1 0,-1-1 0,-1 0 0,0-2 0,0 0 0,-1 0 0,0-1 0,1 0 0,0-1 0,0 0 0,1 0-242,-2 1 1,2-1 0,2 0 0,1 0 0,1-1 0,-1 0 0,-2 0 0,-2 0-1,-3-2 1,-5 1 0,-4-1 0,-6 0 241,20-10 0,-6-1 0,-6 0 0,-6-1 0,-7 1 0,-5 2 492,23-10 1,-10 1 0,-46 7-493,-67 9 0,-33 5 0,-9 5 0,-18 3 0,-11 2 0,-6 2-428,33 2 1,-3 2 0,-4-1 0,-4 2 0,-2 1 0,-3 0-1,-3 1 1,-1 1 427,12 0 0,-2 1 0,-2-1 0,-2 1 0,-2 1 0,-2 0 0,-1 1 0,-2 2 0,-2 1 0,-2 1 0,-1 2 0,-1 1 0,20 0 0,-3 0 0,-2 2 0,-1 1 0,-2 1 0,-1 1 0,-2 1 0,0 0 0,-1 2 0,-1-1 0,1 2 0,-1-1 0,1 2 0,0-1 0,1 0 0,1 1 0,1 0 0,2-1 0,1 1 0,-8 1 0,1 1 0,1 0 0,1 0 0,1 0 0,0 1 0,0 0 0,1 1 0,0 0 0,0 0 0,1 2 0,-1 0 0,0 1 0,0 0 0,0 2 0,0 0-46,1 1 0,-2 1 1,-1 0-1,-1 2 1,0 1-1,-1 0 1,0 1-1,1 0 1,1 1-1,1 0 0,2 0 1,1 1-1,3-1 1,2 0-1,3 1 1,3-2-1,4 1 46,-16 9 0,4 1 0,3 0 0,3 0 0,3 1 0,3-1 0,3 0 0,3-1 0,3-1 0,2 0 0,-10 8 0,3 0 0,5 0 0,5-2 0,6-1 0,5-1 0,-11 23 0,10-2 0,14-16 0,9-12 3034,33-3-3034,35-47 0,21-20 0,7-3 0,16-11 0,10-7 0,6-2 0,-1 0 0,-24 13 0,2 0 0,2-1 0,2-1 0,2-2 0,2 0 0,2-3 0,3-1 0,-12 5 0,4-2 0,2-2 0,2-1 0,2-1 0,0 0 0,2-2 0,-1 1 0,1-1 0,-2 0 0,0 1 0,-2 0 0,-3 1 0,1 0 0,0-1 0,0 1 0,0-1 0,-1 0 0,-1 0 0,0 0 0,-1 1 0,-1 0 0,-1 1 0,-2 0 0,12-6 0,0-1 0,-1 1 0,-1 0 0,-1 1 0,-3 1 0,-3 0 0,-2 3 0,-4 0 0,11-6 0,-1 1 0,-3 1 0,-7 3 0,-9 2 0,-12 4 0,16-20 0,-42 15 0,-67 36 0,-44 17 0,-18 8 0,7-1-759,7-1 1,3 2-1,-10 4 1,-21 2 758,54-9 0,-6 0 0,-6 1 0,-4 1 0,-5 2 0,-5-1 0,-3 2 0,-3 0 0,-2 0 0,-3 2 0,-1-1 0,-2 1 0,0 0 0,0 0 0,-1 0 0,2 1 0,1-1 0,2 0 0,11-2 0,0 0 0,-1 0 0,0 1 0,0-1 0,-1 1 0,0 0 0,0-1 0,-2 2 0,1-1 0,-2 1 0,0-1 0,-1 2 0,0-1 0,-2 1 0,0 0 0,-1 0 0,-1 1 0,-1 0 0,0 1 0,-2 0 0,-1 0 0,-1 1 0,16-3 0,-1-1 0,-1 2 0,-1-1 0,-1 1 0,-1 0 0,-1 1 0,-1-1 0,-1 1 0,0 0 0,-1 1 0,0 0 0,-1 0 0,-1 0 0,0 0 0,0 1 0,-1 0 0,0-1 0,0 2 0,0-1 0,0 0 0,0 1 0,-1 0 0,1-1 0,0 1 0,0 0 0,1 0 0,-1 0 0,2 1 0,-1-1 0,1 0 0,1 1 0,0-1 0,1 0 0,-1 1 0,0 0 0,-1-1 0,1 0 0,0 1 0,0-1 0,-1 0 0,1 0 0,0 0 0,0 1 0,0-1 0,0 1 0,0-1 0,1 1 0,-1 0 0,1 1 0,-1-1 0,1 1 0,0 0 0,0 1 0,0 0 0,0 0 0,1 1 0,0 0 0,0 0 0,0 2 0,0-1 0,1 2 0,0 0 0,0 0 0,0 1 0,1 1 0,0 1 0,0 0 0,0 1 0,-1 1 0,0 0 0,0 2 0,0 0 0,-1 0 0,1 1 0,-1 1 0,1 0 0,0 0 0,-1 1 0,1 1 0,1-1 0,0 2 0,0-1 0,0 0 0,2 1 0,-1 0 0,2 0 0,0 0 0,1 1 0,1-1 0,1 0 0,0 0 0,2 0 0,1 0 0,1 0 0,2-1 0,0 0 0,2 0 0,1 0 0,2-1-102,-20 12 1,2-1-1,1 0 1,2 0-1,1-1 1,2 0 0,1 0-1,2 0 1,1 0-1,1 0 1,2 1 0,1 0-1,1 1 1,1 1-1,1 0 1,1 1-1,2 1 1,0 1 0,1 1-1,1 2 102,-7 7 0,0 1 0,-1 2 0,1 2 0,-1 1 0,2 1 0,1 0 0,3 1 0,1 1 0,4-1 0,3 0 0,3 0 0,5-1 0,5-1 0,5-1 0,6-2 0,6-1 68,-6 28 0,9-1 0,8-1 0,9-1 0,7-1 0,6-2 1,6-2-1,6-2-68,7 5 0,9 0 0,6-2 0,8-3 0,6-3 0,4-3 0,5-5 0,7-3 0,6-4 0,6-4 0,6-4 0,3-3 0,4-3 0,2-4 0,-9-10 0,3-4 0,3-1 0,3-4 0,2-2 0,2-2 0,2-2 0,2-2 0,0-2 0,-5-3 0,2-2 0,1-1 0,2-2 0,1-1 0,1-3 0,2-1 0,1-2 0,1-2 0,0-3 0,1-1 0,-11-2 0,-1-1 0,2-1 0,0-2 0,1-1 0,1-2 0,0-2 0,1-1 0,2-1 0,0-2 0,1-3 0,0-1 0,2-1 0,1-3 0,-16 2 0,2-3 0,1 0 0,2-3 0,0-1 0,2-1 0,0-2 0,1 0 0,0-2 0,0-1 0,0-1 0,1 0 0,-1-1 0,-1-1 0,0 0 0,-1 0 0,-1-1 0,-1 1 0,-1-1 0,-2 1 0,4-3 0,-2 1 0,0-1 0,-1-1 0,0 0 0,-1-1 0,-1 0 0,0-1 0,0 0 0,-1-1 0,-1-1 0,1 0 0,-2-1 0,1 0 0,-1-1 0,1-1 0,-1-1 0,-1 0 0,2-2 0,1-2 0,1-1 0,0-1 0,1-1 0,-1 0 0,0-2 0,-1 0 0,0 0 0,-2-1 0,-1 1 0,-2 0 0,-1 0 0,-3 0 0,-2 2 0,-3 0 0,-3 2 0,-3 0 0,15-13 0,-2-1 0,-5 1 0,-2 1 0,-3 0 0,-4 1 0,-3 1 0,-3 2 0,-4 1 0,-2 2 296,23-23 1,0 0 0,-9 4 0,-21 6 0,-30 10-297,-56-18 0,-45 24 0,22 41 0,-15 13 0,-8 9 0,-5 3 0,1-1 178,0-1 0,-4 2 1,-3 2-1,-1 1 1,-1 1-1,0 0-178,9 0 0,-2-1 0,-2 2 0,0 0 0,3 1 0,4 0 0,6 1 0,-23 8 0,5 1 0,8 0 0,9-2 1188,4-2 0,7-2 0,27-2-1188,33-4 5329,9 17-5329,29 13 0,11-7 0,2-3 0,1 5 0,24 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26.2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12716 872 24575,'99'3'0,"0"0"0,0-1 0,0 1 0,0-1 0,0 1 0,-1-1 0,-3 0 0,0 1 0,-1-1 0,0 1 0,-2-1 0,-2-1 0,-3 0-197,11 0 0,-3-1 1,-3 0-1,0 0 0,0-1 0,-1 1 0,0 0 1,0 0-1,-1 0 0,-2 0-49,12 0 0,-2 0 0,-2 0 0,-1 0 0,-6 0 0,-1 0 0,-1 0 0,-3 0-82,17 0 0,-3 0 0,-4 0 548,-9 0 0,-3 0 1,-2 0-221,21 0 0,-4 0 0,-12 0 0,-4 0 0,-17 0 0,-6 0 983,16 0 0,-23 0 0,-5 0-566,2-8 1,10-6-418,4-1 0,8-4 0,8-3 0,-5 0 0,9-3 0,4-2 0,-1 0 0,-5 1-123,-2-1 0,-3 2 0,-2-1 0,3 0 123,9-4 0,6-1 0,-7 1 0,-17 5 0,20-13 0,-103 18 0,-47 5 0,-26 3 0,18 1 0,-8-2 0,-5 0 0,-4-1-197,-3-1 0,-5-1 1,-4-1-1,-2 0 0,-2 0 56,21 3 1,-1 1-1,-2-1 1,-1 0-1,-1 0 1,0 1-1,0 0 0,-4 0 1,0 1-1,-1-1 1,0 2-1,0-1 1,1 1-1,1 1 13,3 1 1,0 0 0,0 0-1,1 1 1,0 1 0,2 1 0,1 0 127,-7 0 0,1 2 0,2 0 0,0 1 0,2 0 0,2 1-197,-4-1 0,1 1 1,2 1-1,3 0 0,2 1 128,-3-1 1,2 2-1,4 0 1,4 0 305,-3 1 1,4 0 0,6 0-238,-3 2 0,9 1 0,-3 5 0,42-2 983,16-1 0,-15 17 0,-37 34-492,8-7 1,-6 6-165,10-10 1,-2 3 0,1 0-108,-21 25 0,4 0-220,10-12 0,15-3 0,30 20 0,51-54 0,28-9 0,9-3 0,-8-3 0,8-2 0,7-3 0,4 0 0,3 0-123,-14-2 0,3 1 0,4-2 0,2 0 0,2 0 0,1 0 0,1-1 0,0 0 13,0 0 1,1-1 0,2 0 0,1 0-1,0 0 1,1-1 0,-1 0 0,-1-1-1,-1 0-13,6-1 0,1-1 0,-1 0 0,-1-1 0,0 0 0,-2-1 0,-1 0 0,-3 0-18,2-1 1,-2 0-1,0 0 1,-2-1-1,-4 0 1,-3 0-1,-5-1-105,22-4 0,-7 0 0,-6-1 0,-9 0-246,18-6 0,-18 2-492,-11 3 180,-69 12 804,-54 0 0,-9-3 0,-12-3 0,-1 0 0,-8-1 0,-6-2 245,-1 1 1,-6-2 0,-4 1 0,-3-1-83,22 4 1,-3 0 0,-2 0 0,-1 0 0,-1 1 0,-2 0-305,7 1 1,-2 1-1,-2 0 1,0 0-1,0 1 1,0 0-1,0 0 122,1 1 1,-1 0-1,1 0 1,-1 0 0,1 1-1,2 0 1,0 1 18,-4 0 0,-1 0 0,2 1 0,2 0 0,2 0 0,2 1-173,-21-1 1,4 2-1,4-1 1,7 1 172,4 1 0,6-1 0,9 2 0,-1 0 0,17 1 0,26 3 983,90-6-492,9-4 1,15-2-315,0 1 0,9-2 0,5 0 19,-25 1 1,4 0-1,2 0 1,1-1 0,0 1-123,5-1 1,2 1-1,1-1 1,0 1-1,-1 0-74,0 1 0,1 0 0,0 0 0,-2 0 0,-3 1 31,9 0 0,-3 0 0,-2 0 0,-7 1-31,2 1 0,-6 0 0,-8 0 0,5 0 0,-15 0 0,-17 2 0,-99 9 0,-29 1 0,-18 2 0,10-1 0,-7 1 0,-5 0 178,12-2 1,-4 1-1,-1 0 1,1 0-179,3-1 0,-1 1 0,3-1 0,3 1 0,-8 1 0,4 1 0,7-2 402,-9 2 0,20-1-402,37 2 0,97-11 0,49-5 0,-40-1 0,8-1 0,6-1 0,4-1 0,0-1-164,0 1 0,3-2 0,3 0 0,1-1 0,1 0 0,0-1 23,-8 0 1,2 0-1,1-1 1,0 0-1,0 0 1,-3-1-1,-2 0-23,3-1 0,-2-1 0,-1 0 0,-2-1 0,-4 1 0,-4-1 5,9-1 0,-5-1 0,-6 1 1,-7 0 158,30-3 0,-42 1 0,-74 4 0,-45 6 0,-38 7 0,-9 0-164,36-1 0,-5-1 0,-5 1 0,-3 0 0,-3 0 0,-2 0 41,4 0 0,-3 0 0,-2 0 0,-4 0 0,-1 0 0,-1 0 0,-2 0 0,0 0 24,10 0 1,-2 0 0,-2 0-1,-1 0 1,0 0 0,-1 0-1,-1 0 1,1 0 0,-1 0-1,1 0 9,7 0 1,1 0-1,-1 0 1,-1 0 0,1 0-1,0 0 1,-1 0 0,0 0-1,1 0 1,-1 0-1,0 0 0,-1 0 1,-1 0-1,0 0 1,0 0 0,0 0-1,0 0 1,0 0 0,1 0-1,0 0 1,2 0-1,0 0-9,-3 0 1,1 0 0,0 0-1,1 0 1,1 0 0,0 0-1,1 0 1,0 0 0,1 0-1,1 0-24,-13 0 0,0 0 0,1 0 0,0 0 0,2 0 0,1 0 0,2 0 0,1 0 107,0 0 1,1 0-1,2 0 1,1 0 0,1 0-1,2 0 1,1 0-149,-3 0 0,2 0 0,1 0 0,2 0 0,0 0 0,0 0 131,-11 0 0,1 0 1,1 0-1,0 0 1,2 0 32,4 0 0,0 0 0,2 0 0,-1 0 0,1 0 196,3 0 1,-1 0-1,1 0 1,1 0 0,0 0-97,-15 0 1,0 0-1,1 0 1,2 0 144,7-1 1,1 1 0,2 0 0,2 1 81,-16-1 1,3 1 0,1 4-1,4 2 1,2 4 0,1 4-1,4 4 1,2 4 0,2 6-1,-4 6 1,2 6 0,0 5-83,14-5 1,0 4 0,1 4 0,0 0-48,-2 5 1,0 2 0,0 3-1,2 1-198,-3 6 0,0 2 0,2 2 0,0 2-87,12-11 0,1 2 0,0 1 0,1 1 1,2 2 86,0 3 0,2 0 0,0 3 0,2 0 0,1 2 0,0 3 0,0 2 0,2 1 0,1 2 0,3 0 0,1 2 0,3 1 0,1 1 0,2 0 0,2 1 0,3 0 0,1 1 0,3 0 0,2 0 0,1 1 0,3-1 0,2 0 0,2 0 0,2 0 0,1 1 0,2 0 0,1 1 0,2 1 0,2-1 0,1 1 0,0 0 0,2 1 0,1 0 0,2 0 0,2 0 0,2 3 0,2 1 0,2 0 0,2-1 0,0-1 0,2-4 0,0-2 0,2 0 0,0-1 0,2-3 0,5 12 0,2-1 0,1-4 0,-1-3 267,6 9 0,-1-4 0,-1-9-267,2 2 0,-6-12 746,-5 12-746,-93-109 0,10-14 0,-12-15 0,-7-6-197,10 8 0,-5-5 1,-5-3-1,-2-3 0,-3-1 56,12 9 1,-4-3-1,-1-1 1,-2-1-1,-1 0 1,0-1-1,1 1 96,8 7 0,0-1 1,0-1-1,0 1 1,-1 0-1,2 0 1,0 1-1,1 1 45,-4-3 0,1 0 0,0 0 0,1 1 0,2 1 0,1 1 0,2 2 188,-11-8 0,1 2 0,3 1 0,3 2 0,6 2-188,-13-10 0,6 3 0,8 1 109,-8-8 0,11-2-109,18 3 0,6-4 0,3-15 0,2-8-308,4 14 1,-2-5-1,-1-2 308,-4-8 0,-1-2 0,-4 0 0,8 19 0,-2 0 0,-1 0 0,-2 2 0,0 3 0,-2 0 0,-1 2 0,1 2 0,-12-14 0,0 3 0,1 3 327,3 9 1,0 2 0,2 4 163,-11-10 1,3 5-1,14 14 1,2 5 491,-17-19 0,21 18-647,14 13 647,9 9-692,6 11-151,3 4-140,1-2 0,-4-3 0,-6-16 0,-11-18 0,-13-18 0,-9-17 0,-4 0 0,5 9 0,8 18 0,11 20 0,10 14 0,7 9 0,3 3 0,-2-4 0,-6-9 0,-8-7 0,-7-9 0,-4-1 0,3 5 0,7 3 0,6 7 0,8 8 0,4 2 0,3 5 0,1-3 0,-1-7 0,-1-17 0,-2-23 0,-4-23 0,-3-6 0,-1 8 0,0 24 0,2 23 0,2 15 0,3 7 0,-1 2 0,-3-3 0,-2-2 0,-2 1 0,3 0 0,3 6 0,4 27 0,3 38 0,1-8 0,3 8 0,2 17 0,3 4 0,2 4 0,2-1 0,-1-10 0,2-3 0,0-2 0,0-1 0,-2-9 0,0-2 0,-1-5 0,0-3 0,9 44 0,-7-38 0,-3-14 0,0 0 0,1 3 0,-2 1 0,-1 0 0,-1-6 0,-2-5 0,-1-4 0,0-2 0,-2 2 0,0 10 0,0 9 0,-2 10 0,0 5 0,0 4 0,0 2 0,0 2 0,0 4 0,0 1 0,-3 4 0,-1 1 0,-4-1 0,-2 0 0,0-2 0,-1-2 0,0-8 0,2-6 0,0-3 0,1-2 0,-2 3 0,-3 2 0,-1 4 0,-1 14 0,-2 16 0,9-40 0,0 2 0,-1 11 0,1 1 0,-1 6 0,0 1 0,2 6 0,1 2 0,1 5 0,0 0 0,2-1 0,1 0 0,2 2 0,0 0 0,0 1 0,0-1 0,0-3 0,0-1 0,0-4 0,0-2 0,0-6 0,0-3 0,1-5 0,1-1 0,1-2 0,1 1 0,3-1 0,2 0 0,2 1 0,2 0 0,1-1 0,0 0 0,1-5 0,-1-2 0,-2-5 0,-1-3 0,6 35 0,-6-17 0,0 2 0,-1 10 0,-1 19 0,-5-44 0,-1 0 0,-1 0 0,-1-2 0,0 36 0,-1-29 0,0-22 0,0-3 0,0 30 0,0-5 0,0 8 0,0 18 0,0 8-328,0-11 0,0 6 0,0 3 189,0-14 1,0 2-1,0 1 1,0 0 138,1 0 0,0 0 0,1 0 0,0 1 0,0 4 0,1 1 0,0 0 0,2-2 0,0-8 0,0-1 0,2-1 0,0-2-157,3 15 1,1-1 0,1-4 156,0-7 0,0-2 0,0-5 0,5 14 0,1-5 0,-3-13 0,2-1 0,3-2 0,3 1 0,3 6 0,3 1 0,5 6 0,3 0 0,4 2 0,1 0 491,-3-6 1,0-2-234,-4-9 1,-2-2-6,-5-10 1,-1-2-254,15 33 0,-5 2 0,-4-1 0,-6-6 0,-10-14 0,-8-6 0,-6 34 0,-3-25 0,0 6 0,-2 18 0,-2 4 0,-1-26 0,-2 2 0,-1-2 0,-6 25 0,-5-3 0,-2-12 0,-3-5 0,0-14 0,-2-5 0,-19 24 0,3-18 0,6-13 0,10-11 0,6-11 0,10-12 0,6-7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27.28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9489 24575,'0'56'0,"0"-1"0,0-3 0,0 0 0,0 41 0,0-18 0,0-19 0,0-21 0,0-17 0,0-11 0,2-49 0,4-38 0,5 9 0,6-12 0,4-9 0,1-10-110,-5 25 1,2-6 0,2-5 0,0-5-1,2-3 1,1-4 0,0-2 0,2-2-1,0 0 44,-6 22 0,2-1 1,-1-2-1,2-2 1,0-2-1,1-1 1,0-1-1,0-1 1,1-1-1,0-1 1,1 0-1,-1 0 1,1-1-1,-1 1 0,1 1 8,-1 4 0,0-1 0,0-1 0,0 0 0,1-1 1,0 0-1,1-1 0,-1 0 0,1 0 0,-1 0 0,1 0 1,-1 1-1,1-1 0,-1 1 0,1 0 0,-1 1 0,0 0-4,1-2 1,-1-1-1,1 0 1,0 0-1,0 0 1,0 0-1,0 1 1,-1-1 0,1 2-1,0 0 1,-1 1-1,0 1 1,0 1-1,0 1 1,-1 2-1,0 2-28,6-19 1,-1 1-1,1 1 1,-1 2 0,0 1-1,0 2 1,-2 2 0,1 2-1,-2 3 1,0 4-1,-1 2-74,8-24 0,-2 5 0,0 4 0,-2 5 0,-2 5 0,0 6-82,0-2 0,0 5 0,-3 7 0,-3 10-246,4-4 0,-7 15-492,-5 13 0,2 3 802,26-51 182,-1 6 0,9-13 245,-14 28 1,4-4 0,1-4 0,2 0-1,7-10 1,1-3 0,2 0 0,0-1-50,-10 18 1,0-1-1,1 0 1,0 1 0,0 1-77,8-11 1,0 1 0,0 2 0,-3 3 206,7-9 1,-2 4 0,-3 4-1,-10 14 1,-2 2 0,-3 4 163,6-8 1,-6 5-277,9-20 1,-28 43 0,-4 11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03.6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4718 13626 24575,'-57'0'0,"1"0"0,-13 0 0,-5 0 0,-18 0 0,-5 0 0,30 0 0,-1 0 0,3 0 0,-18 0 0,4 0 0,15 0 0,6 0 0,-11 0 0,33 0 0,10 0 0,-8 3 0,-21 8 0,-30 7 0,29-5 0,-4 1 0,-13 1 0,-5 0 0,-9 1 0,-3 0 0,-6 0 0,0 0 0,-1 0 0,2-1 0,10 0 0,2-1 0,10-3 0,3 0 0,11-2 0,3 1 0,-38 6 0,11 0 0,10-3 0,8-2 0,0 0 0,-8 4 0,-12 5 0,-12 3 0,47-11 0,-1 1 0,2-1 0,1-1 0,-43 10 0,12-3 0,15-5 0,18-4 0,10-3 0,7-1 0,0 1 0,-9 4 0,-4 6 0,-13 5 0,-9 6 0,-2 1 0,1 3 0,6 0 0,8 0 0,3 0 0,3-3 0,0 1 0,-5-1 0,0-2 0,-4 3 0,1 1 0,3 0 0,8-3 0,6-9 0,9-5 0,4-4 0,5-2 0,5 1 0,3-2 0,2-2 0,1-1 0,4 0 0,24-1 0,3 0 0,20-1 0,-7-1 0,0 0 0,0 0 0,1 0 0,0 0 0,0 0 0,2 0 0,6 0 0,3 0 0,10 0 0,5 0 0,11 0 0,7 0 0,-5 0 0,-5 0 0,-11 0 0,-9 0 0,-5-1 0,-4-3 0,-3-3 0,-1-3 0,-2-1 0,-3-1 0,1 0 0,4-4 0,7 0 0,3-1 0,10-3 0,-3 3 0,-5-1 0,-7 2 0,-14 3 0,-8 3 0,-9 2 0,-7 1 0,-4 0 0,-14-2 0,-16-1 0,-25 0 0,-21 0 0,-9-1 0,-3 2 0,11 2 0,7 3 0,9 4 0,9 0 0,5 0 0,8 0 0,4 0 0,1-3 0,0-1 0,1 1 0,7 0 0,6 3 0,6 0 0,3 0 0,0 0 0,-1-1 0,2-4 0,2-9 0,2-22 0,4-51 0,-1 2 0,2-14 0,2 24 0,2-7 0,2-6 0,4-3-547,0 9 1,3-5 0,1-2 0,3-3 0,1-3 0,2-1 284,0 8 0,2-2 0,1-2 0,1-2 0,3-1 0,0-1 1,1-1-1,1 0-66,-2 10 0,1-1 0,1-1 1,1-1-1,1-1 0,1 1 1,0-2-1,1 1 0,0 1 1,0-1 169,-1 6 1,0 1 0,1-2 0,1 1 0,-1 0 0,2-1 0,-1 1 0,1 1 0,-1-1 0,1 1 0,-1 1 157,2-6 0,1 1 0,1-1 0,-1 1 0,1 1 0,-1 0 0,0 0 0,0 2 0,-1 0 0,0 1-265,0 0 1,0 0-1,0 1 1,0 0-1,-1 2 1,0 0-1,-1 1 1,0 1 0,-1 0 264,6-12 0,-1 0 0,0 2 0,-1 0 0,-1 2 0,0 0 0,-1 2-209,2-7 0,-1 1 0,-1 2 0,-1 0 0,0 2 0,0 1 209,2-9 0,0 2 0,-1 1 0,-1 1 0,0 2 309,-3 7 0,0 0 1,0 2-1,-1 2 0,-1 3-309,3-5 0,-2 3 0,0 2 0,-2 6 1092,1-4 0,-1 6 0,-2 6-745,2 0 1,-3 11 2928,3 6-2857,-15 41 2618,-6 36-3037,-2 59 0,-1-19 0,2 8 0,0-15 0,2 3 0,-1 1 0,2 3 0,-1 1 0,2-3 0,4 21 0,2-7 881,-4-20 0,0-9-881,3 9 0,-3-39 0,-3-15 0,-3-7 0,0-14 0,-4-23 0,-3-23 0,-7-6 0,-8 13 0,-8 24 0,-3 21 0,0 23 0,3 25 0,2 23 0,0 15 0,1-1 0,-1-10 0,-1-6 0,2-7 0,0-5 0,-2 1 0,-1-4 0,-2-1 0,2 0 0,0 5 0,-1 10 0,0 11 0,-5 19 0,15-38 0,1 1 0,0 6 0,0 0 0,0 0 0,0-2 0,3-7 0,-1-4 0,-8 24 0,4-30 0,3-30 0,0-74 0,4-7 0,2-14 0,1 4 0,-1-6 0,1-4-334,1 12 0,0-3 0,1-2 1,0 2 333,-1-23 0,1 1 0,0 3 0,1 13 0,0 2 0,1 6 0,1-9 0,0 10 0,0-17 0,0 42 0,4 21 0,4 6 0,2 6 1335,3 2-1335,0 4 0,1 2 0,-1 3 0,-1 3 0,-2 0 0,-3 11 0,-2 18 0,1 38 0,1-10 0,0 6 0,2 17 0,1 4 0,2 8 0,1 0 0,0-4 0,-1-4 0,-2-15 0,0-5 0,4 21 0,-7-35 0,-4-23 0,-3-8 0,0 25 0,-6 35 0,-1-12 0,-2 6 0,-4 14 0,-2 1 0,0-5 0,-3-3 0,3-12 0,-2-7 0,-9 6 0,-6-86 0,9-30 0,3-26 0,1-12 0,4 15 0,2-9 0,0-6 0,1-7 0,0-4 0,1-5-298,3 24 0,0-5 0,1-3 0,0-4 0,0-2 0,0-3 0,1-1 0,0-1 1,1-2-1,0 0 0,0 0 63,1 10 1,0-2 0,0-1 0,0-1 0,0-1 0,1-1 0,-1-1 0,2-1 0,0 0 0,0 0 0,2-1 0,0 0 0,1 0 0,1 0 29,0 7 0,2 0 0,-1-2 0,2 0 1,0 0-1,1-1 0,0 0 0,1 0 0,0 0 1,1 0-1,0 0 0,0 1 0,1 1 0,0-1 1,1 2-1,0 1 98,1-8 1,0 0-1,1 0 1,0 0 0,0 1-1,1 0 1,1 1-1,0 0 1,1 2 0,0 0-1,1 2 1,0 1-1,1 2 1,1 2-116,3-8 1,0 1-1,1 1 1,1 2 0,1 2-1,0 1 1,1 1 0,0 2-1,1 2 1,0 2-1,0 1 222,6-13 0,0 3 0,2 1 0,0 2 0,0 4 0,0 2 0,-1 4 0,-1 5-77,6-11 0,-1 5 0,0 4 1,-1 6-1,0 3 77,10-14 0,-1 7 0,-2 9 1570,-1 5 0,-1 10-1570,28-11 3276,8 16-2567,-15 22 1,11 4-710,2 6 0,9 4 0,7 1 229,-17 3 0,6 1 1,3 1-1,5 1 1,3 0-230,-6 1 0,3 1 0,4 0 0,2 1 0,2 0 0,2 0 0,0 0-365,-11 0 1,1 1 0,2 0 0,1 0 0,1 0 0,1 0 0,-1 1 0,1-1 0,-2 0 305,2 0 0,1 0 0,0 0 0,0 0 1,0 0-1,-1 0 0,0 0 0,-1 0 1,-2 0 58,3 0 0,0 0 0,-1 0 0,0 0 0,-2 0 0,-2 0 0,-3 0 0,-4 0-131,21 0 1,-4 0 0,-4 0 0,-5 0-1,-7 0 131,11 0 0,-10 0 0,-11 0 0,-15 0 0,-13 0 0,-13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06.24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221 43 24575,'-53'-9'0,"1"-1"0,7 6 0,-26-15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5.10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5487 6884 24575,'27'66'0,"9"15"0,9 14 0,-5-14 0,4 5 0,3 9-164,-13-21 0,3 8 0,1 4 0,1 1 0,-2-3 0,-2-6-82,4 8 0,-1-7 0,-2 0 0,1 4 49,-2-2 0,2 7 1,-1-1-1,-4-6 0,-5-13-295,1 2 0,-6-8 0,2 10 0,-3-2 0,-8-15 0,-3-5 470,3 19 22,0-4 0,-7-53 983,-1-13-656,-1-51 1,-6-49 0,0-5-83,2 15 1,0-5 0,0-5 0,0-9-369,0 32 0,0-7 0,0-3 0,0-2 0,0-3 0,0 1 0,0 2 0,0 1-18,0-6 1,0 0-1,0 0 1,0 1-1,0 1 1,0 4-1,0 2 48,0-12 0,0 1 1,0 5-1,0 4 0,0 8 93,0-15 0,0 9 0,0 27 0,0 33 0,0 28 0,14 94 0,-6-34 0,2 15 0,2 9 0,0 3 0,1-2-197,1 6 0,2 2 1,0 1-1,1 4 0,0 4 74,-4-21 0,1 3 0,0 4 0,1 1 0,-1 0 0,1 0 0,0-2 0,1-3-41,2 15 0,2-2 0,0-1 0,-1-2 0,0-3 0,-1-3-33,-2 0 0,-1-4 1,0-1-1,-1-3 0,2-1 183,3 11 1,1 0 0,-1-5 0,-4-9 13,0 19 0,-3-9 0,1-2 0,-2-7 0,-4 19 983,-7-1 0,-5-10-492,-2-36 1,-2 1 491,-6 35-961,3-24 0,1 1-22,6-12 0,1 1 491,0 29 1,1-1 491,-2 6-492,3-32 1,-2-7 491,-7-21 0,-9-11-476,-43-9-507,-1-2 0,-13-3 0,3-4 0,-7-2 0,-6-2-246,2 0 0,-6-1 0,-2-1 0,4 2 95,12 1 0,1 1 1,2 0-1,1-1 151,-17-4 0,2-1 0,13 4 0,18 7 0,13 0 0,12 0 0,26-9 0,9-36 0,12-15 0,7-13 0,-1 8 0,2-4 0,4-4-246,2 6 0,4-3 0,2-2 0,-1-2 200,3-12 1,0-2 0,1-2-1,1 0-151,-3 13 0,1 0 1,1-1-1,-2 0 0,-2-2 103,-3-2 0,-2-2 1,-1 0-1,-1-1 0,0 1 94,2 3 0,0 0 0,-1 0 0,-2-2 0,-2-4 0,-6 5 0,-2-4 0,-2-1 0,-1-2 0,-1 0 0,0 0 0,2-3 0,0 1 0,-1-1 0,-2-2 0,-1 0 0,-2-2 0,-4 4 0,-2-1 0,-2-1 0,-1-1 0,-1 0 0,-1 0 0,2 1 0,0 0 0,0-1 0,0 0 0,-1 0 0,-1 3 0,-1 2 0,-2 5 0,-4-7 0,-3 5 0,-2 3 0,1 1 0,2-1 0,2 0 0,0 0 0,1 0 0,1 3 0,-1 4-328,-5-22 0,0 7 0,2-1 94,5-2 1,2 0 0,0-7 233,2 24 0,0-3 0,0-4 0,0-1 0,1-3 0,2 3 0,-1-4 0,1-1 0,1-1 0,-1-1 0,0 3-164,0 1 0,0 2 0,0 0 0,0-1 0,0-1 0,0-1 23,1 2 1,-1-2-1,1-2 1,-1 0-1,0 1 1,0 1-1,-2 4-56,0-15 0,-2 5 1,0 1-1,1-2 0,0-3 182,2 15 0,0-2 0,1-3 0,0 0 1,0 1-1,-1 2 0,0 4 15,-2-12 0,-1 4 0,0 3 0,1-1 0,0-1-197,2-7 0,1-4 1,1 2-1,-1 6 0,0 13-10,0-15 1,0 11 697,0-7 1,0 14 357,0 33 134,0-45-584,-4 71 584,2-4 0,-2 7 0,-1 9-395,-1-4 395,-31 16-656,-20 39 1,-17 29 0,1-2-1,14-21 1,0-3 0,-6 13-469,12-6 1,-5 10-1,-5 6 1,-1 5-1,1 0 1,3 0-1,5-5-56,-5 10 0,6-2 1,1 0-1,1 3 0,-1 5 56,4-6 1,-1 5-1,-1 4 1,1 0-1,2 0 1,2-3-1,4-6-56,1 3 0,4-4 1,2-3-1,2 0 0,0 0-49,-6 18 0,0 2 0,4-5 0,3-13-222,-1 1 0,4-12 468,-10 17 0,16-35 0,13-35 983,0 10 0,-41 28-492,-6 6 1,-15 7-165,1-9 1,-9 2 0,-8-1-525,19-17 0,-5 1 1,-3-1-1,-3-1 0,-2-1 152,7-5 0,-3 0 1,-1-1-1,-3-1 0,0-1 1,-2-1 44,-8 1 0,-3-2 0,-1-2 0,-1 0 0,0 0 0,2-1 0,6 0 0,1-1 0,0 0 0,0 0 0,0-1 0,-1 0-164,-4-2 0,-3 0 0,1-2 0,0 1 0,4 0 0,3 0-33,3 2 0,3 2 1,3-1-1,1-1 0,1-3-49,-9 0 0,1-2 0,3-1 0,7-1 22,-24 8 0,15-3 224,-9-3 0,48-18 983,14 0 0,14 0 0,-9 0 0,-18 0 0,2 0 0,-13 0 0,37 0-645,26-7-338,50-5 0,30-4 0,-21 0 0,7-3 0,7-3 0,7-2-141,-9 2 1,9-2-1,5-2 1,3-1-1,1-1 1,-2 0-1,-4 0 0,-7 1 1,-2 0-1,-2 0 1,1-1-1,0 0 1,0-2-1,1-1 0,10-3 1,3 0-1,1-2 1,0-1-1,-4-1 1,-5-4-1,-8-3-56,3-11 0,-6-5 1,-6-2-1,-6-2 0,-4-2-49,-1-7 0,-7-3 0,-5-2 0,-5-1 0,-3 2 0,-5-3 0,-4 0 0,-5 1-82,-5-18 0,-9 0 0,0-1 269,1 18 0,-1-1 0,-1 0 0,-1 5 59,-3-2 0,-2 4 0,4-3 0,3 0 0,3-4 0,-1 2 0,-2 9 0,-5-11 0,1 7 0,12-11 0,4 1 0,-8 16 0,0 4 491,2 8 1,1 4 491,8-21 0,-8 30 0,-12 3 0,8 16 0,-11-16 0,11 9-740,-6-18-243,6-8 0,2-11 0,-3 11 0,5 4 0,-1 20 0,9 12 0,11 13 0,-7 23 0,23 44 0,-36-11 0,-4 2 0,18 22 0,-18-3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7.03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3228 1 24575,'-32'21'0,"-29"5"0,-13-7 0,-11-2 0,5-2 0,-5 0 0,12 0 0,-5 0 0,7-1 0,-1-1 0,8 1 0,-24 17 0,34-3 0,21-5 0,5-2 0,3 0 0,3-9 0,-6 8 0,-4-3 0,4-1 0,-13 10 0,7-9 0,-26 19 0,2-3 0,-2 4 0,-5 0 0,17-15 0,-1-1 0,-33 18 0,0 0 0,30-19 0,1-2 0,-13 5 0,0-1 0,3-1 0,1 1 0,-5 2 0,-5 0 0,8-8 0,-5 0 0,1 2 0,-25 16 0,-1 1 0,18-15 0,-4-1 0,8 0 0,2 4 0,6-2 0,6-4 0,10-3 0,20-3 0,10 0 0,5 0 0,5-1 0,-3 1 0,-2 5 0,-6 0 0,-5 1 0,6-6 0,0-2 0,-5-3 0,3 5 0,-3-5 0,15-1 0,54-5 0,33 0 0,5 0 0,11 0 0,-56-5 0,10-1 0,-18-5 0,4 0 0,-4 1 0,4-6 0,1-1 0,16-7 0,-17 2 0,-4 7 0,-24 6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9.32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356 79 24575,'-37'31'0,"-2"2"0,-13 33 0,14-6 0,0 30 0,19-30 0,11-10 0,-2-15 0,4 2 0,0-2 0,1 12 0,1-10 0,2-4 0,-2-5 0,4-8 0,0-9 0,-5 0 0,4-1 0,-9 1 0,4 0 0,-5-5 0,-5 8 0,-1-2 0,5 10 0,3-6 0,32-45 0,11-19 0,7-22 0,-1 9 0,-19 28 0,1 12 0,-1 5 0,1 0 0,13-1 0,-5 0 0,7 2 0,-10-1 0,-1 4 0,-3-8 0,3 3 0,-9-5 0,19-42 0,-3-1-197,-1-11 0,0 1 1,-3 10-1,5-24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1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1125 24575,'-2'-6'0,"-2"0"0,-1 1 0,-1-1 0,0 1 0,-1 1 0,-1-1 0,0 2 0,1-1 0,1 2 0,2 0 0,2 0 0,0 0 0,1 1 0,-1-1 0,-2-2 0,-2 0 0,-1-2 0,-1 0 0,1 1 0,2 2 0,2 0 0,2 2 0,0-1 0,1 0 0,0-1 0,-1-2 0,0-1 0,-1 0 0,0 0 0,1 3 0,-1-2 0,-1-2 0,-1-2 0,0-1 0,0 0 0,1 2 0,1 2 0,1 4 0,1-1 0,0 1 0,0-1 0,0-2 0,0-3 0,0-3 0,1-1 0,0 0 0,2 0 0,0 0 0,-1 0 0,1 1 0,-1 0 0,1 2 0,-1 1 0,0 1 0,0 0 0,0-1 0,1 0 0,0 0 0,1 2 0,-2 1 0,1 1 0,-1 1 0,0 1 0,0 1 0,-1 2 0,1 4 0,2 6 0,3 7 0,2 4 0,7 5 0,0 0 0,0-5 0,-3-5 0,-6-7 0,-3-3 0,-1-2 0,-2 0 0,1 0 0,1 1 0,2 3 0,-1 1 0,1 2 0,0-1 0,-1 0 0,1 0 0,1 1 0,-1 0 0,-1-1 0,0-1 0,-2-2 0,-1-2 0,0-2 0,-1 1 0,1 2 0,0 3 0,0 4 0,1 1 0,0 2 0,0-1 0,-1 1 0,0 1 0,0-1 0,0 1 0,0-3 0,0-4 0,-1-2 0,0-4 0,1 1 0,0 0 0,0 6 0,1 7 0,-1 4 0,1 0 0,-1-4 0,-1-5 0,0-2 0,0-1 0,0-2 0,0-1 0,0-3 0,2-1 0,4-3 0,6-1 0,5 0 0,1 0 0,-3-1 0,-5-1 0,-3-1 0,-4-2 0,-1 1 0,-1-2 0,-1 1 0,0 1 0,0 0 0,1 2 0,1-1 0,3-2 0,1 0 0,0-2 0,0 2 0,-2 2 0,0 2 0,2 1 0,5 0 0,6 0 0,5 0 0,-2 0 0,-6 1 0,-7 0 0,-5 2 0,-2 0 0,1 1 0,-1 1 0,0 1 0,0 0 0,0 0 0,0 2 0,0 3 0,0 0 0,2-1 0,-1-2 0,2-2 0,-2-2 0,0-1 0,0 0 0,-1 0 0,0 2 0,1 0 0,-1 1 0,1 0 0,1 0 0,-1-2 0,0-2 0,1-2 0,0 0 0,-1-1 0,0-1 0,-1 0 0,-1 0 0,-1-1 0,-1 0 0,-7-4 0,-10-7 0,-8-5 0,-10-3 0,2 2 0,5 4 0,6 4 0,8 2 0,4 2 0,5 2 0,1 0 0,2 0 0,-2-1 0,-1-1 0,0 0 0,0 0 0,3 3 0,1 1 0,1 1 0,2 0 0,-1-1 0,0-2 0,0-3 0,0-3 0,-1-2 0,1-5 0,1-5 0,0-7 0,1-9 0,0-6 0,0-5 0,1 0 0,1 2 0,0 5 0,-1 5 0,-1 4 0,0 7 0,0 3 0,0 6 0,0 2 0,0 3 0,0 1 0,0 2 0,0 0 0,0 1 0,0 2 0,0 1 0,0 1 0,0 0 0,0 0 0,0-2 0,0-1 0,0-2 0,-1-2 0,-2 1 0,-1-1 0,-1 0 0,-1-2 0,0-2 0,-1 0 0,1-1 0,-1 3 0,2 3 0,1 3 0,2 3 0,-1 1 0,0-2 0,0-2 0,-1-2 0,-1-1 0,0 2 0,1 1 0,0 0 0,2 0 0,-2 0 0,0-2 0,0 2 0,1 0 0,0 2 0,1-1 0,0 0 0,0-1 0,0-2 0,0 2 0,0-1 0,1 1 0,0 1 0,0 1 0,0 0 0,0 0 0,0-2 0,-1 0 0,0 1 0,1 1 0,0 2 0,-1-1 0,0 1 0,0-1 0,0-1 0,0-1 0,0 1 0,0 2 0,2 1 0,-1 1 0,0-1 0,0 0 0,-1-2 0,1 0 0,0-1 0,-1 1 0,1 1 0,-1 1 0,0 0 0,1 1 0,0 0 0,0 0 0,-1-1 0,1 1 0,-1-1 0,0-1 0,0 1 0,0 0 0,0 0 0,-1 0 0,0 0 0,0 0 0,1 1 0,0 0 0,1 0 0,0 1 0,1-1 0,0 1 0,0-1 0,0 0 0,0-1 0,0 1 0,0 1 0,0-1 0,0 0 0,-1-1 0,0 0 0,0 0 0,-1 2 0,1 0 0,5 3 0,4 3 0,7 3 0,-1 0 0,-1-1 0,-4-3 0,-3-2 0,1-1 0,1 0 0,5 0 0,4 0 0,1 0 0,-1 0 0,-3 0 0,-5-1 0,-2-1 0,0-2 0,0-3 0,0 0 0,0 1 0,-2 2 0,-3 2 0,-1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1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3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7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8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30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3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381 355 24575,'-5'-8'0,"0"-2"0,0-1 0,-3-5 0,-1-5 0,-1 0 0,-3 0 0,1 4 0,3 6 0,0 3 0,3 6 0,1 1 0,-1 1 0,-3 0 0,-5 0 0,-2 0 0,0-1 0,3-1 0,4 1 0,4-1 0,3 2 0,0 2 0,1 1 0,0 3 0,2 0 0,-1-1 0,3 0 0,-1-1 0,2 0 0,0 0 0,0 1 0,1 0 0,1 0 0,-1 1 0,0 1 0,-1 1 0,0 0 0,-1-1 0,0 0 0,-2-2 0,1-1 0,0-1 0,0 1 0,2 0 0,-1 0 0,1-1 0,1-1 0,0-1 0,2 0 0,4-1 0,1-1 0,1-1 0,1-2 0,-4 0 0,-1 0 0,-1-1 0,0-4 0,2-2 0,2-2 0,-1-1 0,-1 2 0,-1-1 0,-2 0 0,-2 0 0,-1 0 0,-3 0 0,0 2 0,-1 2 0,-2 0 0,-2 1 0,-3 0 0,-3-1 0,0 1 0,-2-1 0,-1-1 0,0 0 0,2 2 0,1 0 0,3 4 0,3 1 0,0 0 0,1 0 0,-1 0 0,1 1 0,1 3 0,1 2 0,0 4 0,1 1 0,2 2 0,2 0 0,1 0 0,1-1 0,-1-1 0,0-2 0,0 1 0,0 0 0,1 1 0,-1 2 0,1 1 0,0 0 0,0 1 0,-1-3 0,-1 0 0,0-1 0,1-2 0,-1-1 0,-1-1 0,0-1 0,0 0 0,0 1 0,2 3 0,0 1 0,-1 0 0,0 0 0,-4-4 0,-2-5 0,-3-5 0,-4-7 0,-5-15 0,-4-8 0,-2-5 0,3 2 0,5 13 0,3 9 0,3 7 0,3 4 0,0 3 0,-1-1 0,-2-1 0,-1-3 0,1 0 0,0-2 0,1 2 0,1 1 0,1 2 0,1 3 0,0 0 0,-2 2 0,-2 0 0,-1 1 0,-3 1 0,-2 0 0,-1 0 0,0 1 0,2 0 0,2 0 0,3-1 0,2 0 0,1 0 0,0-1 0,-3 1 0,-3 0 0,-1 1 0,-1 0 0,0 0 0,2-1 0,2 0 0,1-2 0,3 0 0,0 0 0,-1 0 0,-2 0 0,-1 0 0,-1 0 0,0 0 0,2 0 0,1 0 0,0 0 0,-1 0 0,1 0 0,-1 0 0,2 0 0,1-1 0,1-1 0,0 0 0,0 0 0,-2-2 0,1 1 0,-1 0 0,2 0 0,2 1 0,1 0 0,2 2 0,0 0 0,1 2 0,1 0 0,0 3 0,2 1 0,1 2 0,1 0 0,-1 0 0,-1 0 0,1-3 0,1 1 0,3-1 0,0 0 0,-1 1 0,-4-2 0,-2-1 0,-2-1 0,0 1 0,-1 0 0,0 0 0,0 0 0,-2 0 0,1 0 0,-1-1 0,-4 0 0,-2 0 0,-4-2 0,-2 0 0,0-1 0,2-2 0,3 0 0,2-1 0,3 3 0,1-1 0,-1 0 0,0-1 0,-1-1 0,-2 0 0,-1 0 0,0-1 0,-1 1 0,1 0 0,1 2 0,1-1 0,0 0 0,1 0 0,0 1 0,0 0 0,1 0 0,1-1 0,-1 1 0,1 0 0,1 0 0,-1 0 0,1 0 0,0 0 0,0-1 0,0 1 0,0-1 0,0-1 0,0 0 0,0 0 0,2 1 0,1 2 0,3 1 0,8 5 0,0 3 0,5 7 0,-4 3 0,4 4 0,1 4 0,2 1 0,-3-4 0,-5-6 0,-5-5 0,-3-3 0,-1-2 0,0 0 0,0-1 0,1 1 0,-1-1 0,-1 1 0,0-1 0,-1 0 0,2 0 0,-1 0 0,2 0 0,1-1 0,-1 1 0,1-1 0,-1 1 0,-1 0 0,0-1 0,0 1 0,-1-1 0,0 0 0,-1-1 0,0 1 0,0 1 0,0 1 0,0-1 0,0 1 0,1-1 0,-1 1 0,0-1 0,0 1 0,0-1 0,1 2 0,0 1 0,0 2 0,-1-1 0,0 0 0,-1-3 0,0 0 0,-1-1 0,0 1 0,0-1 0,0 0 0,-1-2 0,1 1 0,-1-1 0,1 1 0,0-1 0,-1 1 0,0 0 0,0-1 0,1 0 0,-1-2 0,1 1 0,0 0 0,1 1 0,0 1 0,1 1 0,-1 1 0,1 2 0,0 2 0,1 4 0,1 3 0,1 3 0,0 5 0,0 1 0,-1 3 0,0-1 0,1 1 0,-1 2 0,0 3 0,0 5 0,-2 5 0,-1 1 0,0-3 0,-1-7 0,0-7 0,0-9 0,2-8 0,-2-7 0,1-3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41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175 535 24575,'4'7'0,"1"0"0,0 1 0,-1 0 0,-1-3 0,-1 0 0,1 0 0,0 0 0,2 1 0,1 1 0,-1-1 0,1 0 0,-1-1 0,-1-2 0,0-2 0,-1-1 0,-2 0 0,1-2 0,-1-1 0,0-1 0,0 0 0,-1-1 0,0 1 0,0-1 0,0 0 0,0 1 0,0-1 0,0 1 0,0 0 0,0 1 0,0 1 0,0 1 0,-2 0 0,1 1 0,-2 0 0,1-1 0,-5-9 0,-3-10 0,-5-7 0,-1-2 0,3 5 0,3 6 0,2 5 0,0 0 0,0 2 0,-1-1 0,0-1 0,1-1 0,1 0 0,1 1 0,1 2 0,0 0 0,1-1 0,-1-1 0,1-1 0,-1-1 0,-1 0 0,1-2 0,-1 0 0,0-3 0,-1-1 0,2-3 0,0-1 0,0 0 0,2 1 0,0 2 0,0 4 0,1 5 0,-3 4 0,-2 6 0,3 2 0,-2 1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29.24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12123 5498 24575,'-8'61'0,"-1"0"0,-8 19 0,-6 11 0,-4 12 0,4-21 0,-3 9 0,-3 5 0,-1 4 0,-1 2 0,0 1-123,3-13 0,0 2 0,-1 3 0,0 1 0,-1 0 0,-1 2 0,1-1 0,0 0 13,2-9 1,0 1 0,0 1 0,-1 0-1,1-1 1,-1 1 0,1-1 0,0 0-1,0-1-13,-1 7 0,-1 0 0,0 0 0,0 0 0,1-2 0,1-1 0,1-3 0,2-1-41,-3 8 0,3-3 0,0-2 0,2-1 0,0-3 0,0 0-33,-2 4 0,1-1 1,1-3-1,0-1 0,1-3-49,-2 6 0,0-2 0,1-3 0,2-5 197,0 0 1,3-4-1,0-7 49,-1 6 0,2-10 0,1 8 0,13-41 983,3-14 0,0-6 0,0-3 0,3 15 0,-2 39-492,1 3 1,-1 10-442,0-10 1,-2 5 0,0 2-195,-2 8 0,-1 2 0,-2-2 144,-1-6 0,-1-2 0,-2-5 0,-5 10 0,-8-10 0,-9-19 0,-11-9 0,-27-9 0,-14-8 0,-1-2 0,-10-2 0,-8 2-164,30-6 0,-5 1 0,-4-1 0,-3 2 0,-2 0 0,-2 1 41,7-2 0,-3 2 0,-2 0 0,-1 0 0,-3 1 0,0 0 0,-2 1 0,-1-1 24,9-1 1,-1 0 0,-2 0-1,0 1 1,-2 0 0,0 0-1,-1-1 1,-1 1 0,0 0-1,0-1 9,2 0 1,-1 0-1,-1 0 1,-1 0 0,0 0-1,0-1 1,-1 1 0,0-1-1,1 1 1,-1-1-1,1-1 0,1 0 1,-2 1-1,1-1 1,-1 0 0,1 0-1,0-1 1,0 0 0,0 0-1,1 0 1,2-1-1,0-1-20,-12 2 1,1-1 0,0-1 0,1 1-1,1-2 1,1 1 0,1-2 0,1 0-1,2 0-13,-2-1 0,2-1 0,1 0 0,0-1 0,2 0 0,2 0 0,1-2 0,1 1-41,-12 0 0,3-1 0,1-1 0,2 0 0,2-1 0,2-1-33,-1 0 0,2-2 1,2 0-1,1-1 0,1 0-49,-17-2 0,1-1 0,1-1 0,1-2 0,0-2 0,0-1 0,0-2 0,1 0 0,3 0 0,0-2 0,0 0 0,0 0 45,-2-1 1,0 0 0,0-1 0,1 1 200,2 1 0,0 1 0,0 0 0,2 1 245,7 2 1,1 1 0,0 1 0,1 0-82,2 0 1,0 1-1,1 1 1,2 1 162,-14 0 1,1 1 0,4 1-1,12 1 1,3 1 0,5 0 163,-12 1 1,8 0 491,-22 0 0,46-4 0,29-9 0,13-22-492,4-12 1,5-12-165,8-16 1,7-13 0,5-7-525,-1 11 0,4-7 1,3-5-1,2-3 0,3-2 74,-7 23 0,1-2 0,2-2 0,2-2 0,1-1 0,0 0 0,1-1 0,0 2 79,3-5 1,1-1 0,1 0 0,0-1 0,1 1 0,1 0 0,-1 2 0,0 0 43,-3 6 0,2-1 0,-1 1 0,0 1 0,1 1 0,-1 1 0,-1 2 0,-1 2 0,7-10 0,-1 1 0,0 3 0,-1 2 0,-2 3 0,-2 3-167,6-10 0,-2 3 1,-3 5-1,-1 3 167,2-3 0,-3 5 0,-3 3 0,4-9 0,-4 4 0,-5 9 0,-2 1 0,0 0 0,0-2 0,3-9 0,2-2 0,-6 14 0,0-2 0,2-2 327,4-10 1,2-3 0,0-2-1,4-6 1,0-2 0,1-1-83,-8 19 1,-1 0 0,1-1 0,0 0-91,-1 0 1,-1 1 0,0 0 0,0 0-156,10-21 0,-1 1 0,0 0 0,0 2 0,-1-1 0,-1 1 0,-2 5 0,0 0 0,-1-1 0,2-5 0,-1-1 0,-1 0 0,-8 18 0,0 0 0,-1-1 0,0-1-159,2-2 0,-1-1 0,0-1 0,0 1 159,0-2 0,1 0 0,-1 1 0,1 1 0,5-15 0,0 2 0,0 2-81,-4 10 1,1 2 0,-2 3 80,9-16 0,-2 7 0,-7 22 0,0 5 0,-4 10 0,4 3 0,7 2 0,9 1 0,12 0 0,10 0 0,10-2-164,-12 8 0,7-2 0,4 0 0,6-2 0,4-1 0,4 0 65,-13 5 1,3 0 0,4-1-1,3-1 1,3 0 0,2-1-1,3-1 1,1 0 0,3-1-1,1 0 37,-19 8 1,1-1-1,2-1 1,2 0-1,2-1 1,0 0-1,2 0 1,1 0 0,1-1-1,2 0 1,0 0-1,1 0 1,0 0-1,1 1 1,1-1-1,0 0 12,-7 4 1,1-1 0,1 0 0,0 0 0,2-1 0,0 1-1,1 0 1,1-1 0,0 1 0,1-1 0,0 1 0,1-1 0,0 1-1,1 0 1,0 0 0,1 0 0,-1 0 0,1 1 0,0-1-1,0 1 7,-7 2 0,1 0 0,0 1 1,1-1-1,0 0 0,0 0 0,1 0 1,0 0-1,1 1 0,-1-1 0,1 1 1,1 0-1,-1 0 0,1 0 0,0 0 1,-1 1-1,1 0 0,1 0 0,-1 1 1,0-1-1,0 2 0,0-1 0,1 1 2,-4 1 0,1 0 0,0 0 0,0 1 0,1-1 0,-1 1 0,1 0 0,0 0 0,0 1 0,1 0 0,-1 0 0,0 0 0,1 0 0,-1 1 0,0 1 0,1-1 0,-1 1 0,0 0 0,0 1 0,0 0 0,-1 0 0,1 1 0,-1 0 0,0 0-4,5 1 0,1-1 0,-1 1 1,0 0-1,0 1 0,0 1 1,-1-1-1,1 1 0,0 0 1,0 1-1,-1 0 0,0 1 1,1-1-1,-1 2 0,0-1 1,0 1-1,-1 0 0,1 0 1,-1 1-1,0-1 0,0 2 0,0-1-2,0 0 0,1 1 0,-1 0 0,0 1 0,0 0 1,0 0-1,0 0 0,-1 1 0,1 0 0,-1 0 1,0 0-1,0 1 0,0 1 0,-1-1 0,0 1 1,0 1-1,0-1 0,-1 1 0,0 1 0,0-1 0,-1 2-8,10-1 0,-1 1 1,0 0-1,-1 1 0,1 0 1,-1 0-1,-1 1 1,0 1-1,0 0 0,0 0 1,0 0-1,-1 1 1,0 0-1,-1 1 0,1 0 1,-1 0-1,0 1 0,-1-1-3,2 2 0,-1-1 0,0 1 0,-1 0 0,1 1 1,-1 0-1,-1 0 0,1 1 0,-1 0 0,0 0 0,0 1 1,-1 0-1,0 0 0,0 1 0,0 0 0,0 0 0,-1 1-4,3 0 1,-1 0-1,0 1 1,1 0-1,-1 1 1,0 0-1,-1 0 1,0 1 0,0 0-1,-1 0 1,0 0-1,0 1 1,-2 0-1,0 0 1,0 0-1,-2 1-14,12 1 0,-1 2 1,0 0-1,-2 0 0,1 0 1,-2 1-1,0 0 1,-1 0-1,-1 1 0,0-1 1,-1 0-1,-1 0 0,-1-1-14,8 2 1,-1 1-1,0-1 1,-2 0 0,0 0-1,-1 1 1,-1-1 0,-2 0-1,-1-1 1,-2 1-1,-2-1 31,13 2 1,-1 1-1,-3 0 1,-1-1-1,-3 0 1,-2-1-1,-2 0 1,-4-2 221,5 2 1,-3-2 0,-3 0 0,-3 0 0,-2-2 0,-1 0-45,19 4 0,-3 0 1,-4-2-1,-5-2 208,4-1 1,-6-1 0,-4-3 163,20 0 1,-7-3-1,-16-4 1,-5-2-1,-16-1 1,-6-1 491,17 2 0,-35 5 0,-19 3 0,-9 5 0,-4 4 0,0 16 0,0 32-492,1-7 1,-2 7-1,-4 21 1,-5 6-165,-2-23 1,-3 1 0,-7 0-299,-8 5 1,-7-1 0,-10-6-30,-18-1 0,-13-6 0,-10-6-197,18-20 0,-7-4 1,-4-2-1,-3-3 0,-4-1 33,0-3 0,-4-1 0,-3-3 0,-3-1 0,0-1 0,-1 0 23,9-3 1,-2 0-1,-1-2 1,-1 0-1,1 0 1,0-1-1,1 1 39,4-2 1,0 0-1,0 0 1,0 0 0,3 0-1,1-1 1,4 1 101,-14 1 0,2 0 0,3 0 0,5 1 0,5 1-4,-14 4 1,8 1-1,12 8 4,2 17 0,17 14 0,23 25 0,16 16-246,6-27 0,3 7 0,3 5 0,2 4 82,1-9 0,2 4 0,2 3 0,2 3 0,1 1 0,2 1 23,2 0 1,2 1-1,2 3 1,1 1-1,2 0 1,2 1-1,1 0 18,0-7 0,1 1 0,2 1 0,1 0 0,1 0 0,1-1 0,2-1 0,0-2-18,4 8 1,1-1-1,2-1 1,1-1-1,1-2 1,0-2-1,1-4 235,1-1 0,1-2 1,1-3-1,0-2 1,-1-4-1,-1-4-94,7 10 0,-2-4 0,-1-7 0,-2-6 4,15 14 0,-3-14-4,-14-24 0,0-7 983,30 8-492,-24-20 1,4-1-1,7 2 1,3-1-1,6-1 1,1-4-1,2-2 1,0-10-1,3-18 1,-2-17-165,-16-7 1,-2-11 0,-1-5-276,5-14 0,-1-8 1,-2-5-53,-8 6 0,0-5 0,-1-3 0,0 1 0,0-1 0,-1-1 0,0 0 0,-1 1 0,0 1 0,-1 0 0,1 0 0,0 0 0,2-3 0,0-1 0,1 0 0,-2 2 0,-3 6 0,0 1 0,-2 1 0,1 0 0,0-3 0,-1 0 0,0 0 0,-2 1 0,-1 4 0,-1 0 0,-2 1 0,0 3-80,2-10 0,-2 3 0,-2 4 80,10-19 0,-4 9 0,-12 29 0,-2 10 0,2-1 0,-8 22 0,3-9 983,16-31-602,-9 11 1,3-6-251,7-10 0,1-2-131,-1 1 0,0 3 0,-5 9 0,-1 6 0,17-15 0,-7 28 0,5 18 0,11 11 0,21 32 0,-28 15 0,-3 14 0,-10 2 0,-2 10 0,-3 5-328,6 19 0,-3 7 0,-2 6 101,-9-12 1,-1 5-1,-2 2 1,-2 1 29,-3-16 0,-2 2 1,-1 1-1,0-1 0,-2 0-49,2 19 0,-1 0 0,-2-1 0,-2-1 215,-1-4 0,-2-2 0,0 0 0,-1-2-215,-1-8 0,0-1 0,-1 0 0,-1-2 194,1-2 0,-1-1 1,0 0-1,-1 1 52,1 3 0,0 1 0,0 1 0,0 1-246,2 7 0,1 2 0,0 1 0,1 2 78,1-14 1,1 2 0,0 1 0,0 0 0,1 0 167,0 2 0,1 0 0,0 0 0,1 1 0,0 0 0,1 2 0,0 0 0,1 1 0,0 0 0,0 0 0,-1 1 0,1 1 0,-1-1 0,-1 0 0,0 0 0,-1-3 0,0 0 0,-2-1 0,1 0 0,-1-1 0,0-1 0,-1 0 0,0-1 0,-1-2 0,-2-2 189,-2 7 0,-2-2 1,-1-3-1,-3-4-189,-3 6 0,-3-5 0,-4-7 491,-8 8 1,-7-11-80,-2-23 0,-4-11 571,-41 3-718,-9-21 226,33-12 1,-2-7-1,-15-13 1,-4-9-308,-9-12 1,-1-8-184,21 5 1,0-5 0,1-3-2,-3-5 0,1-3 0,1-1 0,2 1 0,2-1 0,0 0 0,1 1 0,0-1 0,0 1 0,1 3 0,0 1 0,0 1 0,1 2 0,0 0 0,-1 2 0,-2 1 0,-1 2 0,0 1 0,-1 1 0,-1 2 0,-1 0 0,-8-2 0,-3 1 0,-3 2 0,-9-2 0,-5 2 0,-1 1-246,18 8 0,-2 1 0,-1 0 0,0 0 63,-4 0 1,-1 0 0,0 0 0,1 0 182,0 0 0,1 0 0,1 0 0,1-1 0,5 1 0,1-1 0,1-1 0,2 1-116,-14-7 0,1 0 1,5 1 115,12 6 0,2 0 0,6 3 0,-6-4 0,8 4 0,-19-4 752,31 16-752,14 8 983,6 5-214,-11 6-372,-28 15-397,-28 19 0,34-13 0,-3 3 0,-3 3 0,-2 0 0,1-2 0,-1 0 0,-2-2 0,0-2 0,0-1 0,0-2 0,0-1 0,1-2 0,2-3 0,2-1 0,3-2 0,2-1 0,3-2 0,1-1 0,-35 10 0,12 2 0,14 3 0,9 2 0,-6 3 0,-16 10 0,28-15 0,-3 0 0,-14 6 0,-6-1 0,8-8 0,-5-1 0,-2-1-328,-8 1 0,-3-2 0,-2-1 294,-11 0 0,-3-1 1,-1-3 33,20-4 0,0-2 0,-1-1 0,2 0 0,-19 0 0,2-2 0,1-1 0,5-1 0,2-2 0,3 0-42,11-1 0,4 0 0,0 0 42,-22 0 0,2 0 0,0 0 0,-2 0 0,-6 0 0,-3 0 0,26 0 0,-2 0 0,-1-1-328,-4 0 0,-1-2 0,-3 0 303,-11-3 0,-3-1 0,-2 0-221,19 0 0,-2 0 0,-1 0 0,-1-1 48,-6 0 1,-1-1 0,-2 0 0,0 1 197,-3 0 0,-2 1 0,1 1 0,-1 0 0,2 2 0,1 0 0,-2 1 0,-1 0-197,15 1 0,-2 1 1,0-1-1,-1 1 0,0 1 97,-2-1 0,0 1 0,-1 0 0,0 0 0,-2 1 100,-6-2 0,-1 1 0,-1-1 0,-2 1 0,0 2-164,11 0 0,-2 1 0,0 0 0,0 1 0,-1 2 0,-1 0 0,-3 2 0,-1 2 0,0 0 0,-1 2 0,0 0 0,-1 1 29,10-1 0,0 1 0,-1 1 0,0 0 0,-1 0 0,1 1 0,0 0 135,0 1 0,-1 1 0,1 0 0,0 1 0,0 0 0,0-1 0,0-1 0,2 0 0,0 0 0,0 0 0,0 0 0,1-1 0,0-1 0,1 0 0,-10 0 0,1 0 0,1-2 0,0 0 0,1 0 0,-1-2-164,4-1 0,0 0 0,0-1 0,1-1 0,0 0 0,0-1 90,4-1 1,0-1-1,1-1 1,-1 0-1,1 0 1,0-1 73,-15 0 0,1-1 0,-1 0 0,1-1 0,-2 0 0,17 0 0,-1 0 0,1 0 0,-1 0 0,0 0 0,-1 0 0,0 0 0,-1 0 0,0 0 0,0 0 0,0 0 0,0 0 0,-1 0 0,0 0 0,1 0 0,-1 0 0,0 0 0,1 0 0,0 0 0,-1 0 0,1 0 0,-1 0 0,2 0 0,1 0-63,-12 0 0,2 0 1,0-1-1,1 1 0,2 1 63,6 0 0,1 0 0,0 0 0,2 1 0,1 1 188,-14 1 1,1 1 0,2 1 0,3 1-189,11 1 0,3 0 0,2 0 0,2 2 327,-10 3 1,4 1 0,6 0 163,-5 4 1,11 1 491,-3 8 0,40-5 0,20-5 0,6-1 0,4 1 0,5 2 0,14 13-406,21 15-577,34 15 0,-16-23 0,9 0 0,-6-9 0,7 0 0,5-1-246,2-2 0,5 0 0,5 0 0,4-1 82,-14-5 0,3-1 0,3 0 0,1 0 0,2 0 0,1-1 0,6 1 0,3 0 0,1 0 0,0-1 0,1-1 0,-1-1 0,1 0 0,1 0 0,0-2 0,0 0 0,-2-1 0,-2-1-33,8 0 0,-1-1 1,-2-2-1,-3 0 0,-5-2-49,1-1 0,-4-1 0,-4-1 0,-4-1-82,6-1 0,-5-1 0,-6-1 277,6-2 0,-9-3 51,23-4 983,-35-4 0,-24-2 0,-16 3 0,-8-1 0,-8-9 0,-3-51-656,-1 14 1,0-11 0,0-7-301,0-9 0,0-8 0,0-5 1,0-2-225,0 5 0,0-3 1,0-2-1,0-1 0,0 1 0,0 0 0,0-2 1,0 0-1,0 3 0,0 3-49,-1-5 0,0 2 0,0 5 0,0 7 195,0 8 0,-1 6 1,1 9 50,-4-31 0,1 88 0,7 74 0,11 7 0,8 13 0,5-3 0,6 7 0,5 5-197,-8-25 0,3 2 1,1 3-1,3 0 0,1 1 0,6 9 0,3 2 1,1 0-1,1 1 0,0-2 67,-1-2 0,1-1 1,0 0-1,0-1 0,-1-1 130,-4-7 0,0-1 0,0-1 0,-1-1 0,-2-4 245,3 2 1,-2-2 0,-2-4 0,-1-3 245,16 26 1,-6-11-359,-14-22 1,-5-9-134,2-4 0,-14-21 0,-4-14 983,0-32-492,-3-44 1,-3-31-296,-1 21 1,1-12-1,-1-9 1,2-7 0,-1-4-307,-1 26 1,0-4 0,0-3 0,1-3-1,0-4 1,0-1 0,0-2 0,2-2-1,-1 0 34,0 17 0,-1-2 1,1-2-1,1-2 0,-1 0 1,1-2-1,0-1 1,1 0-1,0 0 0,-1 0 1,1 0-1,1 0 0,-1 2 0,1-2 0,-1-1 1,1 0-1,1 0 0,-1 0 1,1-1-1,0 1 1,0 1-1,0-1 0,1 2 1,-1 0-1,1 2 0,0 1-14,2-8 1,0 0-1,-1 1 1,1 1 0,1 1-1,-1 0 1,1 2 0,1 1-1,0 2 1,0 2-1,1 2-33,4-13 0,1 1 0,0 1 0,1 3 0,0 2 0,1 5 0,1 3 0,1 5-74,7-11 0,1 5 1,1 6-1,1 5 0,4 6-49,3 2 0,2 6 0,2 7 0,2 8-246,35-9 0,-1 18 39,-21 19 0,-5 4 453,18-23 983,-47-34-492,-35 6 1,-18-12-165,-8 2 1,-12-7 0,-8-3-132,9 20 1,-5-2-1,-5-2 1,-2 0 0,-4 0-34,0 4 1,-3 0 0,-3-1 0,-2 1 0,-1 2 0,-1 1-86,-2 0 1,-1 2 0,-2 0 0,0 3 0,-2 1 0,1 2-79,3 5 0,-1 2 0,-1 1 0,1 2 0,0 3 0,0 2-197,-5 0 0,0 2 1,0 2-1,1 4 0,2 2 148,-8 0 0,1 5 0,2 1 0,1 2-102,-15-5 0,3 3 0,3 1 151,14 5 0,2 2 0,3-1 0,-17-6 0,6-2 0,16 3 0,3-3 491,8 0 1,3-2-1,7-2 1,2-3-1,-3-14 1,2-8-1,-2-13 1,3-8-165,13 17 1,2-4 0,1 0-314,2-4 1,1-1 0,3 2 286,0-19 1,4 5-302,6 17 0,2 8 0,3-8 0,3 33 0,0 10 0,0 1 0,0-6 0,0-3 0,0-2 0,0-16 0,0-22 0,-5-31 0,1 39 0,-3 0 0,-1 3 0,-1 3 0,-10-27 0,1 37 0,3 29 0,-3 26 0,-21 60 0,8-6 0,-5 16 0,-4 9-164,12-23 0,-2 5 0,-2 5 0,-1 4 0,-1 3 0,-1 3 54,5-12 1,-2 4 0,0 3 0,-2 2-1,0 2 1,0 1 0,-1 2 0,0 0-1,1-1 20,2-6 1,-1 1-1,1 1 1,-1 1 0,-1 1-1,1 0 1,-1 1 0,1 0-1,0-1 1,1 0-1,0-2-9,-2 8 1,0-1 0,0 1-1,0 0 1,1-1 0,0 0-1,0 0 1,1-2 0,1-1-1,0-1-24,-4 10 0,1-1 0,0 0 0,0-1 0,2-2 0,1-3 0,1-2 0,2-5-74,-6 18 0,2-3 1,2-6-1,3-4 0,3-7-131,-2 9 0,4-8 0,4-10-164,3-8 0,3-12-492,5-14 1967,-11-24-740,-50-10-243,-12-3 0,-16-2 0,26 1 0,-7 0 0,-3 1 0,-2-1 196,5 1 1,-2-1-1,-2 1 1,-1 1 0,0-1-1,-7 1 1,-2 0-1,-1 1 1,0 0 0,1 0-1,1 0 1,1 1-1,0 0 1,1 0 0,0 0-3,5 0 1,0 0 0,1 0 0,0 0 0,1 0-285,-17 0 1,1 0 0,2-1 0,1 0 89,10-1 0,1 1 0,2-2 0,2-1-218,-16 0 0,3-2 0,2-7 218,8-7 0,3-8 0,4-7 0,6-6 0,4-8 0,4-6 0,3-11 0,5-8 0,3-3 0,2-8 0,3-4 0,3 0 0,5 7 0,3 0 0,1 3 0,2 6 0,1 3 0,0 3 0,-6-8 0,1 7 0,8 18 0,2 6 983,-18-19 0,0 8 0,-1-3-30,-4-5-137,-5-6-816,-2-3 0,-5-7 0,0-1 0,3 0 0,7-3 0,9 7 0,10 14 0,6 21 0,3 19 0,3 14 0,-6 19 0,-7 30 0,4 6 0,-4 11 0,0 1 0,-4 6 0,-2 6-246,0 0 0,-3 4 0,-2 4 0,-2 3 49,2-4 0,-2 3 1,-1 2-1,0 2 0,-1 1 33,5-7 0,0 2 0,-1 2 0,-1 0 0,1 1 0,1 1 23,3-10 1,1 1-1,-1 1 1,1 0-1,0 1 1,1-2-1,1 0-23,-4 10 0,1-2 0,0 0 0,2 0 0,0 0 0,0 1 0,1-1 0,1 1 0,0 0 0,1-1 0,1 0 0,1-2-33,-3 10 0,1-1 1,2-1-1,0-1 0,2-2 0,4-8 0,1-1 1,1-1-1,1-1 0,1 0-49,-5 16 0,1 1 0,1-3 0,3-2 156,3-12 0,3-2 0,0-1 0,0-1 90,1 0 0,0-1 0,0 0 0,1 0 0,-5 22 0,0 0 0,2-2 327,1-7 1,2-2 0,0-2-1,1-8 1,1-2 0,1-2 163,-1 23 1,2-6-1,3-14 1,3-6-1,1-15 1,1-4 491,3 22-738,26-3 1,-19-40 0,18 8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30.62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4019 4254 24575,'-38'-42'0,"0"0"0,-3-4 0,-6-5 0,-3-2 0,-2 0 0,-5-4 0,-1-1 0,-1 0-246,-2-5 0,-2-1 0,1-1 0,0 2 227,1 1 1,1 0-1,0 2 1,0 0-228,3 5 0,0 1 0,0 0 0,-1 2 74,-2 0 0,0 1 0,-1 1 0,-2-2 172,-7-3 0,-2-2 0,-2 1 0,1-1-246,-4-3 0,-1 0 0,0 0 0,0-1 165,1 2 0,0 0 1,1 0-1,2 0 81,3 1 0,1 1 0,2-2 0,2 1-246,3 1 0,1-1 0,2 0 0,2 1 185,-13-15 0,4 0 1,1 1 30,5 1 1,2 1 0,3 1 29,9 9 0,3 1 0,3 2 491,-9-17 1,4 2-345,7 7 1,3 0 343,3 6 1,2 0-6,2 1 1,0 1 4,-1 2 1,1 0-281,1 3 1,0 1 113,0 2 1,-1 1-326,2 3 0,0 2 0,-20-31 0,7 18 0,12 15 0,7 14 0,6 9 0,7 8 0,3 4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36.99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3047 3073 24575,'-16'-82'0,"-6"12"0,-10 6 0,-4 4 0,1 5 0,2-6 0,8 5 0,2 11 0,6 8 0,-4 5 0,-5-2 0,-10-5 0,-23-16 0,17 20 0,-4-3 0,-11-8 0,-5-3 0,-10-5 0,-2-2 0,-5-5 0,-1 1-156,25 19 0,-1-1 0,0 2 156,-1 0 0,0 1 0,0 1 0,0-1 0,-1 0 0,1 1 0,-3 0 0,1 0 0,-1 0 0,0-2 0,-1-1 0,0 0 0,-1-3 0,0 1 0,0-2 0,-2-1 0,1-1 0,0 1 0,4 1 0,0 1 0,2 0 0,-20-17 0,4 2 0,12 6 0,5 2 0,12 9 0,5 2 0,-17-23 0,21 20 0,17 19 0,11 9 468,3 3-468,0 1 0,-4-6 0,-9-12 0,-12-16 0,-12-15 0,-5-6 0,1 3 0,8 14 0,14 17 0,12 12 0,50 7 0,28 7 0,23 2 0,-9 0 0,13-1 0,9 1 0,7 0-123,-26 2 0,5-1 0,4 1 0,5 0 0,3 0 0,2 0 0,3 0 0,1 1 41,-17-1 0,2 1 0,2 0 0,2 0 0,2 0 0,2 0 0,0 0 0,2 0 0,0 1 0,1-1 0,0 0 0,-1 0 11,-6 0 1,1 0 0,0 1 0,2-1-1,-1 0 1,2 0 0,0 0 0,0 0 0,1 1-1,0-1 1,0 1 0,0-1 0,1 1-1,-1 0 9,-8 0 1,0 1-1,0-1 1,1 0-1,0 0 1,1 1-1,-1-1 1,1 1 0,0-1-1,0 1 1,-1 1-1,1-1 1,-1 1-1,0 0 1,0 0-1,0 0-4,4 2 0,0-1 1,0 0-1,0 1 1,0 0-1,-1 0 1,1 0-1,-1 1 1,1 0-1,-2 0 1,1 1-1,-1 0 1,0 0-1,0 1 0,-1 0-5,3 1 1,-1 0 0,0 0 0,-1 1-1,0 0 1,0 1 0,0-1 0,-1 2 0,0-1-1,0 1 1,-1 0 0,1 0 0,-1 1-1,0 0-5,4 1 0,1 1 1,-1 0-1,0 1 0,0-1 1,0 2-1,0-1 1,-2 1-1,0 0 0,-1 0 1,-1 0-1,-1 1 0,-1-1-14,4 2 1,-1 0-1,0 1 1,-2 0 0,-1 0-1,0 0 1,-1 0 0,-2 1-1,0-2 1,-1 1-1,-2-1-20,8 2 1,-1 0 0,-2 0 0,0-1-1,-2 0 1,-1 0 0,-1 0 0,-1-1-1,-1 0-31,10 1 1,-2 0-1,-1 0 1,-2-1-1,-2-1 1,0 0-1,-3 0-23,1-2 0,-2 1 0,-2-2 0,-1 0 0,-1 0 0,1-1-33,11 2 0,1 0 1,-2-1-1,-1 0 0,0-1 0,-8 0 0,0-1 1,-1-1-1,0 0 0,0 0 0,3 0 0,0 0 1,1-1-1,0 1 0,-1-1 76,-1-1 0,0 1 0,0-1 0,0 0 0,-1 0 366,19 1 1,-2 0 0,0 0 0,0-1-1,-3 0 1,0-1 0,0 0 0,0-1-224,0 0 1,-1 0 0,1-2 0,1 1-23,-17-1 0,2-1 0,0 1 0,0-1 0,0 1 0,1-1 0,1 0 0,-1 1 0,1-1 0,1 0 196,4 1 1,1 0-1,0 0 1,1 0 0,0 0-1,5 2 1,0-1-1,1 1 1,1-1 0,1 0-97,-10-1 0,0-1 0,2 0 0,0 0 0,1 0 0,2 0-100,-9-1 0,1 0 0,1-1 0,1 0 0,0 1 0,1-1 0,1-1-141,5 1 1,1-1-1,1 1 1,1-1-1,0-1 1,2 1-1,1 0 59,-6-1 1,1 0 0,1 0 0,1 0 0,0 0 0,2 0 0,0 0 0,0 0-29,-4 0 1,0 0 0,1 0 0,0 0-1,1 0 1,1 0 0,-1 0 0,1 0-1,0 0 11,-8 0 1,1 0 0,0 0-1,1 0 1,-1 0 0,1 0-1,0 0 1,-1 0 0,0 0-1,-1 0 74,9 0 1,0 0-1,0 0 1,0 0-1,-1 0 1,0 0 0,-1 0-1,-1 0 1,-1 0-59,5 0 1,-1 0-1,0 0 1,-2 0 0,0 0-1,-1 0 1,-1 0 0,-1 0 82,3-1 0,0 0 0,-1 0 0,-2 0 0,-1 0 0,0 0 0,-2-1 51,6 1 1,0 0 0,-3-1 0,0 1 0,-1-1 0,-2 0-52,9 0 0,-1-1 0,-2 0 0,0 0 0,-2 0 196,-4 0 1,-2 0-1,0 0 1,-1 0 0,-1 1-133,-5 0 0,-1 1 0,-1 0 0,0 0 0,-1 0-64,16-2 0,-2 0 0,0 0 0,-1 1 245,-4-1 1,0 1 0,-2-1 0,-1 0-1,-7-1 1,0 0 0,-2 0 0,-1-2 52,16-2 0,-3-1 0,-2-1 29,-7 0 1,-2-1 0,-1-1-1,-5 0 1,0-2 0,-2 0-28,-4-2 1,-1 0-1,0-1-300,31-7 0,0-1 0,-4 1 0,-1 0 0,-5 1 0,0 1 491,-4 3 1,-1 1-1,-7 3 1,-3 0-1,-5 1 1,-3 2-1,-6 0 1,-3 2 491,40-8 0,-12-2 0,-4 2-967,-1-5-16,7-4 0,5-2 0,-41 13 0,1-1 0,1-1 0,1-1 0,-1 0 0,1-1 0,0 0 0,0-1 0,-2 1 0,-1-1 0,43-18 0,-13 1 0,-12 5 0,-3-1 0,-3-4 0,-1-4 0,0-3 0,-6 0 0,0 3 0,4-3 0,2 0 0,6 2 0,10-1 0,4 2 0,5 1 0,-2 2 0,-15 8 0,-12 11 0,-17 8 0,-15 8 0,-8 4 0,-4 2 0,2 10 0,6 18 0,9 22 0,10 18 0,4 6 0,-1-1 0,-6 3 0,-9 6 0,-9 14 0,-11-45 0,-2 1 0,-2-1 0,-1-1 0,-1 38 0,0-22 0,0-14 0,-1-5 0,-2 6 0,-5 19 0,-1 20 0,5-39 0,1 3 0,0 6 0,2 0 0,0 2 0,2-1 0,-1 2 0,0-1 0,-2-2 0,0-1 0,-1-1 0,-2-1 0,-1-2 0,-1-2 0,-1-4 0,-1-1 0,-8 43 0,-2-15 0,-1-8 0,-3 0 0,-1 1 0,-3 15 0,14-37 0,0 3 0,-1 6 0,0 1 0,-2 5 0,0 1 0,0 0 0,-1-2 0,0-6 0,-1-3 0,-14 38 0,4-28 0,0-26 0,-5-17 0,-30-13 0,4-7 0,-10-3 0,5-2 0,-6-2 0,-3-3-328,-13-3 0,-5-3 0,-1-4 260,19 2 0,-2-3 0,0-2 0,3 0 68,-20-9 0,1-2 0,6 0 0,13 3 0,4-1 0,4 2 0,-7-4 0,9 3 0,-6-3 0,39 12 0,7 0 0,-17-23 983,-19-20-847,24 25 1,-1 0-137,-31-32 0,9 27 0,-17 21 0,15 18 0,-10 9 0,3 9 0,-7 6 0,-3 7-246,1 4 0,-3 6 0,-2 4 0,-2 5 49,5 1 0,-1 5 1,-2 3-1,0 4 0,-1 4 56,13-7 1,-2 3-1,1 3 1,-1 2-1,-1 3 1,-1 1-1,0 1 31,8-6 1,-1 1 0,0 2 0,-1 1-1,0 1 1,0 1 0,-1 1 0,0 1-1,0 0 11,2-1 1,-1 2 0,-1 0-1,1 1 1,-1 1 0,0 0-1,1 1 1,-1-1 0,1 0-1,1 0 0,0-1 1,0 1 0,1 0-1,-1 0 1,1 0 0,0 0-1,0 0 1,2-2 0,1 0-1,0-2-24,-6 9 0,0 0 0,1-1 0,1-1 0,1-1 0,2-2 0,2-2 0,3-2-41,-3 3 0,2-2 0,1-1 0,4-4 0,2-3 0,5-5-164,-15 19 0,7-8 0,7-9-164,5-8 0,8-12-492,2-14 1229,-18-22 1,30-4 0,-22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2:02.3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11726 2850 24575,'63'-35'0,"0"0"0,-7 0 0,1-4 0,-4-3 0,3-6 0,-7 3 0,-3 2 0,-6 2 0,3-5 0,-9 4 0,-18 9 0,-12 12 0,-8 10 0,-2 1 0,-10 4 0,-20-14 0,-23-3 0,-11-7 0,-11 1 0,12 7 0,9 9 0,-14 13 0,-20 8 0,1 4 0,15 1 0,2 4 0,-8 2 0,3 0 0,-8 3 0,-5 1 0,0 2 0,3 0 0,2 1 0,-1 1 0,2 1 0,3 0 0,5-1-248,-15 8 1,7 0 0,1-3 247,-4-2 0,1-1 0,23-7 0,23-4 0,8-2 0,-2 14 0,-3 5 0,-1-5 0,-6 3 0,-12 8 0,-10 4 0,0 0-189,0-2 0,-1-1 0,-10-1 189,-1-9 0,-10 0 0,-6-1 0,3-1 0,9 0-246,12-1 0,8 0 0,0-1 0,-7-2 49,-10-2 0,-9-3 1,-1 0-1,6-3 0,15 0 89,-1 3 1,8-2 426,-9-2 0,5-3-319,-2-1 0,15-7 0,-18-1 521,-9-5-521,-12-7 491,36 4 1,-1-3-1,0-12 1,-5-2-309,-28 1 1,-9-1-184,30-4 0,-3-4 0,-8 3-197,7 9 0,-8 2 1,-4 2-1,-1 0 0,4 0-49,-12-1 0,2 0 0,-2 1 0,-3 2 82,19 2 0,-3 1 0,-3 0 0,1 2 0,1 2 0,3 2-33,-4 4 0,2 3 1,1 3-1,3 0 0,3 0-71,-27 3 1,7 1-1,3 7 82,7 7 1,3 5 0,10 9 185,21 4 0,7 6 0,4 2 0,3 2 0,4 2 0,1 0 0,-15 20 0,5-2 0,11-15 0,7-9 983,4-12 0,43-38-574,21-10 0,16-11-409,9-17 0,14-14 0,11-7 0,10 1-99,-33 24 1,6 0 0,6-1-1,4-1 1,3 0 0,3 0-1,0-1 1,0 0 0,-2 0-1,-2 0 0,0-1 1,-1-1 0,1 0-1,-1-1 1,0 1 0,1-1-1,1 0 1,1 1 0,2 0-1,1 0 17,-5 2 0,4 1 0,2-2 0,2 1 0,0-1 0,1 1 0,-1 1 0,-1 0 0,-3 1 0,-3 2 0,-4 2 0,-4 1-59,14-5 1,-4 3-1,-3 2 1,-4 1-1,-3 1 1,-4 1-1,-3 0-105,22-7 0,-5 2 0,-8 1 0,-16 4-246,-8 0 0,-19 5-492,-24 10 0,6-5 1967,53-2-492,-18 10 1,8 3-1,31-1 1,8 1-165,-34 1 1,0 0 0,-1 1-18,20 3 1,1-3-311,-19-7 0,2-4 0,-1 2 327,-4 5 1,-1 1 0,10-1-132,8-1 1,11-2-1,6 0 1,-2 1 0,-9 2 48,-9 1 1,-6 1 0,-1 2 0,3-1-1,14-1 1,7 0 0,-7 1 0,-17 1 222,22 3-468,-156 16 0,2-6 0,-18-1 0,-12 1 0,-4 0-141,15-1 1,-6 0-1,-4 0 1,-4 0-1,-5 0 1,-3 1-1,-3-1 59,18-2 0,-2 0 0,-4 1 0,-2-1 0,-3 1 0,-1-1 0,-2 1 0,-2-1 0,-1 0 0,-1 0 0,0 0 0,-1-1 20,13-1 1,-1 0-1,-1 0 1,-1 0-1,-1 0 1,-1 0-1,-1-1 1,-1 1 0,0-1-1,-1 0 1,0 0-1,-1 0 1,0 0-1,0 0 1,-1 0-1,1-1 7,3 1 0,-1-1 1,-1 0-1,0 0 0,-1 0 1,0 0-1,-1 0 1,0 0-1,0-1 0,0 1 1,-1-1-1,1 1 1,0-1-1,0 0 0,0 0 1,0 0-1,1 0 0,1 0 0,2 0 0,0 0 1,-1-1-1,0 0 0,0 1 1,0-1-1,1 0 1,-1 0-1,1 0 0,0 0 1,1 0-1,0 0 1,1 0-1,0 0 0,2 0 1,0 0-1,1 0 0,1 0-16,-12 1 1,0-1 0,0 1 0,0-1-1,2 1 1,0-1 0,1 1 0,1-1 0,3 1-1,0-1 1,3 0 0,2 0 0,3 0-1,2 0-52,-25 0 0,2-1 0,4 1 0,3-1 0,4 0 0,4 0 0,5 1 0,5 1-123,-28 3 0,5 1 0,16-1 0,28-2-738,25-3 492,94-6 0,49-3 246,-26 4 0,11 1 0,7-1 0,5-2 215,-25-1 0,5-2 0,3-1 0,2 0 0,2-1 0,1 0 0,0 0 31,-4 2 0,2 0 0,1-1 0,1 1 0,0-1 0,0 0 0,-1 0 0,0 0 0,9-3 0,2 0 0,0-1 0,-1-1 0,-2 1 0,-4 1 0,-4 0 196,8-2 1,-4 1-1,-3 0 1,-6 0 0,-5 2 130,16-2 1,-7 0 0,-22 5 655,-15 2-492,-98 12 1,-43 4-247,7 1 1,-15 3 0,-9 1 0,-6-2-387,26-4 1,-6-1-1,-3 0 1,-3-1-1,-2 1 1,2 0-1,1 1 0,2 1 1,1 1-1,0 1 1,-1-1-1,0 0 1,-2 0-1,-1-3 47,0-1 1,-5-1-1,-2-2 1,0 0-1,1 0 1,4 0 0,5 1-1,8 1 94,-22 4 0,9 1 0,6 0 0,0-2 245,4-5 1,0-3 0,6 0 0,13 4 245,-4 6 1,36 1 491,124 4-492,-4-1 1,22 0-656,-24-3 0,11 0 0,10 0 0,7 0 0,3-1 0,0-1 65,-28-3 1,0-1 0,2-1-1,2-1 1,2 0 0,3 0-1,2 0 1,5 1 0,3-1-1,4 1 49,-25 0 1,4-1 0,5 1 0,2 0 0,4 1 0,1-1-1,3 0 1,2 1 0,0-1 0,2 1 0,0-1 0,-1 1 0,0-1-1,-1 0 1,-1 0 0,-2 0 0,-3-1 0,-2 1 0,-3-2-1,-4 1-32,22 0 0,-4-1 0,-4 0 0,-2-1 0,-3 0 0,0 0 0,-1 0 0,0 0 0,2 0 0,1 0 0,3 1 0,4-1 20,-11 1 1,6 0-1,4 1 1,3-1-1,2 0 1,1 1-1,1 0 1,-2-1 0,-1 1-1,-4-1 1,-3 1-1,-5-1 1,-6 0-1,-7 0 1,-8 0-1,-10 0-184,32-1 0,-18 0 0,-9 0 0,-1 0-82,17-1 0,-5 0 0,-27 3-97,-35 2 425,-105 11 0,25-11 0,-13-2 0,-9-1 0,-5 0 2,15 1 1,-6 0-1,-3 1 1,-4-1 0,-3 0-1,-3 0 1,-1-1-3,10 0 0,-3-1 0,-3-1 0,-1 1 0,-3-1 0,0 0 0,-2 1 0,0 0 0,-1 1 0,1 0 0,0 1 0,-2 1 0,0 0 0,-2 0 0,0 1 0,-1 0 0,1 0 0,-1 0 0,2 0 0,0 0 0,1 0 0,4 0 0,-1 0 0,1-1 0,0 1 0,0-1 0,1 1 0,0 0 0,2 0 0,1 1 0,1 1 0,2 0 0,-17 2 0,0 2 0,0 0 0,3 1 0,2 1 0,4-1 0,5 0 0,6-1 196,-7 1 1,5 0-1,6-1 1,6 1 0,7 1 294,-47 8 1,45 1 81,69-10-573,23 1 0,30-7 0,33-4 0,20-2 0,9-2 0,-2 3-110,-33 0 1,2 1 0,3 0 0,3 0-1,3 0 1,2 0 0,3 0 0,2-1-1,4 1 44,-20-1 0,3 0 1,3 0-1,2 1 1,1-1-1,3 0 1,1-1-1,1 1 1,0 0-1,2 0 1,0 0-1,0 0 1,1 0-1,-1 0 0,-1 0 8,-5 0 0,2 0 0,0 0 0,1 0 0,1 0 1,0 0-1,0 0 0,1 0 0,0 0 0,-1 0 0,1 0 1,-1 0-1,0 0 0,0 0 0,-2 0 0,0 0 0,-1 0 37,7 0 1,0 0-1,0 0 1,0 0-1,0 0 1,-1 0 0,0 0-1,-1 0 1,0 0-1,-2 0 1,-1 0-1,-1 0 1,-2 0 0,-2 0-1,-2 0 119,20 0 0,-2 0 0,-1 0 1,-2-1-1,-2 1 0,-2 0 1,-3 0-1,-4 0 0,-3 0 1,-4 1-51,17-1 1,-1 0 0,-4-1-1,-9 2 1,-13 0 0,-15 3-49,23 9 0,-122-2 0,-51 3 0,-15-1 0,35-5 0,-9-1 0,-7 1 0,-6-1 0,-3 0 0,-3 0 0,-1 0 0,1-1 0,8-1 0,-1 0 0,-2-1 0,-1 0 0,-2 0 0,-2 0 0,-1-1 0,-2 1 0,-3-1 0,-1 1 0,18-2 0,-3 1 0,-2 0 0,-2 0 0,-1 0 0,-2-1 0,0 1 0,-1-1 0,-1 1 0,1-1 0,0 0 0,0 1 0,2-1 0,0 0 0,2 0 0,-2 0 0,1 0 0,-1 0 0,0-1 0,1 1 0,-1-1 0,2 1 0,0-1 0,0 1 0,2-1 0,0 0 0,2 0 0,0 0 0,2 0 0,-8 0 0,1-1 0,2-1 0,1 1 0,0-1 0,2 1 0,0-1 0,1 2 0,0 0 0,0 1 0,0 1-9,-7 2 1,-3 1 0,-1 1 0,-1 2 0,2-1 0,2 1 0,5-1 0,6 0 0,6-2 0,9-1 8,-38-1 0,18-2 0,0 5-97,1 6 0,-9 5 1,17-2-1,48-12 97,40-9 0,49-18 0,33-8 0,-12 3 0,11-4 0,11-1 0,10 0 0,-28 10 0,8 0 0,7-1 0,4 0 0,3-1 0,1 1 0,1 0 0,-3 0 0,-4 1 0,-6 0 0,0 1 0,0 0 0,-1-1 0,0 1 0,0 1 0,0-1 0,-1 1 0,1 1 0,1-1 0,2 1 0,2-1 0,0 1 0,-2 0 0,-3 1 0,-3 1 0,-6 1 0,-7 2 245,29-4 1,-6 2 0,-13 2 0,-22 2 737,-5-6-492,-106 31 1,-36 10-250,2-6 0,-16-1-299,27-5 0,-10 1 1,-9 0-1,-5 0 0,-4-1 1,-2-2 56,19-4 0,-5 0 0,-3-1 0,-3-1 0,-1 0 0,-2-1 0,-1 0 0,2 0 0,0 1 0,3 0-110,-8 0 1,2 0 0,-1 1 0,1-1-1,0 0 1,0 0 0,0 0 0,0 0-1,-1-1 11,6 0 1,-2-1 0,-2 0-1,-1 0 1,1 0 0,2 0-1,3 0 1,4-1 0,6 1-1,6 0-84,-39 0 1,9 1 0,12-1 0,16-1 673,1-1 1,37-3-258,77-8-562,25-8 0,24-5 0,8 1 289,-22 11 1,6 2 0,3 0 0,3 1 0,3-2 38,5-1 0,5-2 0,3 1 0,1-1 0,0 1 0,-2 2 0,-3 2 0,1 0 0,1 2 0,-3 0 0,-3 0 0,-4 2 245,13-1 1,-3 1 0,-7 1 0,-11 0 245,23-4 1,-47 2-392,-114 6 0,-54-1-100,43-2 0,-11-2 0,-8-2 0,-3-1 0,-2-1 0,3 0 163,-2-1 1,-1-1 0,-1-1 0,0 0 0,-1-1 0,-2 0-62,6 0 0,-4 0 0,-1-1 1,0-1-1,3 1 0,6-1 1,6 0-103,-14-4 0,7-1 0,8 0 0,9 0 491,-11-4 1,23-1 491,39 3 0,46-20 0,0 3 0,12-9-428,-16 8 428,-10 8 0,-16-3 0,-47-13-708,-21 14 0,-25-2 1,-4-1-522,15 5 0,-2 0 0,-4-1 0,-5-2 82,12 4 0,-4-2 0,-4-2 0,-1 0 0,2 2 0,5 0-33,-2 1 0,2 2 1,2-1-1,3 2 0,5 0-66,-20-12 0,7 1 0,12 5 263,8 6 0,22 3 0,38 2 0,11 4 0,6-11 0,19-14 983,-1 11 0,20-10 0,-5 9-191,1 3-792,-8 2 0,-11 5 0,-10 11 0,-1-5 0,-9 9 0,4-4 0,-5 6 0,0-1 0,0 0 0,0-5 0,5 4 0,5-8 0,2 3 0,4 0 0,-5 1 0,4 0 0,-3 0 0,4-1 0,-6 6 0,1 1 0,0 4 0,0 0 0,-1 1 0,6 1 0,-4-3 0,-2 1 0,-5 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2:29.90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2698 1080 24575,'-24'-11'0,"5"0"0,19-4 0,51-57 0,9 32 0,23-2 0,13-1 0,-1 0 0,-21 11 0,2 0 0,3 0 0,2 0 0,3 1 0,2-1-141,3 0 1,6 0-1,3-1 1,1 1-1,-2 1 1,-2 1-1,-5 4-56,10-3 0,-2 3 1,-4 3-1,-4 1 0,-6 2-131,24-3 0,-8 3 0,-31 3-431,-38-1 759,-87 13 0,-45 5 0,17 0 0,-12 0 0,-8 0 0,-3 0-164,16 0 0,-4 0 0,-3 0 0,-3 0 0,-1 0 0,0 0 23,5 0 1,-1 0-1,-2 0 1,0 0-1,0 0 1,1 0-1,3 0 66,7 0 1,-2 0 0,2 0 0,1 0 0,3 0 0,3 0 0,5 0 74,-20 0 0,7 0 0,5 0 0,7 0 0,-36 0 0,33 0 0,64 0 0,61-5 0,56-6 0,5 1 0,-19 4 0,4 0 0,5 0 0,8-1-126,-20 1 0,8-1 0,3 0 0,3 0 0,0-1 0,-1 1 0,-3 0 126,8 0 0,1-1 0,-1 2 0,-2-1 0,-3 1 0,-6 0 0,16 0 0,-4 0 0,-6 1 0,-9-1 0,0-2 0,-8-1 0,-29 4 0,-40 3 0,-70 0 0,-51 0 0,31 1 0,-11 1 0,-7 0 0,-6 1-141,21-1 1,-5 0-1,-4 0 1,-3 0-1,-2 0 1,-1 0-1,0 0 18,2 0 0,-2 0 0,-2 0 0,-1 0 0,-1 0 0,2 0 0,0 0 0,2 0 83,5 0 0,0 0 0,-1 0 0,2 0 1,1 0-1,2 0 0,4 0 0,3 0 40,-20 0 0,5 0 0,3 0 0,7 0 0,6 0 0,-12 0 0,9 0 0,28 0 0,36 0 0,56 0 0,49 0 0,8 0 0,-16-1 0,8 1 0,6 0 0,7 0 0,7 1-90,-28 0 1,6 0-1,4 1 1,4 0 0,4 0-1,1 0 1,1 0 0,0 0-1,-1 0 1,-1 0-1,-4-1 44,5 0 1,-2 0-1,1-1 1,-2 0-1,1 0 1,0 1 0,-1-1-1,1 0 1,0 1-1,1 0 46,4 0 0,2 1 0,2 0 0,1 1 0,-1-1 0,-1 0 0,-4 1 0,-4-1 0,-5-1 0,-7 0-93,21 0 0,-7-1 0,-7 0 1,-8-1-1,-6 1 93,39-1 0,-33 2 983,-59 4 0,-28-4-656,-50 3 1,-42 2 0,-7 0-153,29-2 1,-4 0 0,-4 0 0,-4 0 0,-5 1-299,13-1 0,-4-1 0,-4 1 0,-3 0 0,-1 0 0,-1 1 0,1 0 0,1 0 0,-2 1 0,-1 1 0,-1 0 0,0 1 0,1-1 0,1 1 0,3 0 0,2-1-41,-12 1 0,2 0 0,2 0 0,3 0 0,4 1 0,5 0-18,-11 2 1,4 0-1,8 1 1,13-1 672,-3 3 1,25 1 491,38-5 0,10-4 0,66 10-656,15-12 1,22-5 0,12 1-492,-31 1 0,5 1 0,5 1 0,6-1 0,3 0 0,5-1 65,-20 0 1,4-1 0,4 0-1,2 0 1,3 0 0,1 0-1,2 0 1,1-1 0,0 1-1,-1 0 23,-15 0 0,0 0 1,1 0-1,1 0 0,1 0 1,0 0-1,1 0 1,0 0-1,1 0 0,0 0 1,1 0-1,0 0 0,0 0 5,0 0 1,3 0 0,2 0 0,0 0-1,2 0 1,-1 0 0,1 0 0,-1 0 0,-2 0-1,-1 0 1,-1 0 0,-4 0 0,-2 0-1,-4 0-39,14 0 1,-3 0 0,-3 0 0,-3 0-1,-1 0 1,-3 0 0,-1 0 0,-1 0-1,0 0-31,13 0 1,6-1-1,-1 1 1,-5 0-1,-10-1 1,-14 2-1,-20 0-843,12 4 656,-105 1 0,-45 3 0,-1 1 235,18-1 1,-2 0-1,-13 1 93,12-2 0,-10-1 0,-8 1 0,-5 1 0,-5-1 0,-1 1 0,0 0 0,2 0 0,5 0 0,0 0 0,0 0 0,-1 0 0,-2 0 0,-2 1 0,-3 0 0,-3 1 0,-5 1 0,20-3 0,-4 2 0,-3-1 0,-3 1 0,-2 1 0,-1-1 0,-3 1 0,1 0 0,-2 0 0,1 1 0,1-1 0,1 0 0,1 1 0,3-1 0,1 0 0,-1 0 0,0 1 0,1-1 0,1 0 0,1 0 0,1 0 0,0 1 0,0-1 0,1 1 0,0 0 0,0 1 0,0 0 0,0 0 74,-7 2 0,-2 1 0,-2 1 0,0 0 0,1 1 0,0 0 0,2-1 0,3 1 0,3-1 0,5 0 0,5-1 0,5-1-74,-34 8 0,8-3 0,9 0 0,9 2 0,9 2 0,0 7 0,11 2 0,25-2 0,32 1 983,26-7 0,47-15-656,4-11 1,20-5 0,17-2-270,-31 2 0,9-1 0,8 0 1,6-1-1,4 0 0,4-1 0,1 0 1,0 0-1,-2 0-58,-16 1 0,1-1 0,1 1 0,1 0 0,0-1 0,2 0 0,1 0 0,2 0 0,1 0 0,2 0 0,1-1 0,2 1-58,-12 0 0,2 1 0,2-1 0,2 0 0,1 0 1,2 0-1,0 0 0,2-1 0,0 1 0,0 0 0,0 0 1,0-1-1,-1 1 0,0 0 0,-2 0 0,0 0 0,-2 0 35,5 0 0,0 0 0,1 0 0,-2 0 0,1 0 1,-1 1-1,0-1 0,-1 0 0,-1 0 0,0 1 0,0-1 1,-1 0-1,-1 0 0,-1 1 0,0-1-53,4-1 0,1 1 1,0-1-1,-1 0 0,0 0 1,-2 0-1,0 0 1,-2 1-1,-1-1 0,-2 1 1,-3 0-1,-2 1 0,-3 0-47,19-1 0,-3 0 0,-3 1 0,-3 1 0,-3-1 0,-4 1 0,-4 0 0,-5 0-123,34-3 0,-3 0 0,-19 1 0,-40 1-738,-40 3 943,-47 13 1,-49 14 0,-12-2 40,25-8 0,-7-1 0,-7-1 0,-6 0 0,-5 1 0,-3-1 0,22-1 0,-3-1 0,-4 1 0,-2 0 0,-3 1 0,-2-1 0,-2-1 0,-2 1 0,-1-1 0,-2 0 0,0-2 0,11 0 0,-3-1 0,0-1 0,-3 0 0,-1 0 0,-1-1 0,-1 0 0,-1 0 0,-1 0 0,-1 0 0,0 0 0,-1 0 0,0 0 0,-1 0 0,1 1 0,8-1 0,-1 1 0,-1-1 0,-1 1 0,0 0 0,-1-1 0,-1 1 0,0 0 0,0 0 0,0-1 0,-1 1 0,1 0 0,-1 0 0,0-1 0,1 1 0,0-1 0,1 1 0,-1-1-12,2 0 0,-1 0 1,0 0-1,0 0 1,-1 0-1,0-1 0,1 1 1,-1-1-1,1 1 1,0-1-1,0 1 0,1 0 1,1 0-1,0 0 1,1 0-1,1 1 0,1 0 1,1 0 11,-6 1 0,0 0 0,0 0 0,0 1 0,0 0 0,1 0 0,1 0 0,1 0 0,2 1 0,1-1 0,2 0 0,2 1 0,3-1 0,2 0 0,2 0 0,-28 3 0,2 0 0,3 0 0,4-1 0,5 1 0,4 0 0,5-1 0,6 1 245,-31 3 1,-1 1 0,27-2 0,51-3 81,74-6 1,49-2 0,13-1-252,-24 1 0,8-1 0,8 0 1,6 0-1,7-1 0,7 1-147,-34 0 1,5 0 0,4 0 0,4 0-1,4 0 1,2 0 0,3 0 0,1 0 0,2 0-1,-1 0 1,1 0 0,0 0 0,-2 0-1,-1 0 58,-9 0 0,-1 0 0,1 0 0,0 0 0,1 0 0,-1 0 0,1 0 0,1 0 0,-1 0 1,2 0-1,0 0 0,1 0 0,1 0 0,1 0 0,1 0 0,2 0 13,-8 0 0,2 0 0,2 0 0,1 0 0,2 0 0,1 0 0,1 0 0,0 0 0,1 0 0,-1 0 0,1 0 0,-1 0 0,-1 0 0,0 0 0,-2 0 0,-1 0 0,-2 0 0,-1 0 0,-3 0 0,-2 0 0,12 0 0,-3 0 0,-2 0 0,-3 0 0,0 0 0,-3 0 0,1 0 0,-2 0 0,1 0 0,0 0 0,0 0 0,2 0 0,2 0 0,1 0 0,-3 0 0,3 0 0,2 0 0,2 0 0,2 0 0,0 0 0,0 0 0,0 0 0,-2 0 0,-2 0 0,-2 0 0,-3 0 0,-3 0 0,-5 0 0,-5 0 0,-6 0 0,35 0 0,-12 0 0,-7 0 0,-4 0 0,2 0 0,5 0 0,7 0 0,12-1 0,3 1 0,-4-1 0,-12 1 0,-19 1 0,-28 0 0,-15 4 0,-70 4 0,-53 6 0,-31 2 0,-12-1 0,10-3 0,35-5 0,-4-2 0,-2-1 0,-3-1 0,-2 0 0,-1 0 0,-2 1 0,-1 1 0,7 0 0,-1 2 0,-2 0 0,0 0 0,-3 0 0,-1 1 0,-1-1 0,-3-1 0,-2-1 0,-2 0 0,17-3 0,-2 0 0,-3 0 0,-2-1 0,-1 0 0,-2-1 0,-1 0 0,0 0 0,0 0 0,-1-1 0,2 1 0,0-1 0,1 1 0,2-1 0,2 1 0,-3-1 0,0 0 0,3 0 0,0 0 0,1-1 0,0 1 0,0-1 0,1 1 0,-2 0 0,0 0 0,-1 0 0,-2 1 0,-2 0 0,8 0 0,-2 0 0,-3 1 0,-1 0 0,-1 0 0,-1 1 0,0-1 0,0 1 0,0 0 0,2-1 0,0 1 0,2 0 0,3-1 0,2 0 0,3 1 0,3-1 0,-26 0 0,3 0 0,4 0 0,2-1 0,3 1 0,3 0 0,2 0 0,2 1 0,2 1-2,-29 1 1,-11 1-1,3 1 1,19 0-1,32 0 1,47 0 1,70 4 0,10-7 0,24-2 0,19-2 0,11 0 0,7-2 0,0 0 0,-6 0 0,-21-1 0,1 0 0,1-1 0,2 0 0,2-1 0,1 0 0,3 0 0,2 1 0,3-1 0,2 2 0,-16 0 0,3 1 0,1 0 0,4 0 0,1 1 0,1 0 0,2-1 0,1 1 0,1 0 0,1-1 0,0 0 0,-1 1 0,1-2 0,-1 1 0,-1-1 0,-1-1 0,1 1 0,0-2 0,1 1 0,0-1 0,0-1 0,0 1 0,1-1 0,-1 1 0,0-1 0,0 0 0,0 0 0,-1-1 0,0 1 0,-1 0 0,0 0 0,-1 1 0,0-1 0,1 0 0,0 0 0,0 0 0,-1-1 0,1 1 0,-1 0 0,-1 0 0,-1 0 0,-1-1 0,-1 1 0,-1 0 0,-2 0 0,-1 1 0,-2-1 98,20-1 0,-1 1 0,-1 0 1,-2 0-1,-2 0 0,-2 0 1,-3 0-1,-4 0 0,-2-1 1,-5 0-70,18-3 0,2 0 0,-6 0 0,-9 0 0,-14-1 0,-21 1-109,5-11 80,-87 16 0,-41 3 0,-29 3 0,-16 0 0,-2 1 0,9-2 0,19-1 0,-2-1 0,-2 0 0,-3 0 0,-2 0 0,-3 0 0,-4 0 0,-3 1 0,23 1 0,-2-1 0,-4 1 0,-1 0 0,-3 0 0,-1 0 0,-1 0 0,-2 0 0,0 0 0,0 1 0,0-1 0,0 0 0,1 0 0,0 0 0,-1 0 0,-1 0 0,0 0 0,-1 0 0,0 0 0,0 0 0,0 0 0,-1 0 0,1 0 0,0 0 0,1 0 0,0 0 0,0 0 0,1 0 0,-4 0 0,0 0 0,-1 0 0,1 0 0,-1 0 0,2 0 0,-1 0 0,2 0 0,0 0 0,2 0 0,2 0 0,1 0 0,2 0 0,-9 0 0,2 0 0,0 0 0,1 0 0,2 0 0,3 0 0,2 0 0,3 0 0,3 0 0,4 0 163,-24 1 1,-7 1 0,4 0 0,15-2 0,29-1 0,40-3 270,61-8 0,41-1-434,-16 7 0,13 2 0,12 2 0,8-1 0,6 1 0,3-2 0,1-1-82,-20 0 0,4-2 0,4 1 0,2-2 0,3 1 0,2-2 0,2 1 0,1-1 0,2 1 0,0-1 0,1 1 0,0-1 20,-14 2 1,2 0-1,1 0 1,1 0-1,1 0 1,1 0-1,0-1 1,1 1 0,1-1-1,1 1 1,-1-1-1,1 1 1,0-1-1,-1 0 1,1 0-1,-1 0 6,-3 0 0,2 0 0,-1 0 0,2 0 0,0 0 0,0-1 0,0 1 0,0-1 0,1 1 0,-1-1 1,-1 0-1,0 1 0,0-1 0,-1 0 0,-1 0 0,-1-1 0,-1 1 56,3-1 0,1 0 0,0-1 0,-1 1 0,0-1 0,-1 0 0,0 0 0,-1 0 0,-2 0 0,0 0 0,-2 0 0,-1 1 0,-2 0 0,-2 0 0,-3 1 98,17-1 0,-2 0 0,-1 0 1,-2 1-1,-3 0 0,-2 1 1,-3-1-1,-3 0 0,-4 0 1,-5 0 97,35-4 1,5-2-1,-12 1 1,-30 1 0,-45 2 28,-90-5-225,1 11 0,-21 3 0,-15 3 0,-7-1 0,-2 1-110,24-2 1,-4 1 0,-4 0 0,-4-1-1,-2 1 1,-3 0 0,-1 0 0,-2 1-1,0 0 28,9 0 0,-2 0 0,-2 0 0,-1 1 0,-2 0 0,-1-1 0,-1 1 0,-1 0 0,-1 0 0,-1 0 0,0 0 0,0 0 29,11-1 1,-3 1-1,-1-1 1,-2 1 0,0-1-1,-2 0 1,1 1-1,-1-1 1,1 1 0,2-1-1,1 1 1,1-1-1,4 1 1,1-1 0,4 1 52,-12 0 0,2 1 0,2-1 0,3 1 0,1-1 0,3 1 0,0 0 0,2-1 0,0 1 0,1-1 140,-31 1 0,-14 0 1,-2 0-1,9 0 1,22-1-1,32 0 1,43-1 271,45-1-522,20 0 1,24-1 0,21-1 0,15 1-1,10-2 1,6 1 0,0-1 0,-4-1-1,-9 0 25,-11-1 0,0-1 0,-1 0 0,1 0 0,1-1 1,1 0-1,2-1 0,3 1 0,2-1 0,4 1 85,-19 2 0,4-1 0,3 1 0,2-1 0,2 1 0,1 0 0,2-1 0,0 1 0,1-1 0,-1 0 0,0 0 0,-1 0 0,-2-1 0,-2 0 0,-3 0 0,-2-1 0,9-1 0,0-1 0,-1-1 0,-2 0 0,0 0 0,-2-1 0,-2 1 0,-1-1 0,-2 1 0,-2 0 0,-3 0 0,-2 1 140,25-3 0,-2 1 1,-3-1-1,-4 2 1,-5-1-1,-7 0 1,-8-1 145,37-7 1,-13 0-1,-58 4-286,-96 3 0,-62 4 0,-5 2 0,32 4 0,0 3 0,-9 0 0,-12-1-99,32 0 1,-7-1 0,-5 1-1,-4-1 1,-5 0 0,-3 0-1,-3 0 1,-3 0 0,-2 1-1,-1 0 78,26 0 0,-4 0 0,-2 1 1,-4 0-1,-1 0 0,-3 0 0,-1 0 1,-1 0-1,-1 0 0,0 0 0,0 0 1,0 1-1,2-1 0,1 0 1,2 0-1,2 0 0,3 1 0,3-1 21,-16 0 0,3 0 0,2 0 0,3 0 0,2 0 0,0 0 0,1 0 0,-1 0 0,-1 0 0,-1 0 0,-3 0 0,-3 0 0,10 0 0,-6 0 0,-3 0 0,-4 0 0,-2 0 0,-1 0 0,-1 0 0,2 0 0,2 0 0,2 0 0,5 0 0,5 0 0,6 0 0,7 0 0,8 0 0,10 0 327,-52 0 1,25 0 0,9 0 163,-21 0 1,44 0 491,115 0-650,22 0 1,21 0-334,-21 0 0,8 0 0,6 0 0,4 0 163,-17 0 1,4 0 0,3 0 0,2 0 0,0 0 0,0 0-163,6 0 0,3 0 0,0 0 0,0 0 0,-2 0 1,-3 0-2,2 0 0,-2 0 0,-2 0 0,-4 0 0,-5 0 327,24-1 1,-8 1 0,-19 1 655,2 3-492,-118 3 1,-33 1-165,-15 4 1,-16 2 0,-8 2-492,32-4 0,-6 2 0,-3 1 0,-2 0 0,1 0 0,3 0 68,-9-1 0,1 0 0,1 0 0,2 1 0,1 2 96,-17 2 0,-2-1 0,9 7 0,18 18-328,16 29 0,20 19 0,17 7 159,18-9 1,14 7-1,10 5 1,3 6 168,-5-30 0,2 3 0,3 4 0,2 3 0,2 1 0,2 0 0,3 1 0,2-2-110,2-1 1,3 0 0,2 1 0,3 1-1,1-1 1,2 0 0,1 0 0,2 0-1,0-2 95,-2-6 1,1 0 0,2-1 0,1 0 0,1 0 0,1-1-1,1 0 1,1-2 0,0 0 0,1-1 14,6 7 0,2 0 0,0 0 0,1-1 0,1-2 0,2-1 0,-1-3 0,2-1 0,0-4 0,4 1 0,2-2 0,0-3 0,1-2 0,1-2 0,0-2 0,0-3 0,0-3-141,4 1 1,-1-3-1,1-2 1,0-3-1,1-3 1,0-3-1,1-4-23,6-1 0,2-4 0,0-4 0,-1-4 0,1-4 0,-1-3 171,11-1 1,-1-4 0,-1-5-1,2-8 1,3-9-8,-14-7 0,2-9 0,3-5 0,0-5 0,-2-3 0,-2 0 0,-3 1 0,0-1 0,-2 0 0,-3-1 0,-2-3 0,-1-4 0,-1-8-93,-3-4 0,1-6 0,-1-5 0,-2-4 0,-5-1 0,-5-1 0,-6 1 93,-7-1 0,-4-1 0,-5 0 0,-5-2 0,-7 1 0,-6 1 0,-5-6 0,-7-1 0,-7 1 0,-8 3 0,-9 4 245,-13-8 1,-11 4 0,-12 6 0,-13 11-115,-2 21 1,-11 8-1,-10 5 1,-4 6-1,-1 3 1,2 3-132,2 3 0,2 4 0,-2 5 0,-4 3 0,-7 3 0,-10 2-66,30 0 0,-5 2 1,-6 1-1,-5 2 1,-4 1-1,-2 1 1,-3 1-1,-2 0 1,0 2-1,0 1 1,1 0-1,1 1 1,3 0-1,4 1 0,3 1 35,-6 1 0,3 2 1,2 0-1,2 2 1,1 0-1,1 1 1,-1 1-1,0 0 1,-1 2-1,-3 0 1,-1 1-1,-4 1-27,14-4 0,-4 1 0,-2 0 0,-2 1 0,-2 0 1,-2 1-1,1 0 0,-1 2 0,0-1 0,0 1 0,2 1 1,2 0-1,2 0 0,2 1 0,4 1 0,3 0 0,4 0-10,-21 10 1,2-1 0,2 0-1,4 1 1,2 1 0,5 2 0,4 3-1,5 2 1,5 5 0,5 4 26,-1 12 0,3 6 0,5 5 1,5 2-1,8 3 0,9 0 0,9-1 1,12-2 40,12 2 0,13-1 0,9 1 0,9 0 0,7 0 0,5-1 0,3 0 0,3-4 0,8 1 0,6 1 0,5-1 0,4 0 0,2-3 0,2-2 0,0-4 0,-1-5-123,2-1 0,0-5 0,2-2 0,1-3 0,2-3 0,3-2 0,4-1 0,3-1 118,-9-9 0,3 0 1,3-1-1,3-2 1,2-1-1,1-1 1,1-2-1,0-2 0,-1-3 1,-2-1-1,-1-4 5,7 1 0,-2-4 0,-1-3 0,0-3 0,0-1 0,2-3 0,1-1 0,4-1 0,3-1 0,-13-1 0,3-1 0,3-1 0,3-1 0,1-1 0,1 0 0,0-2 0,0-2 0,0 0 0,-2-3 0,-1-1 0,-3-2 0,-3-2 0,10-3 0,-1-3 0,-2-1 0,-2-3 0,0-1 0,-2-3 0,-2-2 0,0-2 0,-1-3 0,-1-1 0,0-3 0,2 0 0,1-2 0,0-3 0,-3-1 0,-2-4 0,-6-3 0,-6-3 0,-7-4 0,-9-5 0,-3-13 0,-8-7 0,-8-6 0,-6-4 0,-6-1 0,-6 0 0,-5 3 0,-5 5 163,-3-7 1,-8 1 0,-7 2 0,-7 1 0,-6 2 0,-8 1-149,-9-6 0,-9-1 1,-8 1-1,-8 5 0,-7 9 1,-6 11-16,-1 17 0,-7 10 0,-7 7 0,-5 6 0,-3 3 0,-3 3 0,0-1 0,16 5 0,-2 1 0,-2 3 0,-1 1 0,-3 2 0,-1 1 0,-2 2 0,-1 0 0,-1 1 0,-2 1 0,8 0 0,-1 2 0,-2 0 0,-1 1 0,-1 1 0,-2 0 0,0 2 0,-1 0 0,-1 1 0,-1 1 0,0 1 0,0 1 0,0 0-45,6 1 1,-2 0 0,-1 0-1,0 1 1,-1 1 0,0 1-1,-1 0 1,0 1 0,0 1-1,0 2 1,0 0 0,0 1-1,0 2 1,1 0 0,0 2 44,4 1 0,0 0 0,-1 0 0,0 2 0,0 1 0,0 0 0,-1 2 0,2 1 0,0 0 0,0 2 0,1 1 0,2 1 0,0 2 0,2 0 0,2 3 0,1 0 41,-5 4 0,-1 0 0,0 1 1,1 0-1,1 2 0,0 2 1,3 1-1,2 2 0,2 2 0,3 3 1,3 2-1,5 4 0,4 3 1,4 3-42,1 8 0,3 5 0,2 5 0,3 3 0,4 3 0,3 2 0,4 2 0,5 2 0,4-1 0,5 0 0,5 0 0,6-3 0,6-2-90,5 6 1,7 0-1,6 0 1,6 0 0,5-1-1,5 1 1,5-1 0,5-1-1,3-1 1,4-1-1,3-1 84,-1-10 1,5 0 0,4 1-1,3 0 1,5-1 0,2 0-1,3-2 1,3-1 0,2-2-1,2-3 1,2-2 0,1-4 0,1-3-1,1-5 6,5 0 0,4-4 0,3-3 0,3-3 0,2-3 0,1-3 0,2-2 0,1-3 0,1-3 0,-1-1 0,1-3 0,-1-1 0,-1-2 0,-3-3 0,1-1 0,1-2 0,-1-1 0,2-3 0,-1-2 0,1-2 0,0-3 0,-1-3 0,1-2 0,-1-4 0,-1-4 0,-1-3 0,9-4 0,1-6 0,0-3 0,1-4 0,-1-4 0,0-3 0,-2-2 0,-1-3 0,-3-2 0,-4-2 0,-2-1 0,-5-1 0,7-6 0,-3-3 0,-3-1 0,-3-3 0,-4-4 0,-3-2 0,-3-5 0,-5-4 0,-3-6-51,-9 4 1,-2-5 0,-2-5 0,-2-4-1,-3-2 1,-3-3 0,-5-1 0,-5-1 0,-5 1-1,-6 1 1,-7 2 50,-7-4 0,-7 0 0,-8-2 0,-5 0 0,-5 1 0,-4-1 0,-3 1 0,-2 1 0,-2 0 0,0 2 10,-2 0 1,-4-1 0,-2 0-1,-3 1 1,-2 1 0,-3 1 0,-1 1-1,-2 3 1,-1 2 0,-1 3-11,-3-2 0,-3 3 0,-2 0 0,-2 3 0,0 2 0,-2 3 0,-1 3 0,0 3 0,-1 4 140,-8-4 0,-1 3 1,-2 3-1,-1 5 1,1 4-1,0 6 1,3 6-111,-10 2 0,1 6 0,1 7 1,1 8-1,4 9 215,-6 8 1,1 7 0,6 14 0,10 19-122,20 11 0,8 16 0,5 13 0,5 8 0,5 6 1,2-1-1,3-2-124,4-6 0,3 2 0,5 2 0,2 1 0,3 3 0,2 2 0,2 3 0,1 2 0,0-14 0,2 4 0,0 2 0,2 3 0,1 2 0,1 0 0,2 1 0,2 0 0,1 0 0,2-3 0,1-1 0,2-2-17,4 1 0,1 0 1,3 0-1,1-1 1,2-1-1,2-1 1,1-1-1,1-2 0,2 0 1,0-3-1,2 0 17,1 1 0,2 0 0,0-1 0,2-1 0,1-2 0,2-1 0,2-4 0,2-2 0,2-3 0,3-4-93,4-2 0,5-1 0,2-4 0,2-3 0,2-2 1,0-4-1,1-4 0,-1-3 0,-1-4 93,16 7 0,1-5 0,-1-6 0,1-5 0,1-8 0,1-8-11,0-8 0,2-9 0,2-6 0,-3-6 0,-3-3 0,-7-3 11,8-3 0,-6-4 0,-4-10 0,-3-16 0,-16-4 0,-1-13 0,-1-9 0,-2-7 0,-4-3 0,-5 1 0,-7 2 78,-4-2 1,-8-1 0,-5 0 0,-4-3 0,-1-4 0,0-4-79,-3 11 0,2-5 0,-1-4 0,-1-2 0,-1-2 0,-4 1 0,-3 2 0,-4 3 0,-6 4 0,-6-6 0,-4 2 0,-4 1 0,-5 3 0,-5 3 0,-4 3 0,-4 3 163,-10-6 1,-6 1 0,-5 4 0,-5 6 0,-4 7 0,-4 10 3,-13 3 1,-5 8 0,-6 10-1,-2 11 1,-2 14-168,15 14 0,-4 11 0,-2 8 0,-1 7 0,0 4 0,3 3 0,4 0-148,-6 5 0,2 2 0,2 3 0,3 7 0,0 8 0,2 9 148,21-11 0,-1 4 0,1 6 0,0 4 0,1 4 0,1 4 0,2 3 0,2 3 0,3 4 0,3 1 0,4 3 0,10-16 0,4 4 0,1 4 0,3 3 0,2 4 0,1 1 0,2 2 0,1 2 0,1 0 0,0 0 0,2 0 0,-1-1 0,1-2 0,0-1 0,-1-3 0,0-2 0,-2-5-90,-5 20 1,-1-5-1,0-2 1,0-3 0,0-1-1,1-1 1,2 0 0,2 2-1,2 1 1,4 3-1,3 4 30,4-10 1,0 5-1,1 5 1,0 4 0,2 2-1,2 1 1,2-1 0,1 0-1,4-4 1,2-4 0,3-5-1,3-6 1,4-9 0,5-8-1,3-11 145,29 22 1,11-19-1,7-14 1,7-6-1,3-1-85,-10-6 0,3-1 0,4-2 0,4-4 0,2-8 0,3-7 0,1-11-99,-9-11 1,4-7 0,3-9-1,3-5 1,0-5 0,1-5-1,-2-2 1,0-2 0,-4-1-1,-3 1 62,3-3 0,-2-2 1,-2-2-1,-1-2 0,-2-3 1,-1-3-1,-2-4 0,0-3 1,-1-4 36,-11 7 0,0-5 0,0-2 0,0-3 0,0-3 0,-2-1 0,-2-2 0,-2-2 0,-3 0 0,-4 0 0,-3 0 0,-4 0 0,0-8 0,-4-1 0,-3-2 0,-4-1 0,-3-1 0,-3 0 0,-3 0 0,-4 1 0,-2-1 0,-2 2 91,-3-5 0,-4 0 0,-3-1 0,-3 0 0,-4 0 0,-2 2 1,-3 2-1,-3 2 0,-3 4-91,-3-9 0,-4 2 0,-3 1 0,-4 4 0,-3 3 0,-5 5 0,-4 6 117,-12-10 0,-6 5 0,-6 7 1,-5 11-1,-6 12-117,-4 15 0,-6 11 0,-5 10 0,-1 8 0,0 7 0,9 6 0,0 5 0,-1 7 0,-1 6 0,-1 6 0,-1 6 0,11 2 0,-3 6 0,0 5 0,-1 6 0,0 2 0,0 3 0,2 2 0,2-1 0,3-1 0,4-2 0,1 1 0,2 0 0,1 2 0,1 1 0,2 2 0,0 2 0,1 2 0,1 3 0,3-2 0,1 4 0,-1 2 0,1 2 0,1 2 0,1 1 0,2 0 0,2 0 0,3-1 0,2-1 0,4-3 0,-3 12 0,1-1 0,4 0 0,3-1 0,3-1 0,5-1 0,5 0 0,6 0 163,3 17 1,6 2 0,7-1 0,7-3 0,8-6 0,8-9-41,9-6 0,8-5 1,8-6-1,6-9 1,8-12-124,12-9 0,10-11 0,7-11 0,2-9 0,-2-8 0,-10-9 0,3-8 0,1-7 0,-1-6 0,-4-4 0,-4-4 0,6-10 0,-3-5 0,-4-6 0,-6-6 0,-7-5 0,-5-6 0,-3-6 0,-8-6 0,-11-3 0,-14-2 0,-17 8 0,-10-4 0,-9-2 0,-9-1 0,-6 1 0,-6 3 0,-4 7 0,-8-1 0,-6 2 0,-5 0 0,-4 3 0,-4 3 0,-1 4-13,-4 1 0,-3 2 1,-3 4-1,-4 2 0,-5 4 1,-4 4-1,-6 5 13,17 14 0,-4 3 0,-5 1 0,-4 4 0,-2 1 0,-1 3 0,-1 2 0,1 3 0,1 2 0,3 3 0,3 3-123,-14 1 0,2 5 0,2 3 0,0 4 0,1 3 0,1 3 0,-2 4 0,0 3 81,1 1 1,-2 3 0,-2 2 0,-1 3 0,2 4 0,3 2 0,4 4 0,7 4 0,6 4 41,2 7 0,3 4 0,4 4 0,6 4 0,8 4 0,8 4 0,10 4 140,10 8 0,10 9 1,9 4-1,8 3 1,7-1-1,5-2 1,5-7-105,8 2 0,7-2 1,7-3-1,7-3 1,5-3-1,7-3-36,4-6 0,7-1 0,6-1 0,4-5 0,4-5 0,1-7 0,1-9 0,-2-10 0,4-8 0,2-6 0,1-5 0,0-5 0,-1-1 0,-4-2 0,3 0 0,-2-1 0,-1-3 0,-1-6 0,0-8 0,-1-10 0,2-12 0,2-10 0,1-9 0,-3-7 0,-4-4 0,-7-4 0,-9 0 0,-6-7 0,-9-2 0,-7-5 0,-5-5 0,-3-5 0,-2-5-99,-8 15 1,-1-6 0,0-4-1,-3-3 1,-2-4 0,-4 0-1,-3-2 1,-4 1 0,-5 2-1,-6 2 42,-6 0 0,-5-1 1,-5 0-1,-5 1 1,-3-1-1,-4 1 1,-3 1-1,-2 0 1,-1 2-1,-2 1-18,1 6 1,-3 1-1,-2-1 1,-2 1-1,-2 1 1,-2 1-1,-2 1 1,-2 3 0,-1 1-1,-3 3 1,0 3 74,-5-1 0,-2-1 0,-1 3 0,-3 1 0,-2 3 0,-1 3 0,-3 4 0,-1 4 0,-3 6 0,-1 6-27,-3 7 0,-4 5 1,-4 5-1,-2 5 0,-1 3 1,0 4-1,1 3 0,2 2 1,3 2-1,5 1 27,-23-2 0,5 3 0,3 4 0,1 7 0,1 10 0,-2 11-54,16 6 0,-3 7 1,-3 8-1,1 7 1,2 4-1,3 4 1,5 3-1,8 2 1,8 0 53,8 4 0,7 2 0,7 4 0,5 3 0,4 2 0,1 3 0,2 2 0,-1 2 0,2-3 0,1 4 0,1 3 0,1 3 0,2 2 0,3-1 0,1 0 0,3-2 0,3-4 0,3-2 0,3 12 0,3-1 0,3-3 0,4-1 0,4-3 0,4-2 0,4-2 0,6 8 0,4 3 0,4-3 0,6-7 0,5-14 0,5-18 327,31-4 1,10-25 0,-1-32-155,-23-27 1,2-24 0,-1-15 0,-6-10 0,-9-2-174,-15 12 0,-6-7 0,-5-4 0,-3-4 0,-3-5 0,-1-3 0,1-2 0,-4 11 0,1-2 0,-1-5 0,-1-2 0,-1-2 0,-1-3 0,-2 0 0,-3-2 0,-1 1 0,-4-1 0,-3 2 0,-3 7 0,-2 0 0,-3-2 0,-2 0 0,-2 0 0,-2-1 0,-1 0 0,-2-1 0,-1 1 0,-1 0 0,0 0 0,-1 0 0,-1 1 0,0-1 0,-1-1 0,-2-1 0,-1 1 0,0 0 0,-2 0 0,0 0 0,-2 1 0,-1 0 0,0 1 0,-1 0 0,-1 2 0,-1 1 0,-3-5 0,-1 1 0,-2 0 0,0 0 0,-2 1 0,-1 1 0,0 1 0,0 1 0,-1 3 0,0 1 0,1 2 0,0 3 94,-6-8 1,-1 2-1,-1 3 1,1 1 0,-1 3-1,1 2 1,2 2 0,1 3-1,3 2-94,-15-23 0,2 3 0,3 5 0,5 8 0,4 10 184,-17-27 0,17 36-184,30 52 0,-4 81 0,13-9 0,4 15 0,0 8 196,0-10 1,0 5-1,0 7 1,3 6 0,4 6-165,1-24 0,3 6 1,2 4-1,1 4 0,1 2 1,1 2-1,1 0 0,-2-1 1,1-2-1,-2-2-32,-1 1 0,0 0 0,-1-2 0,0 0 0,0 0 0,1 1 0,0 0 0,2 0 0,1 3 0,1-2 0,2 4 0,0 2 0,2 1 0,0 0 0,1-1 0,-1-3 0,-1-4 0,0-4 0,-2-6 0,5 25 0,-2-7 0,0-6 0,0-6 0,-1-6 327,5 14 1,-1-9 0,0-18 655,14-2-958,-18-88-25,-11-48 0,-13-29 0,-4 12 0,-6-12 0,-4-6 0,0 1-76,2 18 0,-1-1 1,-1 0-1,-1 0 0,1 2 1,-2-14-1,0 1 1,-1 4-1,0 10 0,-2 21 1,0 0-1,0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10.22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214 528 24575,'74'-50'0,"0"1"0,9 16 0,12 5 0,1-1 0,-21 4 0,1 0 0,2 1 0,2 1-246,12-1 0,5 3 0,-1 0 0,-6 0 179,5-2 0,-5 1 0,-9 0 67,-2-3 0,-7 1 0,4-1 0,-29 12 0,-47 14 0,-27 35 0,-33 35 0,-5 2 0,4-13 0,-6 2 0,-4 4 0,-3 7-141,15-11 1,-3 5-1,-2 5 1,-1 2-1,-1 2 1,0 0-1,1-1 18,6-6 0,-2 2 0,0 0 0,0 1 0,1 1 0,1-1 0,3-1 0,2-1-41,-6 12 0,2 0 0,2 0 0,3-2 0,2-1 0,5-1-33,-3 1 0,1 1 1,4-2-1,11-5 0,15-7-96,17 32 1,38-23 292,25-49 0,28-19 0,15-11 0,6-1-110,-38 2 1,5-2 0,3-2 0,4-1-1,3-3 1,5-1 0,2-1 0,5-1-1,2-1 55,-24 3 0,4-1 1,3-1-1,3-1 0,2-1 1,2 0-1,3-1 1,1-1-1,1-1 0,1 1 1,0-1-1,1-1 1,0 1-1,-1 0 0,-1-1 1,0 1-1,-3 0 0,-1 0-3,2 0 0,0-1 0,-1 1 0,0-1 0,-1 1 1,1-1-1,-1 0 0,0 0 0,0-1 0,1 1 0,-1-1 1,1 0-1,0 0 0,1-1 0,0 0 0,1 0 0,0-1 6,-2 2 0,1-2 0,1 1 1,2-2-1,0 1 0,1-1 0,1 1 1,-1-2-1,1 1 0,-2 0 0,1-1 1,-2 1-1,-1-1 0,-1 1 0,-2-1 1,-2 1-1,-3 0 0,-1 0 0,-4 0-30,16-5 0,-3 0 0,-1 0 0,-3 0 0,-1 0 0,-3 0 0,-2 0 0,-1 1 0,-3 0 0,-2 0 0,-2 0 0,-2 2-59,22-9 1,-3 0-1,-4 2 1,-3-1-1,-5 2 1,-5 0-1,-6 2-105,10-6 0,-7 1 0,-9 1 0,-11 4 23,26-26 223,-66 39 983,12-5 0,50-25-492,-17 21 1,4 0-69,11-8 1,2-1 67,-2 3 1,-2 3-1,-14 6 1,0 1-1,5 1 1,0 1-1,-12 3 1,-1 2-1,4 3 1,-5 0 491,-3-8 0,-23 14 0,-33 5-492,-34 13 1,-24 8-449,-2 1 1,-11 3-1,-11 3 1,-8 2-154,24-8 1,-7 2 0,-5 0 0,-5 2-1,-3 1 1,-1 0 0,-2 0 0,1 1-1,2 0 11,4 0 1,-1 1 0,0 0-1,-1 0 1,-1 1 0,0 1-1,-2-1 1,-1 1 0,-2 0-1,-1-1 23,10-2 0,-2-1 1,-3 1-1,0 0 0,-2 0 1,-1 0-1,0 1 1,0-1-1,0 0 0,2-1 1,0 1-1,1-1 0,3-1-14,-8 3 1,2-1-1,1 0 1,0 0 0,1-1-1,1 1 1,0-2 0,0 1-1,1-1 1,0 0-1,0 0 0,4-2 1,0-1-1,1 1 1,-1-1 0,1-1-1,1 1 1,0-1 0,0 0-1,1-1 1,0 1-1,1-2-20,-13 4 1,1-2 0,0 0 0,1-1-1,0 1 1,2-1 0,1 0 0,2 1-1,2 0-31,-11 3 1,3 1-1,1 0 1,2 0-1,2-1 1,3 1-1,3 0-56,-11 3 0,2 0 1,4 0-1,5 0 0,8 0 33,-10 7 0,8-1 0,16-2 0,-14 19 0,70-42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13.61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9378 6052 24575,'-25'-53'0,"4"21"0,-4 36 0,3 88 0,3-12 0,-3 18 0,-2 5-246,3-15 0,0 3 0,-3 5 0,0 5 105,5-23 1,-1 5-1,-1 3 1,-1 1-1,0 0 1,-1-2-1,0-4-56,-7 16 0,0-6 1,-1 0-1,-2 1 0,-3 5 74,6-19 0,-1 3 0,-2 3 0,-1 1 0,-1 0 0,-1-2 0,1-4 0,0-5-74,-11 18 0,-1-6 1,0-4-1,0-2 0,2 0 177,4-4 1,1 1-1,1-2 1,1-6 0,0-8 346,-9 10 1,1-9 0,13-39-257,25-91 0,10-50-71,-11 43 0,-3-9 0,-3-7 0,-5-4 0,-3-3-123,-1 15 0,-3-5 0,-4-2 0,-2-3 0,-2-2 0,0 1 0,0 1 0,1 2 0,2 2 0,2 1 0,0 1 0,-1-1 0,-1 1 0,-3 0 0,-3-1 0,-5 0 24,0 6 1,-3-2 0,-3-3-1,-3 1 1,-1-1 0,-3 3-1,0 3 1,-2 5 0,0 5-1,-1 7-42,-9 0 1,-3 7-1,-2 7 1,0 3-1,0 3 1,1 0-1,3-2-56,-13-17 0,5-4 1,0 4-1,-3 13 0,-6 22 33,-2 24 0,-8 18 0,-3 13 0,0 10 0,5 6 0,9 3 0,13 3 0,7 7 0,4 6 0,2 4 0,-3 2 0,-6 0 119,6-9 1,-4 3-1,-3 3 1,-1 1-1,-1 1 1,0-1 0,3-1-1,3-2 1,4-3 44,-7 9 0,3-2 0,4-2 0,1-2 0,1-1 0,0-2 0,-9 8 0,-2 3 0,3-4 0,9-11 0,14-17 983,0-11 0,25-120-656,8 12 1,0-18 0,-4-10-483,2 28 0,-2-5 0,-1-6 1,-1-3-1,-1-4 0,0-2 155,3 15 0,0-2 0,0-3 0,-1-2 0,0-1 0,-1-3 0,-1-2 0,-1-2 0,-1-2 0,1 14 0,-1-3 0,-1-3 0,-1-2 0,0-1 0,-1-2 0,-1 0 0,0 0 0,0 1 0,-1 0 0,1 2 0,1 2 0,-1 3 0,0-4 0,-1 1 0,1 2 0,-1 1 0,0 0 0,1 2 0,-1 0 0,0 0 0,0 0 0,-1 1 0,1 0 0,-2-8 0,-1-1 0,0-2 0,-1 1 0,1 0 0,-1 3 0,1 3 0,1 5 0,1 6 0,0 7 0,-13-34 0,0 11 0,3 11 0,2 14 491,0 1 1,-4 27-1,-9 45 1,-9 22-287,-16 14 0,-9 15 0,1 3-517,2 0 1,1 4-1,0 4 312,9-3 0,-1 5 0,3 1 0,9-4 0,10-6 0,8-2 0,7-2 0,3 10 0,10-8 0,7-14 983,12-25 0,0-108-492,11 37 1,0-6-1,-8-27 1,0-6-1,13-3 1,1 3-1,-9 18 1,-2 1-373,1-22 0,0 3-119,0 30 0,-3-3 0,-6-20 0,-3-12 0,-2 7-492,1 4 0,-2-2 488,0 17 0,-1-9 0,-2 0 0,-2 7 4,-6 4 0,-2 5 0,-1-1 0,-2-7 0,-2 0 0,-2 1 308,-3 5 1,-4 3 0,3 2-309,-6-15 0,2 5 0,7 12 0,2 5 0,-12-21 0,4-12 0,-2 23 0,0-19 983,6 41-915,13 6 333,-7 7-401,8 10 0,0 6 0,-3 10 0,3 6 0,-5 16 0,10 34 0,2 41 0,9-32 0,2 6 0,-1 30 0,0 3 0,0-18 0,0-2 0,0 4 0,0-6 0,0 16 0,0-42 0,0-8 0,0 8 0,0 7 0,0 12 0,0 11 0,0-16 0,0 3 0,0-3 0,0 2 0,0 20 0,0-1 0,1-22 0,-2-1 0,-2 9 0,-1-3 0,-5 21 0,3-38 0,-1-1 0,-2 19 0,-3 10 0,6-28 0,0 4 0,0 17 0,2 2 0,-2-10 0,1 4 0,-1 15 0,2 8 0,0-7 0,2-9 0,0 0 0,-2 9 0,-1 8 0,1-5-234,4 3 1,0-3 233,-3-21 0,-1 1 0,0 1 0,0 31 0,-2 0 0,-2-31 0,-1-1 0,2-2 0,2 12 0,0 0 0,-5 15 0,-2 5 0,3-23 0,0 2 0,-1-1 0,-4 21 0,-3 4 0,3-22 0,-2 8 0,-1 1 0,0-6 0,-4 2 0,-1-5 0,0 5-246,4-1 0,-1 5 0,0 3 0,0 2 145,0-8 1,-1 2-1,0 1 1,1 0 0,4-3-146,2 8 0,3-4 0,2 1 0,-1 1 60,-1-10 1,0 2 0,0 1-1,1-4 1,4-4 185,2 15 0,4-6 0,1-4 0,-2 11 0,0-5 0,0-13 0,0-4 388,0 26-388,0-36 0,0 0 491,0-9 1,0 1-302,-1 24 1,2 1 300,2-23 1,1-3-1,-2 4 1,2-3-346,9 15-146,-7-16 0,-1 16 0,-5 12 0,0-11 0,0 6 0,0 2 0,0 3 0,0-13 0,0 3 0,0 0 0,0-2 0,0 0 0,0 3 0,0 12 0,0 4 0,0-3-169,-1-12 0,1-1 0,1 4 169,3 3 0,2 5 0,1 1 0,1-5-307,1 6 1,1-5 0,1 3 306,5 10 0,3 2 0,0-3 0,-2-12 0,1-3 0,-1-3 0,4 18 0,0-6 0,-1-14 0,-3-4 0,-8-13 0,-1-4 0,11 20 483,-17-22-483,19 50 0,-12-31 0,-1 6 0,6 15 0,1 6 31,-3-12 0,2 4 0,1-3-31,-1-12 0,2-2 0,5 1 0,8 9 0,5 2 0,5-4 0,6-3 0,5-3 0,2-4-328,-3-8 0,3-4 0,9-2 241,4-4 1,9-2 0,3-2 0,2-2 86,2-4 0,2-2 0,4-3 0,7 1 0,-18-8 0,5 0 0,4 0 0,3 0 0,0-1 0,-2 0 0,-3-2-164,2 2 0,-3-1 0,0-1 0,0-1 0,1 0 0,3-2 23,-2-2 1,2 0-1,3-2 1,-1 0-1,0-1 1,-4-2-1,-4-2-105,23 2 0,-7-4 0,0-2 0,4 1 49,-4-1 0,5 0 1,2-1-1,-2 0 0,-4 0 0,-13-2 0,-3-1 1,-2 0-1,1 0 0,3 3 106,7 1 0,1 2 1,2 2-1,-1-1 1,-1 1 90,-4-1 0,-1 1 0,-1 0 0,1 0 0,0 0 0,2 0 0,-2 0 0,1 0 0,2-1 0,4 1-164,-4-1 0,3-1 0,2 0 0,1 0 0,2 0 0,1-1 23,-4-1 1,0-1-1,3 0 1,0-1-1,1 0 1,1 1-1,0-1 71,-9 1 1,1-1 0,-1 0 0,2 0-1,0 0 1,2 1 0,1-1 0,3 0 69,-5-1 0,2 0 0,3 0 0,1 0 0,1 0 0,1 0 0,-2 0 0,-1 0 0,-3 0 0,-3 1 0,4 0 0,-3 0 0,-1 0 0,-2 1 0,-1-1 0,0 0 0,1 0 0,1-1-123,2 0 0,3-1 0,1 0 0,-1-1 0,-1 1 0,-4-1 0,-5 1 0,-6-1-123,20 3 0,-10 0 0,-4 0 0,0-2 2,-5-2 1,-2-1 0,-1-1-1,-5 1 571,0 0 1,-4 0 0,1 0-267,6 0 0,2 0 0,-5 0 430,10 0 1,-9 0 47,18 0 444,-14 0 0,-6 0 0,11 0 0,-23 0 0,-23 0-738,-21 0 1,-10 0 0,-1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18.95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0 590 24575,'66'21'0,"16"6"0,-34-11 0,1 0 0,34 14 0,-27-14 0,-3-2 0,2-4 0,21 4 0,-12-14 0,-4 1 0,12-2 0,13-2 0,10-3 0,0 2-328,-3 2 0,0 2 0,1-2 231,9-2 1,1-2-1,-10 3 97,-2 2 0,-10 2 0,-21-1 0,-2 0 0,1 0 0,1 0 0,11 0 0,5 0 0,-5-3 0,5-2 0,2-1 0,6-2 0,3-3 0,1-1 0,-12 1 0,3-2 0,-1-1 0,-6 0 0,-1-2 0,-5 0 0,-3 1 0,22-3 0,-14 1 0,-23 0 983,-25 16-692,2-4-291,-3 5 0,10-5 0,1 4 0,0 1 0,-12 6 0,-5 14 0,-1 8 0,-3 5 0,8 4 0,7-9 0,29-4 0,16 1 0,-15-14 0,4 0 0,10 10 0,4 0 0,12-11 0,2-3 0,0 7 0,-3-3 0,-10-10 0,-2-2 0,-2 5 0,-4-1 0,-15-2 0,-3 0 0,3 6 0,-2 0 0,41-5 0,-29 5 0,2 0 0,0-6 0,0 0 0,9 5 0,-3 2 0,27 0 0,-20 1 0,-30-2 0,1-7 0,-7 0 0,-8 5 0,7 1 0,30 5 0,3-5 0,-22 0 0,1-1 0,42-3 0,-12 10 0,-3-6 0,10 0 0,-25-1 0,34-5 0,-40-1 0,1 2 0,-8 2 0,2 1 0,16 0 0,-1 1 0,26 3 0,-38 0 0,4-2 0,22-4 0,3-2 0,-7 4 0,1-1 0,16-3 0,1 0 0,-10 5 0,-3 1 0,-8-1 0,2 0 0,18 6 0,3 2 0,-12 3 0,3 0-301,-17-6 1,3-2 0,-1 2 300,-6 2 0,-1 1 0,2-2-69,4-3 1,2-1 0,-5-1 68,8 1 0,-5-1 0,-2 2 0,-4-2 0,27-4 0,-2 12 0,-10-13 445,-14 8 1,-1 1-446,6-8 0,1 4 0,17 3 0,-7-1 0,-11-1 0,1 0-70,12-2 0,8-1 0,-8 0 70,-7 3 0,-6-2 0,0-5 0,-8 0 0,-5 0 0,-13 0 0,-33-5 0,1 4 0,1-14 425,9 8-425,1-9 0,6 5 0,4-9 0,-9 7 0,3-8 0,-9 10 0,-5 0 0,-2 5 0,-4-3 0,4 3 0,-3 0 0,4 1 0,4-5 0,-2-2 0,8-5 0,-9 2 0,-1 4 0,-1 5 0,-3-4 0,4 4 0,-6-5 0,6 0 0,1 0 0,4 1 0,-4 4 0,8-9 0,-7 8 0,8-9 0,0 5 0,-8 5 0,26-13 0,-17 11 0,10-8 0,-3 6 0,-10 4 0,4-5 0,-8 0 0,-5-4 0,-3 3 0,9-4 0,-9 5 0,13 5 0,-7-8 0,13 6 0,-9-2 0,5 0 0,-6 4 0,1-5 0,-1 5 0,5-4 0,-3 4 0,3-4 0,-9 4 0,-1 1 0,-6 0 0,6-1 0,1 0 0,4-4 0,1 9 0,-6-9 0,0 9 0,-1-9 0,2 4 0,0 0 0,3 2 0,-8 4 0,4-5 0,-6 4 0,1-9 0,5 4 0,5 0 0,2-4 0,3 4 0,10-10 0,-16 9 0,15-7 0,-18 8 0,4 0 0,1 1 0,13-10 0,-5 7 0,7-12 0,-6 9 0,-3-5 0,4 4 0,-9 1 0,2 6 0,-8 5 0,-1-5 0,9-1 0,-7 0 0,13-3 0,6-2 0,-7 4 0,11-8 0,-14 9 0,6-5 0,-6 5 0,4-3 0,-13 3 0,7 0 0,1-4 0,-2 4 0,7 0 0,-14-4 0,-1 9 0,-1-4 0,2 0 0,-1 4 0,10-9 0,-4 4 0,1-4 0,2-1 0,-13 5 0,18-9 0,3 3 0,2-9 0,6-1 0,-9 0 0,6 0 0,5 6 0,12-7 0,-19 15 0,26-14 0,-36 15 0,14-8 0,-23 8 0,3-2 0,-8 8 0,13-14 0,-11 8 0,1-4 0,-10 6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27.07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4531 7682 24575,'6'-29'0,"-2"4"0,-4 14 0,-4 5 0,2-8 0,-7-3 0,8-1 0,-4-3 0,0 15 0,4-4 0,-4 0 0,5-3 0,0-2 0,0-1 0,0 4 0,0-4 0,0 6 0,0-6 0,0-1 0,0-5 0,0-4 0,0 3 0,0-4 0,0 1 0,0 3 0,0-4 0,0 11 0,5-5 0,-4 4 0,4-4 0,-1-1 0,2-5 0,0 0 0,4-20 0,-4 16 0,5-10 0,4 9 0,-3 4 0,4-10 0,-6 6 0,1-10 0,0 7 0,4-7 0,-3 14 0,4-8 0,-10 17 0,3-16 0,-7 17 0,7-9 0,-8-4 0,4 7 0,-5-7 0,0 4 0,0-10 0,0 2 0,0-7 0,-5 14 0,4-3 0,-4-1 0,5-7 0,0-4 0,0-12 0,-12-23 0,-5-8 0,-10-7 0,13 40 0,0 1 0,-13-23 0,8-11 0,1 40 0,7 15 0,5 15 0,1 5 0,1 5 0,2-3 0,-17-2 0,1-6 0,-40-12 0,19 10 0,-10-3 0,24 11 0,18 0 0,-8 0 0,14 0 0,-9 0 0,4 1 0,-5-6 0,5-1 0,-3-5 0,3 1 0,-5-1 0,5 5 0,-4-4 0,-1 9 0,-6-8 0,-14-16 0,2 5 0,-8-16 0,9 19 0,2 2 0,4 4 0,5 5 0,-3-3 0,-2-2 0,-6-6 0,-9-4 0,-1-1 0,-1-4 0,2-6 0,14 8 0,-2-6 0,13 18 0,-4-8 0,-2-18 0,-1-5 0,-1-8 0,2 17 0,-3-1 0,3 11 0,-13-8 0,8 6 0,-13 4 0,-7-9 0,-26 1 0,18 16 0,-3 2 0,5 3 0,-5 3 0,-36-1 0,-10 4 0,25 4 0,-2 0 0,-1 2 0,-9 2 0,-2 1 0,-1 2-155,-3 0 0,-1 2 1,6 2 154,-5 6 0,9 3 0,21 0 0,7 4 0,-20 22 0,30-8 0,-6 14 0,13-4 0,12-9 464,1 11-464,14-17 0,1 10 0,2 2 0,3-6 0,0 8 0,1-5 0,5 5 0,0 34 0,0-8 0,3-13 0,1 2 0,5 31 0,6 0 0,1-2 0,0-12 0,-2-12 0,-6-2 0,-3-17 0,-5-1 0,0-5 0,0 0 0,4 5 0,2-8 0,5 7 0,-5-14 0,4 14 0,-2 9 0,3 6 0,2 5 0,-7-13 0,8 3 0,-6-11 0,2 7 0,0-20 0,-4 3 0,5-8 0,-5 0 0,3 8 0,-3-7 0,5 13 0,0-8 0,-5 8 0,-2-4 0,1 10 0,1-8 0,0 7 0,4-9 0,-9 1 0,4-2 0,-1-9 0,-2 3 0,7-3 0,-3-1 0,0 14 0,4-11 0,-4 12 0,0-9 0,-2-5 0,-4-2 0,0-4 0,5 0 0,-4-1 0,4 1 0,-5 5 0,5 0 0,-4 11 0,9 0 0,-9 1 0,13 12 0,-7-20 0,9 15 0,-5-18 0,-5 9 0,3 2 0,-3-1 0,0-1 0,4 1 0,-4-5 0,0 0 0,3-2 0,-3-3 0,5 4 0,4 1 0,-3-1 0,9 6 0,-9 0 0,3 5 0,-4-4 0,-5-2 0,3-9 0,-3-2 0,0-4 0,-1 0 0,-5 4 0,5-8 0,-4 8 0,9-9 0,-9 4 0,8 6 0,-7 1 0,2 9 0,1-3 0,-4 8 0,9-4 0,-9 5 0,4 1 0,0 9 0,-4-8 0,4 3 0,-10-6 0,4-3 0,-14 18 0,13-15 0,-13 15 0,9-24 0,-5 9 0,0-8 0,-4 8 0,-2-8 0,-10 3 0,0 5 0,-1-7 0,-3 2 0,13-10 0,-12-1 0,2 2 0,-32 16 0,12-3 0,-16 4 0,30-12 0,-7-2 0,17-3 0,-7 4 0,9-4 0,0 3 0,1-8 0,-1 4 0,5-6 0,-8 11 0,7-3 0,-9 8 0,1 0 0,-2 2 0,-14 4 0,-9-14 0,-12-4 0,-6-28 0,15-16 0,-6-12 0,1-3 0,-4-7 0,-2-6-246,8 2 0,-1-6 0,0-3 0,-2-2 49,5 6 0,-1-3 1,0-2-1,1-2 0,3-1 36,2-3 1,2-3-1,2-2 1,3 1-1,3 3-72,0-5 0,5 2 1,2 1-1,4 2 233,-4-13 0,5 2 0,9 9 0,9 5 0,9 9 0,8-20 0,32-9 0,-6 30 0,6-2 0,9 0 0,3-2 0,4-5 0,-1-8 0,-9-1 0,-1-9 0,-4 2 327,-9 15 1,-4 1 0,-1-4-210,-2 0 0,0-5 1,-1 1-1,-5 6-118,2-23 0,-5 11 491,-5 21 1,-3 5-463,2-42-29,-5 36 0,-4-28 0,0 32 0,0-8 0,0 12 0,0-6 0,0-6 0,0-7-33,0-3 0,0-7 0,0-1 33,0 0 0,-1-1 0,2-3 0,1 14 0,1-2 0,0 0 0,3 2 0,4-14 0,2 2 0,3 3 0,-1 8 0,2 2 0,5 2-194,3 7 1,4 2 0,5-4 193,8-3 0,6-4 0,2 0 0,-2 5 0,-4 3 0,-1 4 0,7-4-197,4 2 0,9-7 1,4-1-1,0 3 0,-3 10-131,13-2 0,-2 9 0,5-2 275,-5 0 0,4-4 0,1 1 0,-1 1-193,-2 5 0,1 0 0,-2 2 0,-3 1 98,8-7 1,-4 2 0,2-1 147,-15 10 0,2-1 0,-2 1 0,-3 3 301,-3 4 1,-3 3-1,4-3-301,3-1 0,5-4 0,1 1 0,-2 4 0,7 3 0,-2 4 0,2-2-62,15-8 1,2-1 0,-4 5 61,-15 11 0,-2 5 0,-5 2 491,9 2 1,-8 1 491,29-14 0,-27 17-153,-9-4-661,12 5-169,-11 0 851,-18 5-851,-15-3 0,-14 2 0,4-13 0,2 2 0,9-23 0,-8 11 0,2-7 0,-14 15 0,4 6 0,-9 5 0,4-4 0,0-2 0,-4 0 0,4 1 0,0 6 0,-4 3 0,3 3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40.05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7234 878 24575,'43'-22'0,"16"-7"0,-21 10 0,4-3 0,-40 11 0,-51-13 0,-37 1 0,6 8 0,-16 2 0,-9 1 0,-6 0-141,26 2 1,-6 0-1,-4 0 1,-3 0-1,-1 0 1,-1 0-1,2 1 18,11 1 0,0-1 0,0 1 0,0-1 0,-2 2 0,-1-1 0,-3 2 0,-2 0 24,2 1 1,-3 1 0,-3 1-1,-1 0 1,-2 0 0,0 1-1,-1 0 1,1 1 0,2 0-1,1 1 0,3 0 1,1 0 0,0 1-1,0 1 1,0-1 0,1 2-1,1-1 1,0 0 0,2 1-1,1 0-24,-13 1 0,2-1 0,1 1 0,1 0 0,0 1 0,2 0 0,1 1 0,2 1-18,-8 2 1,-1 0-1,-1 1 1,4 1-1,5 0 1,9 1-1,12 0-187,-7 4 0,13 1 0,10 3-164,4 4 0,10-1 158,-2 2 334,24-9 0,35-11 0,42-5 0,14 0 0,22 0 0,11 0-164,-20 0 0,8 0 0,5 0 0,5 0 0,0 0 0,-1 0 23,-9 0 1,0 0-1,1 0 1,1 0-1,1 0 1,2 0-1,2 0 31,-10 0 1,2 0 0,3 0 0,0 0-1,1 0 1,0 0 0,-1 0 0,-2 0-1,-2 0 66,12 0 1,-1 0 0,-1 1 0,-2-1 0,-1 0-1,-3 0 1,-3-1 239,15-1 1,-4 0-1,-3-1 1,-3 0 0,0-1 48,12 0 1,0-1 0,-6-1 0,-14-1 245,7-3 1,-19-3 491,0-6-703,-53 9-280,-11 4 983,1-5-492,-64 13 1,-44 6-247,21-7 1,-11-2 0,-8 0 0,-5 1-371,16 2 1,-5 0 0,-6 2-1,-2-1 1,-1 0 0,0-1-1,3-2 125,1-1 0,2-1 0,0-1 0,0 0 0,-2-1 0,-4 1 0,-3 0 0,10 1 0,-5 0 0,-5 0 0,-1 0 0,-2 0 0,1 0 0,3 0 0,5-1 0,5 0 0,8-1 0,-18-2 0,11-2 0,5-1 0,1 1 0,-6 2 0,1 1 0,-9 1 0,0 1 0,4 0 0,12 0 0,18-1 0,-33-10 0,80 14 0,-9 0 0,-4 0 0,-5 0 0,-6 0 983,-15-7 0,-17 5-492,7-11 1,-10-3-165,11 7 1,-3 0 0,0-1 163,-28-13 1,1 0-364,-1 6 0,9 0-128,3-13 0,45 11 0,22-12 0,10 11 0,1-10 0,5 13 0,15-14 0,40-9 0,14-14 0,-18 26 0,3 2 0,6-5 0,-2 3 0,20-5 0,2 2 0,-63 25 0,-14 6 0,-63 17 0,-3 6 0,-16 8 0,-5 3 0,6-3 0,-5 3 0,-4 0 0,-1 1-197,5-4 0,-4 2 1,-1-1-1,2 0 0,5-1-49,0 2 0,2-1 0,5-1 0,7-3 214,-38 6 0,47-5 32,106-2 0,10-14 0,22-2 0,12-1 0,3-1-164,-8-1 0,4 0 0,5-1 0,5-1 0,6 1 0,7-1 88,-34-3 0,5 1 1,4 0-1,4-1 0,2 1 1,2-1-1,3 0 1,-1 0-1,2 0 0,-2-1 1,0 1-1,-2-1 0,-3 1-6,4-1 0,-1 0 0,-1 0 0,-1 0 0,0 0 0,1 0 0,-1-1 0,1 0 0,0 1 0,2-1 0,0 0 0,2 0 11,-5-1 1,3 1 0,1-1 0,2 0-1,1 0 1,1 0 0,-1 0 0,0 0 0,-2 0-1,-2-1 1,-2 1 0,-3 0 0,-3 0-1,-5 0-52,21 0 0,-6 0 0,-3 0 0,-4 0 0,-1 0 0,-3 0 0,1 0 0,0 0-18,6 0 1,4 0-1,-2 0 1,-2 0-1,-5 0 1,-9 0-1,-11 0-351,35-2 0,-13-1 0,18 2 0,-24-4-492,-64-6 1967,12-5-573,9 0 1,8 0-411,9 2 0,8 1 0,15-1 0,11-1 0,-5 2 491,7-1 1,3 0-247,-22 3 1,6-1 0,3 0 0,1 1-1,7 1 1,1 1 0,1 0 0,-1 0-1,-6 1 1,0-1 0,0 1 0,5 1-115,-4 2 1,4 0-1,2 2 1,-2 1-1,-4 1-131,2 4 0,-5 1 0,0 1 0,3-1 0,-12-3 0,2-1 0,0-1 0,3 2 0,3 1 0,2 4 0,3 2 0,2 0 0,1 2 0,0-2 0,-2-1 0,-6-2 0,-2-1 0,0-1 0,0 1 0,2 0 0,2 1-141,-1 1 1,2 2-1,3 0 1,0 1-1,-1-1 1,-2 0-1,-2-2-23,-1-1 0,-2-1 0,-2-1 0,-1 0 0,0 0 0,0 0-33,12 1 0,1 0 1,-2 0-1,0-1 0,-3-1 0,-6-1 0,-1-1 1,-1 0-1,-2-1 0,-2 1 19,9 0 0,-3 0 1,-1 0-1,0 0 119,-7 0 0,-1 0 0,1 0 0,3 0 59,17 0 0,4 0 0,0 0 0,-3 0 0,-14 0 0,-2 0 0,0 0 0,4 0 88,-3 0 0,5 0 0,1 0 0,-1 0 1,-4 0-89,4 0 0,-3 0 0,-1 0 0,0 0 0,1 0 0,1 0 0,-2 0 0,-5 0 327,-1 0 1,-5 0 0,-4 0 163,15 0 1,-13 0 491,-17 0-553,-42 0 553,9-5 0,-2-1 0,13-5-510,6-4 510,3-7 0,54-10-813,-16 6-170,-26 13 0,2 2 0,38-5 0,-10 5 0,1-2 0,-14 0 0,-20 7 0,3-2 0,9-8 0,3-2 0,0 4 0,1 0 0,2-6 0,-6 0 0,-2-2 0,-21 8 0,-32 10 0,-7 4 0,-46-1 0,-35 2 0,3 1 0,-16 2 0,-8 0 0,-1 1-164,24-2 0,-1 1 0,-2 0 0,-3-1 0,-2 1 0,-4-1 41,3 0 0,-4-1 0,-3 1 0,-3-1 0,0 1 0,-1-1 0,2 0 0,2 1 0,6-1 0,2 0 0,1 1 0,0-1 0,-1 1 0,-1-1 0,-2 0 0,-2-1 24,6 0 1,-3-1 0,-2 0-1,-2 0 1,0 0 0,0 0-1,0 0 1,2-1 0,1 1-1,3 0-24,-9 0 0,2 0 0,2 0 0,0 0 0,1 0 0,0 0 0,0 0 0,-2 0 0,-5 0 0,-3 0 0,0 0 0,-1 0 0,2 0 0,2 0 0,3 0 0,5 0-41,-3 0 0,4 0 0,3 0 0,3 0 0,1 0 0,2 0-33,-4 0 0,1 0 1,3 0-1,2 0 0,1 0-49,-7 0 0,2 0 0,2 0 0,-1 0 0,0 0 0,-1 0 0,1 0 0,-1 0 0,-1 0 0,-1 0 0,1 0 0,0 0 201,5 0 1,0 1 0,1-1 0,2-1 44,-20-2 0,2-1 0,6 0 491,-8 0 1,10 0-1,26-2 1,9 0 491,-3 1 0,38 0 0,-9-11 0,5 3 0,-1-7 0,11 4 0,15 4 0,15-13-492,51 4 1,28 4-445,-27 6 0,8 1 0,7 0 0,10 2-157,-22 2 1,7 2 0,5-1 0,5 2-1,2-1 1,3 1 0,-1 0 0,-1 0-1,-2 0 0,-1 0 1,0 1 0,-1-1 0,1 1-1,0 0 1,2 0 0,0 1 0,2-1-1,3 1 20,-6 0 1,4 1-1,1 0 1,2 0 0,1 0-1,0 0 1,0 0 0,-1 1-1,-1-1 1,-2 0-1,-3 0-20,7 0 1,-2 0 0,-1 0 0,-1 0-1,-1 0 1,-1 0 0,-1 0 0,-1 0-1,0 0-13,3 0 0,-2 0 0,0 0 0,-1 0 0,-1 0 0,-2 0 0,0 0 0,-2 0-41,16 0 0,-1 0 0,-1 0 0,-3 0 0,-5 0 0,-4 0-82,9 0 0,-5 0 0,-6 0 0,-4 0-82,2 0 0,-6 0 0,-4 0-164,18 0 0,2 0 164,-8 1 0,5-1 0,3-1 222,-18-2 1,1-1 0,3-1 0,3 2 105,0 1 0,5 2 0,3 0 0,-1-1 0,-1 0 0,-3-2 0,-1 0 0,-1-1 0,3 1 0,3 1 0,2 1 0,3 0 0,2 2 0,1-1 0,0 0 0,-3 1 163,-5-1 1,-2 0 0,-1 0 0,1 0 0,0 0 0,1 0-98,7 0 1,3 0-1,0 0 1,-1 0-1,-4 0 1,-5 0-67,7 0 0,-6 0 0,-2 0 0,4 0 0,-9 0 0,3 0 0,1 0 0,-1 0 0,-1 0-113,13 0 1,-2 0 0,0 0-1,1 0 113,-19 0 0,1 0 0,1 0 0,-1 0 0,1 0-103,3 0 0,2 0 1,0 0-1,-3 0 0,-5 0 103,19 0 0,-7 0 0,3 0 0,-9 0 0,3 0 0,0 0 0,-3 0 0,6 0 0,-2 0 0,1 0 0,-10-2 0,2-2 0,0 1 0,-4 1 0,9 1 0,-3 1 0,-1-2 0,2-5 0,-1-2 0,1 2 0,-1 5 0,1 2 0,-1 0 0,1-4 0,-1 0 0,1 0 0,7 4 0,0 0 0,2 0 0,-1 0 0,1 0 0,2 0 0,-21 0 0,1 0 0,1 0 0,1 0 0,9 0 0,3 0 0,-1 0 0,-3 0 0,14 0 0,-3 0 0,0 0 0,5 0 0,1 0 0,-10 0 491,-1 0 1,-6 0-266,-3 0 0,-3 0-226,-19 0 0,1 0 0,21 0 0,3 0 0,3 6 0,-1 0 0,1-6 0,0 2 491,-2 9 1,-3 1-1,-21-8 1,-2 1-1,10 7 1,0 0-52,-10-1 1,2-1-441,31 2 0,7 1 0,-19 3 0,3 2 0,0-2 327,-5-5 1,1-2 0,-1 2-1,4 6 1,1 1 0,-9-3-101,-4-4 1,-7-3 755,27 4-442,-42-2-541,-18-9 0,-1 8 0,22-3 0,-9 5 633,15-5-633,-12 8 0,-17-11 0,1 6 0,-11-9 0,-8 5 0,8-4 0,6 14 0,-2-8 0,3 3 0,-17 0 0,-5-4 0,-15 5 0,-46 27 0,-5 6 0,-11 6 0,11-16 0,-5-2 0,-1 4 0,-8 9 0,-1 3 0,0-2 0,7-9 0,1-1 0,6-4 0,-1 2 0,6-2 0,12 0 0,8-2 0,9-8 0,-17 19 0,9-6 0,-33 29 0,17-6 0,17-18 0,1 5 0,0 18 0,3 4 0,3-3 0,2 3 0,5-5 0,1 6 0,0-4 0,-5 15 0,1-4 0,3-1 0,-1 0 0,-1 3 0,-1-3 0,7-21 0,2-3 0,3 4 0,2-3 0,-9 15 0,8-13 0,4-8 0,-3-2 0,5 9 0,-1 17 0,-7 17 0,7-35 0,-2 3 0,-7 14 0,-1 6 0,4 21 0,0 8 0,1-26 0,-2 2 0,1 0-328,1-1 0,0 0 0,1-6-33,3 7 1,-2-8 360,-19 19 0,4-24 0,-9-6 0,0-10 0,-8 2 0,-23 9 0,-12 5-246,18-14 0,-5 6 0,-3 1 0,1-4 0,2-7 0,0-3 0,0 0 0,-1 0 228,-4 5 1,-2 2-1,2-2 1,6-7 508,-15 7 1,8-11-224,8-14 0,8-4-268,7 6 0,-10-10 0,38-6 0,-8-5 0,4-1 983,0 0 0,5 1-725,2 0-258,4 3 0,0-8 0,0 4 0,0 0 0,-4 6 0,2 1 0,-2 3 0,4-4 0,-5 0 0,-1 4 0,-4 2 0,-6 14 0,9-7 0,-2 2 0,4-15 0,-6-2 0,-1-7 0,-19 2 0,-15-4 0,2 0 0,-5 0 0,18 0 0,4 0 0,-1 0 0,2 0 0,14 0 0,-16 0 0,18 0 0,-10 0 0,6 0 0,-3 0 0,-20 10 0,2-3 0,-6 9 0,-3-11 0,-3 0 0,1-5 0,9 0 0,-6 0 0,-16 0 0,-8 0 0,0 0 0,-8 0 0,-4 0-246,5 0 0,-4-1 0,-3 1 0,-2 1 166,8 1 0,-3 1 1,0 1-1,-1-1 1,4 1 79,-11-1 0,1 1 0,2-1 0,4 1 0,-15 1 0,3 1 0,10 1 0,6 6 0,7 0-279,9-5 1,0 1 278,-15 11 0,-7 3 0,13-8 0,-6 0 0,-3 2-246,9 0 0,-4 3 0,-2 0 0,2 0 0,3 0 0,0 0 0,0 0 0,1 0 198,1-1 1,-1 1-1,2 0 1,4-1-7,-6 3 1,4 0 0,5-2 53,-5 1 0,2-1 0,-21 7 0,1-3 0,25-9 0,0-1 491,-17 2 1,1-1-397,28-8 1,5-3 426,-18 2-522,3 7 0,2 4 0,-10 2 0,-20 2 0,-6 0 306,31-5 1,0 1 0,-6-1-307,-3-4 0,-6-2 0,-3 1 0,-1 2 0,8 4 0,-2 2 0,-1 2 0,-1 0 0,0-3-197,-3-1 0,0-1 1,-1-1-1,-1 1 0,-2 1 33,5 2 0,-2 2 0,-1 0 0,-1 1 0,1-2 0,3-2-33,-7-2 0,4-1 1,0-2-1,-3-1 0,-5 0 187,6-1 1,-4-1 0,-3 0 0,-2-1-1,-1 1 1,2 0 0,1 0 9,6 0 0,1 1 0,0-1 0,1 1 0,-1 0 0,-2 0 0,0 2-123,1 0 0,-4 0 0,-1 1 0,0 0 0,1 1 0,2 0 0,4 0 0,6 0-74,-15 4 0,7 0 1,4 1-1,2 0 0,0 2 0,4 0 0,-1 2 1,3 0-1,4 0 0,7-3-131,-3 2 0,7-3 0,1 1 10,-33 10 0,8-3 748,29-8 1,6-2-431,-27 11 491,29-8 1,-1 1-1,4-1 1,-2 0-1,-8 6 1,2 1 491,-27 17 0,15 0 0,29-17 0,19-3 0,47-12-815,28-6 0,22-5 1,9-4-366,-14-3 0,6-4 1,5-2-1,4-1 0,5 1 74,-13 3 0,4 1 0,3-1 0,3 0 0,2 0 0,3-2 0,2 0 0,1-2 33,-7 1 1,2-2-1,4-2 1,2 0 0,2 0-1,0-1 1,0 0 0,1-1-1,-2 2 1,-2-1-1,-1 2-9,0 0 1,-1 0 0,-1 1-1,0-1 1,-1 1 0,0 0-1,0 0 1,-1-1 0,0 1-1,0-2-11,9-1 1,2-1 0,1-1 0,0 0-1,-1 0 1,-4 1 0,-3 0 0,-6 1-1,-6 1-87,13-2 0,-5 1 1,-7 2-1,-7-1 0,-6-1-131,4-5 0,-9 1 0,-13 2-656,3-2 0,29-9 492,-16 18 0,7 2 370,8-6 0,4 0 449,-19 9 1,2 2 0,-6 0 163,-2-5 1,-10 7 491,1 28-492,-89 32 1,-41 23-296,25-23 1,-9 7-1,-7 4 1,-5 4 0,-4-1-320,12-14 0,-3 1 0,-3 1 0,-3 1 0,-4 1 0,-2 2 0,-3 1 0,-3 1 77,18-14 1,-3 2 0,-3 2 0,-2 0 0,-3 2 0,-1 1 0,-1 0 0,0 0 0,-1-1 0,0 0 0,1 0 0,1-3 0,2-1 0,1-1-45,-9 4 1,1-1-1,1-1 1,1-2 0,0-1-1,1 0 1,-1-1 0,-1 1-1,0 0 1,-1 0-1,-1 2 14,6-5 0,-3 2 1,-1 1-1,-2 1 0,0-1 1,0 1-1,0-1 1,2-1-1,2-1 0,2-2 1,3-2-1,4-3 0,4-2-88,-25 13 0,6-4 0,6-4 0,3-2 0,3-1 0,4-2-82,-12 8 0,3 0 0,8-6 0,13-7-738,-22 16 0,88-58 893,34-25 1,28-20 0,9-2 90,-9 11 0,8-3 0,6-1 0,6-2 0,4 0 0,-22 11 0,4-1 0,4-2 0,2 0 0,2 0 0,2 0 0,1 0 0,1 1 0,0 2-99,0 2 1,3-1 0,1 2-1,1 0 1,2 0 0,-1 1-1,1 1 1,-1 1 0,0 1-1,-2 1-11,4-1 1,1 1 0,0 0 0,-1 2-1,0 1 1,-2 1 0,-2 1 0,-3 1-1,-3 2 38,14-3 0,-2 1 1,-3 2-1,-4 2 1,-6 2-1,-6 4 399,25-2 1,-10 5 0,-36 8 655,-45 7-711,-51 25 1,-36 19-273,20-9 0,-8 6 0,-7 6 0,-4 3 0,-3 2 0,12-9 0,-2 3 0,-3 1 0,-3 3 0,-1 1 0,-3 1 0,-2 2 0,-2 0 0,11-8 0,-2 0 0,-2 2 0,-1 1 0,-3 1 0,0 0 0,-2 2 0,1 0 0,-1 0 0,0 1 0,1-1 0,1 1-76,3-1 0,-1 1 1,0 0-1,0 1 0,0 0 1,0 1-1,-1 0 1,1 0-1,0 0 0,0 0 1,0-1-1,1 0 0,0-1 63,-5 3 0,0 0 1,-1 0-1,0 0 1,0 0-1,1 0 1,0-1-1,2-1 0,1 0 1,3-1-1,1-2 1,3 0 134,-12 11 1,2 0 0,2-1 0,2-2 0,3-1 0,3-2 0,3-2 0,3-3 73,-10 8 1,1-1-1,5-4 1,11-6 0,12-8 224,-9 27-421,114-98 0,52-38 0,-50 27 0,10-9 0,7-5 0,7-5 0,4-2 0,2-1 0,0 1 0,-1 3-99,-11 9 1,2 0 0,0 0-1,2 1 1,1-1 0,1 0-1,2-1 1,2-1 0,1-2-1,2-2 33,-16 8 0,3-1 1,2-3-1,1-1 1,1-1-1,2 0 1,0-1-1,1 0 1,0 0-1,-1 1 1,1 1-1,-2 1 1,-1 1-1,-1 3 0,-2 1 27,13-4 1,1 1 0,0 1 0,-1 2 0,-1 1 0,-1 2 0,-1 0 0,-2 1 0,-2 1 0,-2 0 0,-2 0 38,7-3 0,-2-2 0,-2 2 0,-1 1 0,-4 1 0,-2 3 0,-4 3 0,-4 3 245,29-7 1,-3 5 0,-13 6 0,-22 8 737,-11 7-150,-107 62-833,-2 1 0,-17 11 0,-15 9-110,31-27 1,-9 4 0,-7 3 0,-5 3-1,-3 2 1,-1 0 0,1-1 0,2-1-1,5-2-13,2-2 0,4 0 0,1-2 0,1 1 0,-2-1 0,-3 1 0,-4 1 0,-6 1 76,12-9 0,-7 2 0,-4 2 1,-4 1-1,-3 1 0,-2 0 1,-1 0-1,1-1 0,2-1 1,2-2-1,4-2 0,5-3 1,6-2-1,8-5 243,-27 15 1,14-8-1,5-3 1,-1-2 0,-6 1-34,-13 6 1,-15 6 0,-3 0 0,11-9 0,26-15 0,38-24 327,63-52 1,42-27-532,-15 21 1,12-8-1,9-5 1,4-3-1,2 0 40,-15 15 0,3-2 0,3-2 0,2-1 0,2-1 0,0 1 0,0-1 0,0 2 0,-8 5 0,-1 1 0,0-1 0,0 0 0,1 1 0,2-1 0,1 1 0,3 1 0,4 0 0,-1 2 0,6-1 0,5-1 0,2 1 0,1 0 0,0 0 0,-1 3 0,-3 1 0,-4 3 0,-6 4 0,-7 3-197,18-9 0,-11 6 1,-4 4-1,0 1 0,7-2 33,7-3 0,10-5 0,3-1 0,-7 6 0,-16 8 0,-23 16 1147,-9 13-492,-76 36 1,-35 20-364,15-9 0,-12 9 0,-9 7 0,-6 4 1,-4 2-1,-1-2 0,1-3-238,11-10 1,-1-1 0,-3-1 0,0 0-1,-3 0 1,-1 1 0,-1 2 0,-3 0-1,-1 3 34,9-6 0,-2 2 1,-3 2-1,-1 2 0,-2 0 1,-1 1-1,0 0 1,-1-1-1,2 0 0,0-1 1,2-3-1,2-1 0,2-3 47,-12 6 1,2-3 0,1-1 0,1-2 0,1-1-1,1-1 1,1-2 0,1 0 0,1-1 28,-14 6 0,-1-1 0,0 0 0,3-3 0,5-2 0,8-4 0,10-5 327,-4 3 1,12-6 0,6-7 655,-44-4-682,131-55 0,52-29 0,8-1-301,-28 22 0,3 0 0,6-2 0,6 0 0,10-1-99,-16 12 1,9-2 0,7-2-1,4 0 1,3 0 0,1 1-1,1 0 1,-3 2 0,-2 1-1,-6 3-24,1 1 0,-3 2 0,-2 1 0,0 1 0,-2 2 0,1 0 0,1 1 0,1 1 0,4-2 0,4-1 0,3 0 0,-1 2 0,-3 1 0,-6 5 0,-7 4 0,-11 6 450,23 0 1,-13 9 0,-36 18 163,-59 38 1,-36 19-247,4-7 1,-13 8 0,-8 5 0,-4 3-387,16-19 1,-4 3-1,-3 3 1,-3 0-1,-1 1 1,-3 1-1,0-2 115,9-10 0,-3 2 0,-2-1 1,-1 1-1,0 0 0,-1-1 0,1-1 1,1-1-1,1-2 26,-9 8 0,-1-1 0,1-1 0,1-1 0,2-3 0,2-2 0,2-5 14,-5 4 1,0-2 0,4-4 0,7-8 0,12-9-15,-29 5 0,113-75 0,51-37 0,9-4 196,-25 22 1,6-1-1,4-3 1,6-3 0,4-1-132,-19 17 0,4-4 0,4-1 1,2-1-1,2-1 0,0 1 0,-2 1 1,-3 3-1,-4 2-65,12-7 0,-2 2 0,-4 2 0,0 2 0,-1 2 0,0 0 0,17-7 0,4-3 0,-3 4 0,-12 10 0,-20 14 0,8 11 0,-114 65 0,-44 29 0,30-24 0,-9 7 0,-5 5 0,-3 2 0,0-3-48,8-6 1,-1-1 0,-1 0 0,-3 2 0,-4 3 0,-6 3 47,14-11 0,-4 3 0,-4 3 0,-3 2 0,-2 1 0,-2 1 0,0 0 0,-1-1 0,1-1 0,2-2 0,2-3-99,0-2 1,0-1 0,0-1-1,1-1 1,0-1 0,0-1-1,0 0 1,0 0 0,1 0-1,0 1-11,-7 4 1,0 0 0,-1 1 0,0 0-1,1-1 1,2-1 0,2-3 0,3-1-1,3-4 192,-34 20 1,-8 3 0,11-7-1,27-18 1,45-28-83,64-44 0,49-31 0,14-6 0,-37 30 0,8-2 0,6-2 0,5-2 0,4-2 0,3-2 0,2 0 0,0-3 0,0 0-76,-12 5 0,2-1 1,2-3-1,2 0 0,0-2 1,2-1-1,1-1 1,0 1-1,1-1 0,1 0 1,0 1-1,0 0 0,0 2 5,0 1 1,1 0 0,1-1 0,2 1-1,0 0 1,0 0 0,1 0 0,-1 0 0,0 1-1,-1 0 1,-1 0 0,-1 1 0,-3 0-1,-1 1-19,7-6 1,-1 1-1,-1-1 1,0 0 0,-2 1-1,-1 1 1,-2 1 0,-2 1-1,-2 3 1,-3 1-1,-2 2 253,27-15 1,0-3 0,-4 3 0,-8 9 0,-13 12 0,-16 18 819,18 33-861,-91 9 1,-31 14 0,-24 10 0,-17 7 0,-10 4 0,-3 2 0,3-2 0,12-5-167,9-4 0,1 0 0,-1 0 1,-1 1-1,-1 0 0,-1 0 0,-3 2 1,-2-1-1,-4 2 44,11-8 0,-3 1 0,-4 1 0,-1 1 0,-3 1 0,0-1 0,-1 1 0,0-1 0,1 0 0,1-1 0,1-2 0,3 0 0,3-3-110,-14 9 1,0-2 0,2 0 0,1-2-1,2-1 1,2-1 0,2-2 0,2-2-1,3-3-54,-14 6 0,2-3 0,2-3 0,5-2 0,7-2 0,9-4 491,-15 8 1,10-5 0,42-17-1,76-34 1,53-24 0,5-1-328,-29 11 1,1-1-1,7-1 1,9 0-124,-14 9 0,7-2 0,7 0 0,3 0 0,3 0 0,0 2 0,-2 1 0,-5 3 111,4 1 0,-1 3 0,-1 1 1,0 1-1,-2 1 0,-1 1 1,-2 0 11,3-1 0,-1-3 0,0 1 0,-4 4 0,-4 6 0,-6 9 0,13 11 0,-1 7 0,-16 11 0,-34 10 0,-46 21 0,-41 16 0,-21 7 0,2 2 0,21-25 0,-4 3 0,-5 1 0,-1 3 0,-3 0 0,1 0 0,1 2 122,3-3 1,-1 2 0,-2 2 0,1 1 0,0-2 0,0-1 0,1-3 0,1-4-59,-7 3 0,-4-3 1,2-3-1,4-2 0,8-2 1,11-1-65,-2 24 0,13-3 0,35-25 245,51-41 1,41-29 0,18-15 0,-3 0-124,-35 9 1,2-3 0,2-4 0,3-1 0,2-1 0,1 0 0,3 2-123,-7 5 0,4-1 0,2 1 0,2 0 0,0 0 0,1 0 0,-1-1 0,-2 1 0,-3 0 0,3-2 0,0-1 0,-1 0 0,-1-1 0,-2 2 0,-2 0 0,-2 2 0,-4 1 0,16-5 0,-2-1 0,-5 2 0,-7 7 0,-9 9-21,29 13 1,-45 12 20,-83 3 0,-46 7 0,-23 3 0,3 1 0,15-4 0,-5 2 0,-5 0 0,-4 1 0,-4-1 0,-3 0-99,22-7 1,-4 0 0,-2 0-1,-3 0 1,-2 0 0,-1-1-1,-2 0 1,1-1 0,0 0-1,0-1 9,4-1 1,-1 0-1,-1-1 1,-1 0 0,1-1-1,-2 0 1,1-1 0,-1 0-1,1 0 1,-1-2-1,1 0 19,-1 0 1,-3-1 0,0-1 0,-1 0 0,0-1 0,1-1 0,2 1 0,1-2 0,3 1 0,3-1 0,3-1 197,-12 1 1,3-1 0,4-1 0,2 0 0,3-1 0,2 0 0,1-2-128,-17 3 0,-2 0 0,6-1 0,10-7 0,18-9 491,10-22 1,12-12-246,0-7 0,0-9 0,-3-1-246,-9-2 0,-3-2 0,-12-10-110,22 26 1,-5-7 0,-6-5 0,-3-3-1,-3-3 1,-2 1 0,-1 1 0,0 3-1,2 5-13,-6 0 0,0 4 0,0 3 0,-2 0 0,-1 1 0,-4-1 0,-3-3 0,-4-4 52,17 11 1,-4-2 0,-3-2 0,-2-2-1,-2-1 1,-2-2 0,-1 1 0,-1-1 0,0 1-1,1 1 1,0 2 0,1 1 0,2 3-1,2 3 6,-5-3 0,0 2 1,1 3-1,1 1 0,0 1 1,1 1-1,-1 1 1,0 0-1,0 1 0,-1 0 1,-1-1 64,-2-1 0,-3 0 0,-2 0 0,0 1 0,-1-1 0,1 2 0,2 0 0,1 2 0,4 1 0,2 2 0,5 2 45,-22-10 1,4 3 0,4 2 0,4 3 0,4 2 0,3 3-46,-9-3 0,3 4 0,8 2 0,11 4 225,-9 2 1,35-2-226,75-13 0,48-8 0,12 0 0,-24 14 0,9 0 0,6 0 0,3 0 0,2-1 0,-3-1 55,-9 2 1,0-1 0,1-1 0,0-1 0,3 0 0,3 0-1,2 0-55,-8 5 0,6 0 0,3-2 0,2 1 0,1-1 0,0 1 0,-3 1 0,-3 0 0,-6 2 0,-6 0 0,19-7 0,-8 1 0,-5 2 0,-3 0 0,3 1 245,29-7 1,9 1 0,-21 1 0,-47-1 737,-73-19-787,-32 40 1,-33 14-1,-21 6 1,-10 2 0,1-3-296,40-3 1,-2-1 0,-4 1-1,-3 0 1,-2-1 0,-2 1-1,-3 0 1,-2 1 0,-3-1-1,0 1 34,11 1 1,-3-1 0,-3 1-1,-3 1 1,-2-1 0,-2 1 0,0 0-1,-1 0 1,-1 0 0,2 0 0,0 0-1,1 0 1,3 0 0,2 0-1,4 0-25,-14 1 1,1-1-1,2 1 1,2-1 0,1 1-1,1-1 1,1 1 0,1 0-1,1 0 1,0 0-1,1 0-9,-2 0 1,-3 1 0,-3 0-1,1-1 1,2 1 0,4 0-1,6 0 1,9 0 0,9 0-1,12 0 590,-48 8 1,56-7-486,76-13 0,40-7 0,29-5 0,14-1 0,3 1-6,-40 9 0,7-1 0,7 0 0,6-1 0,5 1 0,4 0 0,4-1 0,3 0 0,2 0 0,2 1 0,0-1 0,0 1 0,-1-1 0,-1 1 0,-3 0 0,-3 1-58,-5 0 0,-1 0 0,1 1 0,-1-1 0,0 1 1,0 0-1,0-1 0,1 1 0,0 0 0,0 0 0,1 0 1,1 1-1,0-1 0,1 0 0,2-1 0,0 1 0,2 0 13,-12 1 0,2-1 0,3 0 1,1 0-1,1 0 0,1 0 1,2 0-1,0 0 0,0-1 1,1 1-1,-1 0 0,0 0 1,0 0-1,-2 1 0,-1-1 1,-1 1-1,-2 1 0,-2-1 1,-3 1-1,-1 1 0,-4 0 0,-2 1 72,24-2 0,0 2 0,-2-1 0,-3 1 0,-2 1 0,-2 0 0,-4 1 0,-4 0 0,-3 1 0,-4 0 1,-5 1-1,-5 0-27,35-1 0,1-1 0,-13 3 0,-27 3 0,-42 7 0,-57 9 0,-49 7 0,-23 4 0,0 1 0,30-9 0,-6 1 0,-5 0 0,-4 2 0,-4 1 0,-2 1 0,-3 3 0,-1 2 0,14-3 0,-4 2 0,-3 3 0,-3 1 0,-2 1 0,-1 2 0,-1 0 0,0 0 0,1 1 0,1-1 0,2-1 0,4-1 0,2-2 0,-4 3 0,1-3 0,3-1 0,1 0 0,2 0 0,0 0 0,1 2 0,0 1 0,0 2 0,-1 2 0,1 2 0,-2 4 0,-3 2 0,0 1 0,1 2 0,1 0 0,3 0 0,5-3 0,6-1 0,6-3 0,8-5 140,-35 29 0,20-7 1,7 4-141,1 5 0,7 3 0,32-7 0,55-6 0,25-7 0,18 3 0,12-7 327,-15-18 1,6-3 0,-3-3 163,18 7 1,-5-12-1,-22-21 1,-9-11 491,-3-13 0,-37-13 0,-26 26-492,-36 56 1,-14 37-165,18-14 1,-1 10 0,0 5-83,2-2 1,-1 5 0,1 3 0,3-3-1,5-11 1,0 0 0,6-2 0,10-3 245,1 42 1,36-25-347,42-59 0,30-24 0,12-16-145,-28-6 0,8-9 0,7-10 0,5-5 0,3-5 0,0-2 0,-1 1 0,-3 2-110,-10 4 1,-1 0 0,1-1 0,-1-1-1,0-1 1,1-2 0,0-2 0,0-2-1,2-2 28,-12 5 0,3-2 0,2-2 0,1-1 0,0-2 0,0-1 0,-1-1 0,-3 0 0,-2 0 0,-3 0 0,-4 0 0,-6 1-59,17-19 1,-6-2-1,-4 0 1,-5 0-1,-5 0 1,-4 2-1,-5 2-56,2-7 0,-5 0 1,-6 2-1,-8 3 0,-9 7-131,-5-9 0,-11 5 0,-21 24-164,-40 30 0,-14 26 1,4 21 0,-4 23 491,18-5 0,-7 14 0,-3 7 0,0 5 0,2-1 0,7-6-143,-5 10 1,6-4-1,1 2 1,-1 5 142,-1 1 0,-4 6 0,1 2 0,6-4 0,9-9 0,1 2 0,9-6 0,30-21 0,54-26 0,36-23 0,6-16 0,-23-7 0,4-13 0,3-9 0,4-3 0,4-1 93,-14 11 1,4-2 0,4-2 0,2-1-1,0-3 1,-1-1 0,-2-2 0,-4-2-94,-2-4 0,-1-3 0,-1-3 0,-2-2 0,-1 0 0,-2 0 0,-3 0 0,-3 3 0,7-5 0,-1 0 0,-3 2 0,-5-1 0,-5-1 0,-8-1 0,8-26 0,-4-4 0,-19 4 0,-29 15-192,-39 17 0,-26 11 0,-12 11 192,-8 10 0,-12 9 0,-9 12 0,-3 13 0,23 9 0,-3 9 0,-4 8 0,-2 6 0,-1 3 0,-1 3 0,1 1-110,9-5 1,-2 2 0,0 3 0,-2 1-1,1 3 1,0 3 0,1 1 0,1 3-1,3 2 11,6 1 1,0 3 0,0 4-1,1 2 1,2 1 0,1 1-1,1 0 1,3-1 0,2-2-1,3-3-12,-7 8 0,1-2 0,3-1 1,3-1-1,4 0 0,4-1 1,6 0 110,-9 16 0,-2 4 0,10-2 0,19-13 0,29-20-60,74-9 1,40-39 59,-42-23 0,8-18 0,4-12 0,3-5 0,0-1 0,-12 10 0,2-3 0,2-2 0,0-3 0,0-4 0,-1-4 0,-3-5-54,-13 8 1,-1-4-1,1-2 1,-1-3-1,-1-3 1,-1-2 0,-1-2-1,-2-1 1,-2-1-1,-3-1 54,2-5 0,-2-2 0,-1-2 0,-2-2 0,-1-1 0,-3-2 0,-3-1 0,-2-1 0,-3 0 0,-4-2 0,-5 7 0,-2-3 0,-2-1 0,-3-1 0,-2 0 0,-2-2 0,-3 1 0,-2-1 0,-3 1 0,-3 0 0,-2 1-90,-2 1 1,-2-1-1,0-1 1,-3 0 0,-3 0-1,-2 1 1,-5 1 0,-4 2-1,-4 2 1,-6 2-1,-7 4 52,-7 0 0,-7 0 1,-6 2-1,-5 2 1,-5 1-1,-4 3 1,-3 4-1,-1 2 1,-2 5-1,0 4 1,0 5-42,-2 3 1,-2 5 0,-2 3-1,-2 3 1,-1 5 0,-3 4-1,-1 3 1,-2 4 0,-1 3 0,-2 5 78,2 3 0,-3 3 0,-2 3 0,-3 3 0,-2 4 0,0 3 0,0 3 0,-1 5 0,2 4 0,1 4 0,3 4 0,2 5-71,11 2 1,1 6 0,0 4 0,0 5-1,1 3 1,1 3 0,1 3 0,1 2 0,1 1-1,2 2 1,1 0 0,2 0 0,2-1-1,2 0 36,-10 8 0,3 2 0,2 2 1,2 0-1,2 2 0,1 0 1,3 2-1,2 1 0,1 1 0,3 2 1,1 0 90,1 2 1,0 2 0,0 3 0,1 1 0,2 2 0,4-1-1,3 0 1,6-2 0,5-2 0,8-2 0,8-4-57,2 21 0,9 0 0,8-2 0,12-6 0,11-8 0,12-10 79,27 1 1,19-11 0,14-10-1,6-12 1,1-13-80,-21-17 0,4-9 0,3-9 0,2-6 0,1-6 0,2-3 0,-1-1 0,-8-1 0,3-3 0,1-3 0,1-4 0,0-2 0,-2-4 0,-1-3 0,-2-3 0,-5-3 0,0-4 0,-2-5 0,-2-2 0,-1-4 0,-3-3 0,-2-2 0,-3-2 0,-3-2 0,-3-1 0,-3-2 0,-1-3 0,-2-2 0,-3-3 0,-3-1 0,-4-2 0,-5-2 0,-6-2 0,-5-1 0,-7 1 0,-5-4 0,-5-3 0,-4-2 0,-4-1 0,-4 1 0,-4 0 0,-3 3 0,-3 3 0,-3 4 0,-6-4 0,-3 1 0,-5 3 0,-3 3 0,-5 1 0,-5 3 0,-3 2 0,-5 3 45,0 5 0,-6 0 0,-3 1 1,-4 2-1,-3 3 0,-3 4 0,-2 6 1,-2 6-1,-1 7-45,-7 6 0,-3 6 0,-4 6 0,-2 6 0,-1 5 0,-1 6 0,0 4 0,1 5 0,-4 6 0,0 7 0,0 5 0,-1 6 0,-1 4 0,1 4 0,0 2 0,-1 3-73,12-3 1,-2 5-1,-1 2 1,0 4-1,0 1 1,2 2 0,0 2-1,3 0 1,1 1-1,4 0 73,2-1 0,3-1 0,2 1 0,2 0 0,1 3 0,1 2 0,0 5 0,1 4 0,-2 7 0,14-8 0,-2 5 0,-1 6 0,0 5 0,0 3 0,-1 2 0,2 2 0,0 1 0,2 0 0,1-2 0,3-1 0,2-4 0,2-3 0,4-5 0,4-6 111,-17 27 1,6-11-1,6-5 1,4 1-1,2 4 1,3 11-112,6-11 0,-3 12 0,-1 7 0,0 5 0,4 0 0,6-3 0,7-6 0,10-8 0,11-14 0,15-16 0,28-4 0,21-18 0,14-13 0,7-6 0,-1-2 45,-6-2 0,6-3 0,4-4 1,2-4-1,3-5 0,-1-5 0,-1-5-45,-12-3 0,1-5 0,2-4 0,0-3 0,0-4 0,-1-2 0,-2-3 0,-2-3 0,-3 0 0,6-7 0,0-2 0,-2-3 0,-2-3 0,-4-3 0,-3-4 0,-6-5 0,-6-4 55,-10 0 0,-5-6 0,-4-6 0,-3-3 0,-4-1 0,-4 0 0,-2 2 0,-4 3 0,-2 6-55,5-19 0,-3 4 0,-7 3 0,-10 2 0,-12-1 0,-14-8 0,-13-6 0,-10 4 0,-7 16 0,-5 25 0,-16 27 0,-8 25 0,-5 15 0,7 8 0,-5 12 0,-3 11 0,1 9 0,2 10 0,20-6 0,1 8 0,1 7 0,0 7 0,1 3 0,1 3 0,1 2 0,1-1 0,2-1 0,3-5 0,2 1 0,0 0 0,2 2 0,0 1 0,2 1 0,0 2 0,2 2 0,1 3 0,1 1-76,5-7 0,-1 3 1,0 2-1,1 3 0,0 1 1,2 1-1,1 1 1,2 0-1,2 0 0,2-2 1,4-1-1,3-2 0,3-2 13,3 8 0,1-1 1,3-1-1,3 0 1,3-2-1,4-1 1,4-1-1,5-2 1,4-1-1,7-1 66,5-2 1,7 1 0,5-1 0,6-1-1,3-2 1,2-2 0,3-3 0,2-3-1,-1-5 1,0-4-4,10 7 0,3-5 0,2-4 0,2-5 0,2-5 0,3-4 0,3-4 71,8-2 1,7-3-1,3-4 1,1-5 0,-2-8-1,-4-7 1,-7-11-72,4-10 0,-3-10 0,-4-9 0,-10-10 0,-11-9 0,-8-25 0,-16-16 0,-9-6 0,-6 5 0,1-3 0,-8 3 0,-21 1 0,-18 9 0,-16-3 0,-11 9 0,-5 18 327,-17 19 1,-10 21 0,-7 11-132,17 8 1,-5 7-1,-4 7 1,1 5 0,1 4-102,-8 9 0,0 5 0,1 6 1,1 7-1,2 5 45,14-4 0,1 6 1,-1 5-1,3 2 1,2 2-1,4-1 1,4-2-20,-3 9 0,5 1 1,4-1-1,5 0 1,4 0-122,-9 16 0,-1 3 0,17-7 0,33-18 327,41-16 1,30-16 0,9-20-132,-2-26 1,11-22-1,7-12 1,1-8 0,-4-1-34,-12 6 1,0-4 0,0-5 0,-1-3 0,0-6 0,-2-5-274,-14 10 1,2-4 0,1-4 0,-1-3-1,-1-3 1,-4-2 0,-3-1 0,-6-2-1,-7-2 12,-4-8 1,-5-4 0,-5-3-1,-5-1 1,-5-2 0,-4 0 0,-3 0-1,-4 2 98,-3 1 0,-3-2 0,-5 0 0,-3 0 0,-4 1 0,-4 2 0,-4 2 0,-5 2 0,-5-3 0,-5-1 0,-4 2 0,-6 3 0,-4 4 0,-5 7 0,-6 7-164,-14-1 0,-9 6 0,-6 6 0,-4 9 0,-3 9 0,-1 11 23,11 12 1,-3 8-1,-2 8 1,-2 6-1,-1 6 1,1 5-1,-1 3 125,11 2 0,-2 4 0,-1 5 1,0 3-1,0 4 0,1 4 1,1 4-1,2 3 0,2 3-74,9 0 1,0 4-1,0 5 1,2 4 0,0 2-1,2 2 1,2 1 0,1 2-1,2-1 1,2 0-1,3-1 39,-6 8 1,2 0 0,2 1 0,2 1 0,3 0-1,3 2 1,2 0 0,5 2 0,3 1 50,4 1 0,2 3 0,2 3 0,3 0 0,4 1 0,4-2 0,5-2 0,6-3 0,7-4-49,7 14 1,7-2 0,8-4-1,7-3 1,8-7 0,7-8 48,18 3 0,14-8 0,8-8 0,3-9 0,-2-9 0,9-4 0,2-10 0,1-13 0,2-16 0,-8-17 0,4-15 0,-1-11 0,-5-4 0,-10 0 0,-11 1 0,-8-1 0,-6-7 0,-4-10 0,-8-3 0,-2-10 0,-3-8 0,-5-1 0,-5 3 0,-6 6 0,-5-1 0,-8 4 0,-5 2 0,-5-1 245,-1-9 1,-2-4 0,-11 8 0,-16 17 81,-40 11 1,-24 23 0,-5 21-306,25 20 1,-4 15 0,-3 12-1,-1 5 1,0 3 97,13-7 0,-3 5 1,0 3-1,-1 3 1,2 3-1,2 3 0,3 3-120,6 0 0,2 4 0,0 4 0,2 1 0,2 2 0,3 0 0,3-2 0,5-3 196,-10 19 1,7-1-1,4-2 1,5 0 0,2-2-146,-6 10 0,0 1 0,14-7 0,31-16-51,43-13 0,32-16 0,12-14 0,-17-19 0,9-11 0,7-8 0,5-4 0,2-1 0,1 2 0,-10 3 0,2-1 0,2-1 0,3 0 0,1-2 0,3-1 0,2-1 0,4-1-82,-15 1 0,4-2 0,1 0 0,3-2 0,2 0 0,1-2 0,1 1 0,1-1 0,0-1 0,0 1 0,0 0 0,-2 1 6,-4 1 0,-1-1 1,0 0-1,1 1 0,-1-1 1,0-1-1,2 1 1,0 0-1,1 0 0,1 0 1,1 0-1,2 0 0,2 0 18,-10 3 0,1 0 0,3 0 0,1-1 0,1 0 1,1 1-1,1-1 0,1 1 0,0 0 0,-1 0 0,1 0 1,-1 1-1,-1-1 0,-2 2 0,0-1 0,-2 2 0,-3 0-13,6-1 1,-2 1 0,-1 0 0,-1 1-1,-2 0 1,1 1 0,-2 0 0,0 0 0,0 0-1,1 1 1,-1-1 0,1 1 0,0-1-1,1 1 0,3-1 1,2 1 0,2-1 0,0 0-1,1 1 1,0-1 0,-1 1 0,-1 0 0,-2 0-1,-1 1 1,-3 0 0,-3 1 0,-3-1-1,-4 2-52,16-3 0,-5 1 0,-3 0 0,-4 1 0,-3 0 0,0 1 0,0-1 0,0 0-18,6 0 1,1 0-1,-1 0 1,-2 0-1,-2 0 1,-4 0-1,-5-1 126,18-3 0,-8-1 1,-2-1-1,4-3 211,-5 0 1,2-2-1,1-2 1,1-2 0,1-2-147,-6-1 1,0-2-1,1-2 1,2-1-1,-1 0 1,1 0-51,5-1 0,0 0 0,1 0 0,1 0 0,0-1 0,1 0 140,-10 5 0,0-1 1,1 1-1,0-1 1,2 0-1,0-1 1,2 0-78,-2 1 1,3-1 0,2-1 0,1 1 0,-1-1 0,-2 1 0,-4 1 0,-5 1-64,14-7 0,-7 3 0,-3 0 0,1 0 0,4-2 0,0 1 0,5-1 0,2-1 0,-1 0 0,-6 1 0,-7 3 0,1-2 0,-7 2 0,-5 2 0,-4 0 0,-1 0 0,-6 0 0,-2 4 491,17-4 1,-8 2 491,14-27 0,-26 24 0,-20 12 0,-13 1 0,-2 14-738,-5-7 1,-10 13 0,-2-4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1.46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27926 7405 10332,'16'78'0,"-7"-13"983,-2-1 0,-7-27 0,0-22 0,0 23-492,0 38 1,0 25-247,0-16 1,0 11 0,0 8 0,0 7-369,0-34 0,0 3 0,0 3 0,0 4 0,0 3 0,0 3 0,0 4 0,0 3 53,0-19 0,0 4 0,-1 3 1,1 3-1,0 2 0,0 3 0,-1 0 1,1 2-1,0 0 0,0 0 1,0-1-1,1-1 0,-1-1 0,1-2-6,0 2 0,-1-1 1,1-1-1,0 0 0,0 0 1,1-1-1,-1 1 1,0 0-1,1 0 0,0 0 1,0 2-1,1 0 0,-1 1 73,1 2 1,0 1 0,0 2 0,1 1 0,-1 1-1,1 0 1,-1 0 0,2-1 0,-1 0 0,1-2 0,0-1-1,1-2 1,1-3 0,0-3-97,1 11 1,2-1 0,1-1-1,0-2 1,0-2 0,1-2-1,0-3 1,0-4 0,0-3-1,0-3-98,3 29 0,1-7 1,0-6-1,1-5 0,1-3-49,4 4 0,3 0 0,-2-13 0,-5-28 164,-3-27 1065,-5-15 0,16-66-656,-9-1 1,0-15 0,0-1-1,-2-3 1,0-3 0,1-2-83,0 5 1,2-5 0,-2 3 0,-4 6 245,-3-24 1,-5 14 491,-7-17 0,-26 92-492,-33 48 1,-12 33-247,23-7 1,-2 13 0,0 9 0,1 1-96,11-22 1,-1 3-1,1 1 1,0 3 0,2 1-1,2 2-150,-1 11 0,1 4 0,3 2 0,1 1 0,4-3 0,2-5 0,4-4 0,2-2 0,3-2 0,3-4 0,3-3 0,2 21 0,4-7 0,6-13 983,9 22-774,5-91-209,3-50 0,-7-28 0,-11-16 0,-11-8-144,0 9 1,-6-5-1,-13 4 144,-6 22 0,-10 1 0,-6 4 0,-1 7-307,-14-5 1,-4 9 0,-5 7 306,-11 7 0,-4 8 0,8 9 0,8 11 0,7 7 491,7 5 1,18-6 491,35-11-700,10-11-283,29-37 231,-3 5 1,1-5-232,-9 10 0,0-2 491,8-15 1,-2-2-450,-15 13 1,-3-2-43,7-20 0,-1-12-246,-7 14 0,-3-9 0,-2-4 0,-1 1 0,-2 2 0,-1 0 0,-3-1 0,-2-5 81,-2 1 1,-2-5 0,-3-1-1,0 1 1,-2 5 164,-3-3 0,-2 3 0,0 3 0,0 3-210,-3-11 0,0 3 1,3 5 209,6 13 0,1 2 0,6 8 0,7 2 0,4 5 0,-2 1 0,0 0 0,-1 0 0,2 2 0,4 6 0,4 1 491,0-3 1,4 2 491,18-30-492,-14 31 1,-2-4-257,0-23 0,-4-4-235,-3 3 0,-2-3 0,1-16 0,-3 1 0,-3 19 0,-2 6 0,1 19 0,0 3 0,0-31 0,-5 58 0,-1 12 0,-30 22 0,4 10 0,-8 43 0,5 21 0,18 6 0,5 5 0,-2-27 0,-2 1 0,8-2 0,8 21 0,19-19 0,51-36 0,11-54 0,10-19 0,-4 1 0,2-16-197,-30 9 0,5-10 1,0-6-1,-4-3 0,-8 2-49,-10-4 0,-7 0 0,-4-4 0,0-3 179,3-3 0,2-4 0,-2-3 1,-6-1-1,-12 2 67,-12-10 0,-11 1 0,-10 0 0,-8 1 0,-3 14 0,-6 0 0,-7 1 0,-5 2 0,-6 4-197,-10-3 0,-7 3 1,-7 4-1,-6 2 0,-6 4 74,16 16 0,-7 2 0,-4 2 0,-3 2 0,-2 2 0,1 1 0,1 2 0,4 2-41,-11-3 0,0 2 0,2 3 0,1 2 0,-1 3 0,1 1 0,3 2 0,-3 3 0,0 1 0,4 2 0,5 3 0,8 2-164,-12 2 0,9 4 0,17 4-656,3 11 0,24-4 1316,31-12-332,86-28 0,-21 4 0,16-9 0,12-6 0,4 0 0,-2 2-164,-6 5 0,1 2 0,3 0 0,2-1 0,3-1 0,4-3 65,-23 8 1,2-1 0,4-2-1,1 0 1,1-1 0,1 0-1,0-1 1,-1 0 0,-1 0-1,-3 0 90,4-2 0,0-1 0,0 0 1,-1 0-1,-1-1 0,-1 1 1,-2 0-1,-1 0 0,-3 0 9,8-4 0,-1 1 0,-2-1 0,-2 1 0,-3 0 0,-3 0 0,-3 0 196,6-7 1,-3-1-1,-5 1 1,-5 2 0,-8 2 294,28-28 1,-26 12 491,-38 22 0,-15-28-765,1-21 0,-1-7-218,-4 33 0,1-3 0,1-14 0,2-10 0,-2 0 327,-2 3 1,-2-1 0,1-3-83,0 10 1,0-2 0,0-1 0,0-1-1,0-1 1,0 0 0,0-1 0,0-4-50,0 2 1,0-5-1,0-1 1,0 6 0,0 12-180,0-17 1,0 7 142,-1-3 1,1-5 0,1 24-161,4 25 0,-4 17 0,-1 1 0,-13-18 0,-6-44 0,-9 5 0,-9-16 0,2 5 0,12 30 0,1 3 0,-2-2 327,-8-24 1,-3-3 0,3 17 655,-15 1-861,30 71-122,-19 21 0,3 35 0,0 14 0,0-2 0,-1 10-246,9-7 0,-2 9 0,1 6 0,1 0 190,1 10 0,2 5 1,1-1-1,2-4-190,3-17 0,2-2 0,0-2 0,1-1-82,-5 25 0,1-2 0,8-20-656,14-16 770,38-68 214,3-27 0,9-19 0,-5-6 0,-6-12 0,-6-8 0,3-3-246,0 10 0,5-3 0,-3-2 0,-9-7 82,-12 4 1,-6-5 0,-5-3-1,-7-3 1,-7-3 163,-7 12 0,-5-4 0,-6-2 0,-4-1 0,-4-1 0,-2 1 0,-2 2 0,1 7 0,-2 0 0,-3 0 0,-3 1 0,-2 0 0,-2 0 0,-4 0 0,-2 0-99,1 6 1,-3-2 0,-2-1-1,-3 1 1,-2 0 0,-1 1-1,-3 2 1,0 3 0,-1 3-1,0 5-24,-12-4 0,-2 4 0,-3 3 0,-1 3 0,-1 3 0,1 3 0,0 3 0,2 1-18,-1 2 1,0 2-1,-1 3 1,2 2-1,1 4 1,4 2-1,3 4 284,-19-3 1,4 5-1,5 6 1,8 5-144,-22-1 0,22 19 0,31 35 0,-2 23 983,16-12-464,6 2 464,18-30 0,24 9 0,28 11-492,12 0 1,11 6-165,-9-5 1,3 4 0,1 2-1,4 6 1,0 3 0,-3 4-1,-3 3 1,-4 4 0,-8 1-426,-13-4 1,-7 1 0,-6-1 97,-4 23 0,-7-3 0,-3-15 0,-4-6 0,-5 23 0,5-40 0,-14-4 0,-2 42 0,-5-23 0,-3 6 0,0-5 0,-1 4 0,-1-2 0,-6 15 0,-3-3 230,-5 7 1,-1-7-231,-17 6 0,5-16 0,-8-9 0,-5 7 0,13-2 0,2 5 0,21-19 0,13-11 0,-4-16 0,-6-17 0,-50-43 0,-24-31 0,29 16 0,-6-10 0,-3-4 0,-4-2-164,13 11 0,-5-3 0,-2-3 0,0 0 0,1 0 0,2 2 0,6 2 0,0 1 0,2 0 0,0 0 0,2 0 0,1 2-33,-6-6 0,0-2 1,2 2-1,5 5 0,8 7-295,-11-11 0,11 9 0,6 11 0,12 6-492,20 10 682,-18-23 302,-25-17 0,-19-11 0,19 25 0,-6-3 0,-6-2 0,-6-2-164,2 4 0,-5-2 0,-5-1 0,-4-2 0,-2 1 0,-2 0 41,12 10 0,-1 0 0,-3-1 0,-1 1 0,-2-1 0,-2 2 0,-1-1 0,-2 1 24,6 5 1,-3-1 0,-2 1-1,-2 0 1,-1 0 0,0 1-1,0 0 1,2 1 0,2 1-1,2 2-24,-5-4 0,2 2 0,1 0 0,1 1 0,1 1 0,0 1 0,2 1 0,-1 1 122,-7-1 0,-1 0 0,0 0 1,1 2-1,4 3 0,7 2 1,7 3 327,-19-7 1,12 6 0,1 7-1,7 8 1,1 5 0,0 5-1,3 4 1,1 5 0,-7 4-515,-7 3 1,-7 5-1,-4 3 1,-2 2 186,4 0 0,-3 2 0,-2 2 0,-1 3 0,-1 2 0,6 0 0,-1 2 0,0 3 0,-2 0 0,-1 2 0,-2 0 0,18-8 0,-2 0 0,-1 1 0,0 1 0,-1 0 0,0 1 0,0 0 0,0 2-123,-2 2 0,1 0 0,-1 2 0,1 0 0,-1 1 0,-2 0 0,-2 1 0,-3 1 33,12-6 1,-4 1-1,-2 0 1,-2 2 0,-1-1-1,0 1 1,1 0 0,1-1-1,1-1 1,4 0-1,3-2-18,-6 5 0,5-3 1,4 0-1,0-1 1,1 0-1,-3 0 1,-5 2-1,-5 2 108,11-6 0,-5 1 0,-4 2 0,-3 0 0,-1 2 0,-3 0 0,0-1 0,1 0 0,0 0 0,3-2 0,2-2 0,3-1 0,5-3-93,-13 4 1,6-2 0,4-2-1,2-2 1,-1 0 0,-1-1 0,-4 1-1,-6 0 93,5-1 0,-4 1 0,-3 1 0,-3-1 0,-1 1 0,-1-1 0,-1 0 0,0-2 0,1-1 0,2-2 0,2-2-99,0-1 1,2-3 0,0-1-1,1-2 1,0 0 0,0-2-1,-1 0 1,1 0 0,-1-1-1,-1 0 0,-3 1 1,0-1 0,0-1-1,-1 0 1,1-1 0,-2 0-1,1 0 1,-1-1 0,-1 0-1,0 0 9,3 0 1,-1-1-1,-2 0 1,0-1 0,-1 0-1,1 0 1,0 0 0,2 0-1,2 0 1,2 0-1,3 0-33,-11 1 0,3 0 0,1 0 0,3 0 0,2 0 0,0 0 0,2 1 0,0 0 238,-5 1 1,-1 0 0,0 0 0,3 1 0,4 0 0,7 0 0,8 1-116,-23 8 0,12 0 0,15 2 491,17 0 1,10 1 491,-12 14 0,40-19 0,15-4 0,15 5 0,19-8 0,54 2-492,-33-20 1,5-4-1,15-4 1,-2-3-1,-21 0 1,-5-2 491,27-16 0,-84 19-656,-36 10 1,-29 12 0,-13 3-206,20-2 1,-9 2 0,-8 1 0,-6 2 0,-4 2 0,-2-1 0,-1 1 0,3-1-222,8-1 1,-1 0 0,-1 0-1,-1 1 1,-1 0 0,-2 0-1,-1 1 1,-2 0 0,-2 0-1,-1 0 23,7-1 0,-3 0 1,-2 1-1,-1 0 0,-3 0 1,0 0-1,0 0 1,-1 1-1,0-1 0,2 1 1,1 1-1,1-1 0,2 0-6,2 1 0,1 1 0,0 0 0,1 0 0,1 1 0,0-1 0,1 1 0,1-1 0,0 0 0,1 0 0,1-1 0,0-1-17,-6 1 1,0 0 0,0-1-1,0-1 1,2 0 0,1 0-1,2 0 1,3 0 0,2 0-1,3 0-65,-22 6 0,3 1 0,4-1 0,4 0 0,5-2 0,5-2-82,-6 0 0,5-1 0,8-3 0,12-3-738,-34 4 710,85-14 274,1-5 0,-11-11 983,-2-6 0,-14-27-656,-9-10 1,-14-16 0,4 1-1,18 17 1,2 1 0,-10-7-259,-1 7 0,-9-9 0,-7-4 0,-4-3 0,0 2 1,3 4-1,4 7-69,-11-9 0,2 7 0,2 3 0,-4-3 0,5 3 0,-3-3 0,0 1 0,2 4 0,7 11 0,-29-12 0,20 19 0,37 20 0,27 2 0,10 4 0,17-41 0,23-25 491,-16 17 1,1-2-1,-3 12 1,-2 3-1,-5-3 1,-3 7 180,-2 14-672,-14 5 0,-2 25 0,-24 27 0,-3 45 0,4 27 0,13-24 0,4 8 0,2 6 0,-2 7-141,1-18 1,-1 5-1,-1 3 1,1 4-1,1 3 1,1 3-1,2 3 51,2-15 1,2 4-1,1 3 1,2 3 0,0 2-1,0 1 1,1 0 0,0 1-1,0-2 1,0-1-1,-1-3-9,0 3 1,0-2 0,0 0-1,0-1 1,1-1 0,-1 1-1,1 0 1,0 1 0,1 1-1,0 1 9,0 1 1,1 3-1,0 1 1,0 2 0,1 0-1,0 0 1,0-2 0,0-2-1,0-3 1,0-5-1,0-4-74,2 22 0,1-7 0,0-6 0,0-1 0,-1 1 0,0 4 23,-1-5 1,1 2-1,-1 1 1,0 1-1,-1 1 1,-1 0-1,0 2 18,-3-7 0,0 2 0,-2 0 0,0 1 0,0 1 0,0 0 0,0 1 0,1 0 13,1-5 1,-1-1 0,1 1 0,0 0-1,0 1 1,0 1 0,0 1 0,1 1-1,0 1 20,0-8 1,-1 2-1,1 1 1,0 2 0,0 1-1,0-1 1,1 0 0,0-2-1,0-1 1,1-2-1,0-4-33,1 12 0,1-2 0,1-2 0,0-1 0,0-3 0,1-1 0,1-1 0,1-1-18,2 1 1,2-1-1,1-1 1,0-1-1,0-3 1,-1-2-1,-1-3-56,0 10 0,0-4 1,-1-3-1,0-2 0,0-5 405,8 25 1,0-7 0,-5-8-209,-8 3 0,-4-8 491,1-18 1,-3-6 491,-4 11 0,0-9 0,0 12 0,0 12 0,0-21 0,-4 11 0,2-37 0,-2-2 0,-1-22-492,-22-63 1,-12-46-400,11 25 0,-2-9 0,-3-7 1,-3-4-234,6 19 1,-2-3-1,-2-4 1,-2-2-1,0-2 1,1-2-1,1 0 18,2 0 0,-1-2 0,1-2 0,0-1 0,0-1 0,1 0 0,0 0 0,1 2 0,0 3 0,-1-1 0,1 1 0,1 0 0,0 0 0,1 0 0,2 0 0,2 0 0,2 2 0,2 0 0,1 1 0,2-1 0,0 0 0,1 0 0,1 0 0,0-1 0,1-1 0,1-1 0,1-1 0,0 0 0,1 1 0,1 0 0,1 2 0,0 1-18,1-1 1,2 1-1,0 2 1,2 1-1,-2-1 1,1 0-1,-2-2 0,-2-6 1,-2-3-1,0 0 1,-1-1-1,2 2 1,0 3-1,2 3-56,1-10 0,2 3 1,1 3-1,0 2 0,-1-1 0,-2 2 0,0 1 1,-1 0-1,1 4 0,3 4-131,2-21 0,3 7 0,0 3 232,-1 6 0,0 3 0,0 12 96,0-21 491,0 30 1,0 4 491,0 5-492,-3 3 1,-1-2 491,-3-20-492,-7 7 1,-5-7-1,-3 2 1,-1-1-1,0 0 1,1 2-1,-1 7 1,4 8 491,6 8 0,8 6-685,5 6-298,0 0 0,5-2 0,1 9 0,5-11 0,2-16 0,-7-5 0,4 6 0,-1-3 0,-8 0 0,0-1 0,5-5 0,-1-1 0,-3-6 0,-4-4 0,-2-11 0,-3-3 0,-1 20 0,-1-2 0,-1-2 0,-1-13 0,-1-3 0,-1 6 0,-8-8 0,1 7 0,6 12 0,2 12 0,-1 20 0,8 23 0,5-1 0,14-1 0,79-16 0,-30 22 0,13 3 0,9 1 0,5 0-141,-15 3 1,5-1-1,4 1 1,3 1-1,3 0 1,2 0-1,1 0 31,-4 0 1,2 1 0,2-1 0,3 0-1,1 1 1,0 0 0,1 1 0,-1 0-1,-1 0 0,2 1 1,1 2 0,1-1 0,0 1-1,-1 1 1,0-1 0,-1 1 0,-1-1-1,-3 0-13,2 0 0,0-1 0,0 0 0,-2 0 0,-2 0 0,-3 2 0,-3 1 0,-4 1-74,14 3 0,-4 1 1,-5 2-1,-5 4 0,-6 5-131,21 15 0,-10 8 0,-8 16 131,-29-3 0,-7 9 1,-2 8-1,0 6 0,4 2 74,-4-10 0,1 4 0,1 3 0,2 3 0,0 4 0,1 2 0,0 2 0,2 3 41,-9-14 0,1 3 0,0 2 0,1 2 0,0 2 0,1 1 0,0 2 0,2 1 0,0 2 0,2 1 0,1 2 0,2 0 30,-10-19 0,1 1 0,2 2 1,1 1-1,0 1 0,2 2 0,0 0 1,0 1-1,2 1 0,-1 0 0,1 0 1,-1 0-1,1 1 0,0-1 0,-1-1 1,0 0-1,0-1 0,-1 0 0,-1-2-6,3 5 0,-1-1 0,0 0 0,0-1 0,0 0 1,-1 0-1,0 0 0,1-1 0,-1 1 0,0-1 0,1 0 1,0 1-1,0-1 0,1 1 0,0 0 0,0 1 0,2 0 3,-1-1 0,1 2 1,1 1-1,1 1 0,0 1 1,0 0-1,1 0 1,0 0-1,0-1 0,0 0 1,-1-1-1,1-1 1,-2-2-1,0-1 0,-1-2 1,-1-3-1,-2-2 0,0-3-35,9 14 1,-2-3-1,-1-4 1,-1-3 0,0-2-1,-2-1 1,1 0 0,-2-1-1,1 0 1,0 1-1,0 2-9,4 8 1,1 0 0,-1 2-1,0-1 1,-1 0 0,1-1-1,-2-1 1,-1-1 0,0-2-1,-1-2-24,1 2 0,0-1 0,-1-2 0,-1-1 0,-1-2 0,-1 0 0,0-1 0,0 0-18,1 4 1,-1-1-1,-1 0 1,-1-2-1,1 0 1,-1-1-1,2-2 304,6 8 1,1 0 0,0-2 0,0-2 0,-3-4 0,-3-6-101,16 18 0,-5-9 0,-1-1 264,1-2 1,0-1 0,-4-2-1,-11-12 1,-3-2 0,0 0 152,20 26 1,-5-10 502,-2-11 0,23 2-492,-6-21 1,11-4-165,-19-16 1,4-2 0,7 0-132,-3 1 1,7 2-1,5 1 1,3-2 0,-1-3-1,6-3 1,-1-1-1,4-3 1,4-3 0,6-4-307,-23-3 1,6-2 0,3-2 0,2-2-1,3-1 1,0-2 0,0-1 0,-2-2-1,-2-1 0,-2-2 1,-2 0 0,0-2 0,0-2-1,-1-1 1,2-2 0,-1-1 0,2-3-1,2-2 20,-5 0 1,3-2-1,0-2 1,2-2 0,1-1-1,-1-1 1,0-2 0,-1-1-1,-2-1 1,-1 0-1,-4-1-20,9-5 1,-2-2 0,-3-1 0,0 0-1,-3-3 1,0 0 0,0-2 0,-1-2-1,-1-1 11,-5 1 1,1-2 0,-1-3-1,0-1 1,-1-1 0,-1-1-1,-2 2 1,-2 1 0,-3 1-1,-2 4-65,15-14 0,-4 4 0,-3 2 0,-3 0 0,-1-2 0,-1-5 23,-9 6 1,1-5-1,-1-1 1,-2-1-1,-4 1 1,-5 3-1,-6 4-105,1-9 0,-9 5 0,-4 1 0,2-4 295,4-12 0,0-3 0,-2 1 0,-3 7-49,-2 6 0,-3 5 0,-2 2 491,9-28 1,-5 12 491,-6 22 0,-10 8 0,-1 3 0,5-4 0,-1-11 0,21-19-492,-2 23 1,5-3-1,4-9 1,5 0-1,13-5 1,2 5-1,-12 11 1,-2 9 491,22-8 0,-33 43-661,-7 57 0,-3 30-322,-8 11 0,-5 15 0,0 9-197,1-19 0,1 5 1,-1 4-1,-1 4 0,-4 2 56,-5-15 1,-1 2-1,-2 2 1,-2 2-1,-3 2 1,-2 1-1,-3 0 31,-2-10 1,-4 2 0,-1 2 0,-3 1-1,-1 0 1,-2 0 0,1-2 0,-1-2-1,1-4-31,-3 9 1,1-3-1,-2-1 1,0-2-1,-1-2 1,-2 0-1,-3 0 90,-2 0 0,-4 3 0,-2-1 1,0-2-1,0-4 0,2-6 0,3-8 51,-13 19 0,4-11 0,5-7 0,-3 9 0,11-14 0,19-19 0,15 5 0,9-28 0,12-10 0,62-54 0,-32 10 0,8-7 0,5-6-197,-8 3 0,5-6 1,2-3-1,2-1 0,-1 1 0,0 1 0,-1 1 1,1-1-1,2-2 0,5-4 173,-12 9 0,3-2 0,2-1 0,2-3 0,1 0 0,-1-2 0,-1 0 0,-2 0-99,-2-1 0,0-2 0,-1-1 0,0 0 0,-2-1 0,0 1 0,-1-1 0,-1 0-18,5-4 1,-1-1-1,-1 1 1,-1-1-1,-2 0 1,-1 0-1,-3-1-23,6-7 0,0-1 0,-2-1 0,-5 1 0,-7 3 0,-10 4-164,-4-20 0,-12 5 0,-7 6-1,-2-6 1,-8 8 328,-9 19 0,-3 3 491,-2 0 1,-2 4 491,-14-23 0,-15-19 0,16 46 0,-1-6 0,13 43 0,4 4 0,-9 14-492,-7 29 1,-5 19-247,-2 1 1,-5 10 0,-3 8 0,-2 4-410,4-9 0,-3 4 0,-2 3 0,-1 4 0,0 2 0,0 2 41,4-8 0,0 2 0,-1 3 0,0 1 0,-1 2 0,0 1 0,0 2 0,-1 1 24,3-7 1,-1 3 0,-1 3-1,-1 1 1,0 0 0,1 0-1,0-1 1,1-1 0,2-4-1,2-3-42,-5 10 1,3-4-1,0-2 1,2-2-1,0 0 1,1-1-1,0 0 106,-4 14 0,-1 4 1,0-1-1,3-5 0,3-9 1,5-13 34,-9 20 0,10-22 0,9-8 0,12-43 0,24-19 0,48-66 0,-16-3 0,5-19 0,-1-8-197,-20 26 0,-2-3 1,-1-4-1,-1-3 0,-1-5 56,-4 7 1,0-4-1,-2-4 1,0-1-1,-2-2 1,-1-1-1,-2 2 17,-1-2 0,-3 0 0,-1-1 0,-1-1 0,-2 1 0,-1-1 0,-2 0 124,-1 2 0,-2 0 0,-2-1 0,-1 1 0,-1-1 0,1-1 0,0-1 0,1 4 0,-1-1 0,0-2 0,0-1 0,0 1 0,0 2 0,0 2 0,0 3-164,0-8 0,0 3 0,-1 3 0,1 1 0,2-1 0,1 0 0,1-4 0,2-2 0,2-1 0,0 3 0,1 5 0,2 7 4,5-25 0,2 11 0,12 1 160,8 9 0,9-2 0,6 4 0,2 9 0,9 2 0,3 9 0,7-2 143,-16 9 0,3-3 0,4-1 0,2 2 0,2 5-143,5 4 0,3 6 0,3 2 0,2 0 0,2-3 0,0-1 0,2-1 0,3-1 0,1 1 0,0 0 0,-1 2 0,-5 3 0,1 2 0,-1 1 0,0 0 0,0-1 0,1 1 0,3-3 0,1 0 0,1 0 0,-2 0 0,-2 1 0,-5 3 0,13-5 0,-4 2 0,-5 2 0,-3 2 0,5-2 0,-6 3 0,2 2 0,3-1 0,2 3 0,-2 3 327,-10 7 1,-2 3 0,8 0-132,-7 2 1,7 0-1,4 0 1,0 2 0,-2 1 48,10 3 1,-2 2 0,1 1 0,2 0-50,-10-2 1,4-1-1,-1 0 1,-3 1 0,-8 3-16,11 1 1,-8 3 0,-6 0 69,15-1 0,-19 0-251,-31 0 983,-12 0 0,-7-5 0,1-1-654,-2-5 654,-5 5-454,-15 1-529,-47 5 0,-19 0 0,-22 0 0,-9 0-164,24 0 0,-7 0 0,-4 0 0,-4 0 0,-3 0 0,-2 0 41,5 0 0,-4 1 0,-2-1 0,-3 1 0,-2-1 0,-2 0 0,-3-1 0,-1 0 33,12-1 1,-3 0-1,-3-1 1,-2 0 0,-2 0-1,0-1 1,0 0 0,1 0-1,0 0 1,3 0-1,2 0-9,1 0 1,2 0 0,0 0-1,2 0 1,0 0 0,1 0-1,0-1 1,0 0 0,0-1-1,0 0-11,-9-1 1,-2-1 0,0 0 0,-1-1-1,2 0 1,3 0 0,2-1 0,5 1-1,6 0-87,-21-2 0,7-1 1,5 1-1,6-1 0,4 1-131,-18-4 0,9 0 0,13 2-164,17 3 0,10 0-492,-9-3 0,29 2 1967,9 0 0,8-9 0,10 2 0,21-30 0,24-4-492,13 2 1,18-3-247,-5 14 1,12-1 0,6 1 0,0 2-221,4 1 1,2 2 0,4 1-1,3 0-25,-20 7 0,5 0 0,1 0 0,1 1 0,-2 2 0,-4 3 0,17-2 0,-4 3 0,-1 3 0,3 2 0,-11 3 0,4 3 0,-1 1 0,0 2 0,-4 1 0,2 0 0,-4 2 0,0 3 0,7 3 0,-9 1 0,5 2 0,3 3 0,2 2 0,-2 2 0,-3 2 0,10 8 0,-3 3 0,0 3 0,3 3 0,6 3-110,-22-8 1,5 3 0,4 1 0,1 2-1,2 1 1,0 1 0,-2 1 0,-1-1-1,-4 0-31,12 7 1,-4 0-1,-1 1 1,-1 0-1,0 1 1,3 1-1,2 0 31,-9-4 1,3 0 0,2 2 0,1 0-1,0 1 1,-1-1 0,-1 0 0,-3-2-1,-3-1-31,4 3 1,-1-1-1,-2-1 1,-2-1-1,-3-1 1,-1 0-1,-3-1-45,8 4 0,-3-1 0,-3-1 0,-1 0 1,0 0 185,0 2 0,3 0 0,-2 1 0,-6-3 0,-11-4 0,10 9 0,-8-2 0,17 8 0,-10-1 0,-25 0 0,-21-6 0,-2 4 0,-2 1 0,-1 4 0,-3 9 0,0 7 0,0 2 323,2 2 0,2 2 0,-1 4-323,-5-7 0,-1 2 0,1 4 0,2 0 0,6 15 0,4 4 0,0-1 0,-3-5 0,-2 4 0,-2-6 0,4 3 0,3-8 0,4 4 0,1-4 0,-2-9 491,5 8 1,0-6-165,-7-13 1,1 1 0,-1-5 163,2-2 1,-6-6 491,-9 37 0,-33-19-821,-18-33 1,-10-4-163,-2 4 0,-9-4 0,-23-8 0,-14-5 0,4-4 327,26-5 1,3-3 0,-2-1-315,-22-1 1,-5-2 0,7-3-14,-3-3 0,9-6 0,22-4 0,5-3 0,-1 0 0,6-4 0,-4-30 0,9 5 0,8 0 0,12 5 648,-8 1-648,16 9 0,0 1 0,-5-9 0,3 6 0,-15-28 0,9 26 0,-23-41 0,11 34 0,-21-37 0,22 30 0,-1-4 0,10 3 0,3 17 0,-13-1 0,16 20 0,-31-1 0,-2 5 0,-7-1 0,-15 3 0,17 5 0,-21-7 0,8-6 0,-20-12 0,29 3 0,-6-5 0,-19-9 0,-1-2 0,8 4 0,-2-1 0,12 5 0,-3-1 0,5 2 0,1 0 0,2 2 0,-20-3 0,-2 2 0,2-1 0,1 3 0,8 9 0,-1 2-234,-18-10 1,-3 1 233,33 11 0,-1 3 0,-4-5 0,-6-6 0,-5-4 0,-3-1 0,3 1-246,6 4 0,1 2 0,0-1 0,-4-2 65,-14-7 0,-4-2 0,0 0 0,5 2 181,-7-2 0,5 1 0,1 2 0,5 2 0,2 1 0,3 3 0,12 3 0,3 1 0,3 4 0,-12 0 0,4 3 0,13 3 0,-1 2 0,-11 4 0,0 3 213,19-3 1,-3 4-214,-37 6 0,-2 10 0,23 13 0,2 7 0,-12 3 0,2 4 491,13 5 1,7 2-110,13-8 1,5-1-383,-20 28 0,14-14 0,16-2 0,-14 0 0,11-11 0,-2 5 0,-9 9 0,-3 6 0,7-7 0,-2 4 0,4 3-261,2 3 0,3 3 0,1 6 261,2 2 0,0 7 0,2 1 0,4-3 0,1 10 0,4-2 0,1 2 0,1-17 0,0 2 0,1-2 0,5-8 0,3 10 0,2-6 0,-3 9 0,2-1 0,6-16 0,1 2 0,-5 21 0,1 2 0,4-2 0,2-5 0,-1-18 0,0-4 0,3 1 0,1-3 0,7 35 0,8-22 783,-2-12-783,3-17 0,-3-8 0,0 19 0,-2-12 0,-14 35 0,-4 18 0,-15-6 0,0-30 0,-3-1 0,-26 27 0,-3-23 0,-4-1 0,-12 13 0,15-31 0,-8 2 0,8-7 0,-11 4 0,5-9 0,8-1 0,26-9 0,8-7 0,15-4 0,0 0 0,15 35 0,19-8 0,-3 7 0,3-1 0,22 5 0,0 7 0,-30-29 0,-14-6 0,2-4 0,-13-2 0,4-9 0,-5-1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4:04.43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17987 5325 24575,'39'-79'0,"0"0"0,-7 11 0,0 3 0,-2 10 0,-3 5 0,5-21 0,3 17 0,3-4 0,-10 8 0,2-5 0,12-22 0,8-11 0,-7 3-328,-15 20 1,-6 2-1,3-4 328,13-21 0,2-5 0,-7 5 94,-10-2 1,-3 5-95,2 10 0,0 3 0,-4-1 0,-2 6 0,-5-13 0,2 27 0,-1 4 0,-5 6 0,1 4 0,-3 14 739,-10 13-739,-6-28 55,-15-3-55,-8-12 0,-2 12 0,-6 3 0,-33-13 0,13 12 0,-7 0 0,-4 3 0,-2 3 0,-2-1 0,0 2 0,1 0 0,4 2 0,16 7 0,7 2 0,-10-4 0,13 5 0,2-5 0,-7-1 0,-29-22 0,28 6 0,-2-5 0,-5-7 0,-3-2 0,9 12 0,-2-1 0,2 0 0,-14-19 0,-2 2 0,16 22 0,-4 1 0,-1 1 0,-5-3 0,-3 1 0,-1-3-328,-7-5 0,-2-2 0,-3 1 109,9 10 1,-2 2-1,-2 0 1,0 1 218,1-2 0,-1 1 0,1 0 0,2 2-176,-10-5 0,3 2 1,1 3 175,11 9 0,1 2 0,4 1 0,-9-5 0,-2 2 0,5 8 0,-5 3 0,-6-1 0,2 3 0,-6 0 0,-4 0 0,-5 0-164,8 2 0,-5 0 0,-4-1 0,-1 1 0,0-1 0,2 1 0,5 0 0,3 0 0,0 0 0,-2 0 0,-4-1 0,-7 0 65,16 2 1,-4 1 0,-3-1-1,-3 0 1,-2-1 0,-2 1-1,-1-1 1,-1 0 0,-2 0-1,1-1 23,9 1 0,0 0 1,-2-1-1,-1 1 0,-1-2 1,-1 1-1,-1 0 1,-1-1-1,0 1 0,0 0 1,-1 0-1,1 1 0,-1 0 5,2 2 1,-1-1 0,0 0 0,0 1-1,-1 0 1,0 1 0,-1-1 0,0 1 0,-1 0-1,0-1 1,-1 1 0,0 0 0,-1 0-1,-1-1 13,10 2 0,-1-1 0,-2 1 0,0-1 0,-1 0 1,-1 0-1,0 0 0,0 0 0,-1 1 0,1 0 0,0 0 1,1 0-1,1 1 0,0 0 0,1 0 0,2 2 0,1 0-18,-14-1 0,1 2 1,2 0-1,0 1 0,1 0 1,1 0-1,0 2 1,1-1-1,1 0 0,-1 1 1,1 0-1,1-1 0,-1 1-6,-2-1 0,1 1 0,1 0 0,1-1 0,0 1 0,0 0 0,0 0 0,1 1 0,-1 0 0,-1 0 0,0 0 0,0 1 6,3 0 0,-1 0 1,-1 0-1,0 1 0,0-1 1,-1 1-1,1 1 1,0-1-1,1 1 0,1 0 1,1 1-1,1 0 0,3 0-23,-12 1 1,2 1 0,1 0-1,1 0 1,2 1 0,0 1-1,1-1 1,0 1 0,1 0-1,-1 1-11,-6 0 1,0-1 0,0 1 0,1 0-1,1 0 1,0 2 0,1 1 0,1 3-1,0 1 0,5 2 1,0 2 0,0 2 0,1 1-1,1 1 1,1 1 0,1 1 0,2-1-1,1 1-22,-9 4 0,3 0 1,2 0-1,1 2 1,0 0-1,-3 2 1,-2 1 131,6-2 0,-3 2 0,-3 1 0,-1 1 0,0 0 0,2 0 0,2-1 0,3-1 0,6-2 0,-10 4 0,5-1 0,3-2 0,3-1 0,2 1 0,1-1 196,-6 3 1,-2 0-1,5 0 1,9-4 0,14-5 786,-23 17 0,75-27 0,4 10 0,30 10 0,46-12-738,-17-16 1,15-2 0,8-2 0,5-1-83,-6-1 1,5-1 0,5-2 0,4 1 0,2-1 0,3 0-55,-16 1 0,3 0 0,2 0 0,2 0 1,1 0-1,2 0 0,2 0 0,0 0 1,0 0-200,-6 0 1,2 0-1,3 0 1,1 0 0,0 0-1,1 0 1,-1 0 0,-2 0-1,-2 0 1,-3 0-1,-3 0-51,18 0 1,-2 0-1,-4 0 1,-2 0-1,-2 0 1,-2 0-1,-1 0 9,3 0 1,3 0 0,-1 0-1,-8 0 1,-11 0 0,-15 0 131,33 0 0,-89 10 0,6 23 0,-10 15 0,-3 10 0,5 8 0,-1 13 0,-2-8 0,-2 16 0,-1 9 0,1 5 0,1 0 0,3-5-127,3-5 1,2-3 0,2 0-1,0 2 1,1 4 0,-1 5 126,-2-10 0,0 5 0,0 4 0,0 2 0,1 2 0,1-1 0,0 0 0,3-4 0,0-4 0,3-2 0,0-2 0,2-1 0,1-2 0,1-1 0,1-1 0,2 0 0,2-1 0,4 8 0,3 2 0,1-2 0,2-1 0,1-3 0,-1-5 0,1-4 196,2 3 1,0-5-1,1-5 1,1-3 0,2-4 48,8 4 1,3-3 0,-1-7 0,-4-13 245,6-8 1,-5-13-492,16-3 0,-27-35 0,5-31 0,1-13 0,-13 8 0,0-8 245,2-4 1,4-12 0,2-6 0,-1-3-50,-3 1 1,0-4-1,1-3 1,-2-2 0,0 2-125,-2 0 1,-2-1-1,0 0 1,1 0 0,0 1-73,4 0 0,1-3 0,1 2 0,-3 5 0,-7 7 0,-4-3 0,-6 8 0,1 13 0,17-14 0,-24 44 0,5 12 0,32-31 0,20-15 0,2 8 0,11-5 0,2-3 130,-23 15 0,1-2 1,2-2-1,0 1 0,2 2-130,1 1 0,4 0 0,-1 2 0,-2 2 0,-5 2 0,12-11 0,-6 3 0,-6 8 0,1 1 0,-16 17 983,-35 25-492,-35 29 1,-23 22-291,3 2 0,-7 12 0,-4 5 1,-1-2-448,-2 1 0,0 0 0,-5 3 0,-5 8 123,15-17 0,-4 4 0,-3 5 0,-3 2 0,-1 2 0,-1 1 0,-2 0 0,1-2 13,0-3 1,-1 1 0,-2 0 0,-1 1-1,-1 0 1,1 0 0,0-1 0,1-1-1,1 0-13,0 0 0,1 1 0,0-2 0,1 0 0,0-1 0,1 0 0,-1 0 0,-1 0 0,-2 1 0,-2 2 0,-2 1 0,1-1 0,2-2 0,3-3 0,5-5 0,7-7-205,-22 22 0,11-12 0,-1 4 82,7-7 0,-2 2 0,1 2 0,4 3 0,4 2 0,5 2 0,0 4 0,-4 7 105,8-16 1,-3 5-1,-1 2 1,-2 4-1,0 1 1,0 2-1,1 1 18,2-2 0,0 2 0,0 2 0,0 1 0,0 2 0,0 0 0,0 2 0,0 1 24,7-10 1,0 1 0,0 2-1,0 0 1,1 1 0,-1 1-1,0 0 1,0 0 0,-1-1-1,0 0 0,-2 0 1,-1 1 0,0-1-1,-1 0 1,0 1 0,0-1-1,1 0 1,2 1 0,1-1-1,2-1 71,-1 6 1,3 0-1,0 1 1,2-1-1,0 0 1,2-1-1,0 0 1,1-1-1,1-1 28,-2 2 0,1 0 0,1 0 0,1-2 0,0 0 0,3-1 0,1 0 0,2-1 0,2 2 0,1 0 0,2-1 0,2-1 0,2-1 0,1-1 0,1-1 196,0 19 1,3-1-1,2-2 1,1-1 0,1-3-67,1-10 0,0 0 1,2-2-1,1-5 0,3-5-130,3 8 0,4-8 0,2-3 491,7 23 1,12-16-1,12-41 1,14-9-247,11-2 1,15 0 0,7-2 0,0-3-1,5-3 1,2-4 0,2 0 0,3 1-443,-9 1 0,2 2 1,2-1-1,1 1 0,1-1 33,-8-4 0,3 0 0,1 0 0,-1-1 0,-3 1 0,-7 1 126,7 4 1,-6 1 0,-3 0 0,3 0 282,9 3 1,3 1 0,-4 0 0,-10-2 245,13 4 1,-16-2 491,16 6 0,-54-27-765,19 1 1,18 0 0,8-1-219,4-4 0,7-2 0,6 0 0,2-1-164,-24 3 0,0 0 0,3-1 0,3 1 0,3-2 0,6-1 54,-7 0 1,4-2 0,5-1 0,3-1-1,1 0 1,2 0 0,0 0 0,-1 0-1,-1 1 11,-10 1 1,1 1 0,0 0-1,1 0 1,0 0 0,-1 0-1,-1 0 1,-1 0 0,-2 0-1,-1-1-24,6-2 0,-1 0 0,-1-1 0,-2 1 0,-1-1 0,-1 1 0,-2 0 0,0 2 286,21-1 1,6 1 0,-2 1 0,-9 0 0,-17 2 0,-24 0 819,-4-1-857,-91 19 1,-46 10 0,-8 2-127,14-5 0,-7 1 0,-7 1 0,-5 2 0,-4 1-110,20-4 1,-3 1 0,-5 2 0,-2 0-1,-2 1 1,-2 1 0,-1 0 0,-1 0-1,0 1 20,6-3 1,-1 1-1,-2 0 1,-1 1 0,-1-1-1,0 2 1,-1-1 0,-1 0-1,0 1 1,1-1-1,-1 1 8,5-2 0,-1 1 0,-1 0 0,-1 0 0,1 0 0,-1 1 0,0-1 0,1 0 0,0 1 0,2-1 0,0 0 0,2-1-17,-7 4 1,-1-1 0,2 0-1,0 0 1,1 1 0,1-2-1,1 1 1,2 0 0,2-1-1,1 0-24,-5 2 0,0 0 0,2 0 0,2-1 0,2 1 0,3-2 0,2 1 0,5-1-74,-13 6 0,4 0 1,4-1-1,6-1 0,5 0 70,-4 4 1,9 0 0,0-2 126,-23 14 0,-6-5 0,0-18 0,-8-7 0,-1-2 327,9-1 1,-1-3 0,-5-1-83,1-1 1,-8 0 0,1-2 0,12-3-37,16-3 1,7-2-1,1 1 282,-36 2 1,9 1 491,-2 5-492,44 7 1,1 5-1,-3 1 1,3 4-1,11 7 1,2 2 491,-40 25 0,46-4 0,12-1 0,16 13 0,10 4-434,20 8-549,2-35 0,11-2 0,37 7 0,24-1-197,-23-16 0,13 1 1,7 0-1,4-1 0,-3-1 33,-16-7 0,1-2 0,1-1 0,2 0 0,1 0 0,3 1 23,3 1 1,5 1-1,3 1 1,0-1-1,-2 0 1,-3-2-1,-8-1-56,1-1 0,-4-1 1,-5-1-1,-2-1 0,-1 1 125,6 1 0,0-1 0,-6 0 0,-15-1 72,31 19 0,-36-14 0,-46-11 0,-5 0 0,-9 19 983,-7-5 0,-7 12 0,-65-3 0,-8 6-837,9-26 0,-5-4-146,9 2 0,2-6 0,7-12 0,4-8 0,12-2 0,9-11 0,11-36 0,11-11 0,5 13 0,6-2 0,1-19 0,16-5 0,23 13 0,16 0 0,2 5 0,7-1 0,12 2-197,-11 20 0,11-3 1,7-2-1,2 2 0,0 3 0,-1 4 0,0 2 1,3 2-1,3 0 0,3-1 56,-11 7 1,3-1-1,2 1 1,2-1-1,1-1 1,3 0-1,1-1 90,-6 3 0,5-2 0,1 0 0,2 0 0,0-1 0,0 0 0,0 0 0,-3-1 0,-3 2-90,10-7 1,-2 1-1,-1 0 1,-2 0-1,-1-1 1,1-1-1,-1-1 0,4-2 1,1-1-1,0-1 1,-1-1-1,-3 1 1,-4 0-1,-7 0-56,0-2 0,-6-1 1,-4 1-1,-3 0 0,-5 0-131,19-24 0,-8 1 0,-8 3 101,1-2 1,-7-1 226,-14 13 0,-2-3 0,-5 1 0,-3-15 0,-6-3 0,-2 10 0,1-5 0,-1 1 0,1 1 0,-1 0 0,3-3 0,3-14 0,1-3 0,6 2 0,7 3 0,5 3 0,2-1-186,-12 17 0,2-2 0,1 3 0,0 4 186,7 0 0,2 4 0,6 2 0,1 5 0,5 1 0,3 2 0,-1 3 0,9-5 0,1 5 0,7 0 40,-12 11 0,6-1 1,3 1-1,2 1 0,-1 2-40,3 2 0,1 1 0,1 1 0,2 2 0,2 0 0,-3 4 0,4 0 0,1 1 0,0 1 0,-1 1 0,-4-1 0,3 0 0,-3 0 0,-1 1 0,-1 1 0,-1 0 245,18-3 1,0 1 0,-5 1 0,-13 3 245,2 0 1,-13 0-1,-16 1 1,-5-3-160,-6-8 1,-1-3 157,12-2 1,2-5-491,6-12 0,3-5 0,-11 14 0,3-1 0,0-4 0,6-13 0,-1-4 0,0-3 327,0 0 1,-2-2 0,-1-2-38,-1-1 1,-3-2 0,-5 5 56,-3-3 0,-6 5-347,-5 8 0,-2 3 0,-5 13 0,3 1 0,14-11 0,2 1 0,-6 6 0,0 2 0,5 3 0,1 3 983,31-19-767,-13-5-216,-21 23 0,1-1 0,-11 3 0,1-5 0,12-16 0,5-10 0,-2 7 0,-4 9 0,0 0 0,-2-6 0,1-6 0,-5 11 0,14-8 0,-18 5 0,-19 26 0,-12 4 0,-11 14 0,-15-10 0,-39-20 0,11 4 0,-7 1 0,-16-8 0,-1 2 0,11 7 0,0 2 0,-7-3-246,-13-3 0,-9-4 0,-4 1 0,1 3 0,4 3 0,0 3 0,-1 2 0,-4 1 83,11 6 0,-3 2 0,-2 1 0,1 2 1,0 1 162,3 1 0,1 2 0,-1 1 0,2 2 0,1 1 0,-12-1 0,1 3 0,3 1 0,1 1-165,-16 0 1,4 1 0,9 4 164,4 3 0,10 2 0,17-2 0,8 0 0,8 3 0,24-4 0,11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20.11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12600 4946 24575,'41'0'0,"6"0"0,-3 0 0,3 0 0,-25 4 0,-61 19 0,-40 11 0,14-8 0,-12 4 0,-10 1 0,-5 1 0,-2 0-123,15-6 0,-3 1 0,-4 0 0,-2 0 0,-3 1 0,-2-1 0,-2 0 0,-1-1 33,11-4 1,-2 0-1,-1 1 1,-3-1 0,-1 0-1,-1-1 1,-1 0 0,0 0-1,-1-1 1,0-1-1,1 0 8,3-3 0,-1 1 0,-2-1 0,1 0 0,-2-1 0,1-1 0,0 0 0,0-1 0,1 0 0,0-2 0,2 0 0,2-1-17,-7 0 1,1-1 0,0-1-1,1-1 1,1-1 0,0 0-1,3-2 1,0 0 0,2-1-1,2-1-42,-18-1 1,0 0-1,2-2 1,3-1-1,3-2 1,5-1-1,6-2-105,-18-3 0,5-1 0,11-5 0,12-4-246,-5-13 0,30-10-492,63-53 656,41 46 0,27 3 0,11-2 131,-15 8 0,8 0 1,6-2-1,4 1 0,2-1 56,-12 8 1,3-2-1,3 1 1,1 0-1,2 0 1,0 0-1,-1 2 106,-10 3 1,1 0 0,0 1 0,0-1-1,1 2 1,-2 0 0,1 2 0,-2 0 34,5 0 0,0 1 0,0 1 0,-2 2 0,0 0 0,-2 2 0,-2 1 196,17-2 1,-3 2-1,-1 2 1,-3 2 0,-4 3 48,0 1 1,-3 4 0,-3 1 0,-3 3 81,8 0 1,-3 4 0,-8 1 163,4 3 1,-9 3 491,13 9-891,-43 1 891,-23-5 0,-6-22-492,19-42 1,8-26-247,-7 17 1,2-8 0,3-5 0,2-3-443,-1 1 0,3-4 1,1-3-1,1-1 0,1-1 170,-4 9 0,2-2 1,0-2-1,0 2 0,0 0 1,-2 4 26,2-4 0,-1 2 0,0 1 0,-1 4 0,-1 4 0,13-18 0,-1 6 0,-2 10 0,4 1 0,0 20 0,30 36 0,-40 42 0,-3 19 0,4 31 0,-5 15 0,-12-16 0,-3 5 0,-3 2-232,-2 6 0,-3 2 0,-3-2 232,-2-8 0,-2-1 0,-2-5 0,-2 13 0,-2-8 491,-2-26 1,0-9 491,1 0 0,8-56-873,6-32 0,0-19-110,-1-1 0,1-8 0,0-3-305,0-15 1,1-5 0,-3-1 304,1 0 0,-2-1 0,-5 6 0,-4-17 0,-18 15 353,-22 29 0,-17 22-353,-8 38 0,-11 21 0,-5 11 0,12 2 0,-3 8 0,-3 8 0,0 3 0,0 4-164,0 1 0,-2 4 0,0 5 0,0 2 0,1 3 0,2 1 23,8-5 1,-1 3-1,2 2 1,0 1-1,2 1 1,1 0-1,3 0 0,4-4 1,1 0-1,1 2 1,2-1-1,2 0 1,2-1-1,3-1-56,-7 16 0,4-1 1,2-1-1,5-2 0,3-3-49,4 0 0,3-2 0,5-3 0,3-5 310,-8 32 1,17-12-65,22-33 0,14-12 32,15-19 0,11-12-32,17-14 0,6-11 0,12-11 0,-1-10 0,-8-10 0,-7-7 491,-9-2 1,-9-2-1,-15 8 1,-8 1 491,1-17 0,-50 26 0,-73 15-700,32 16 0,-11 2 0,-4 3-529,1 0 0,-5 2 0,-3 1 0,0 2 47,-5 2 1,-1 1-1,-1 1 1,3 2 198,4 2 0,0 0 0,3 3 0,5 1 0,-6 4 0,6 3 0,8 1 0,1 5 0,10-1 0,-3 12 0,94-28 0,31-6 0,-6-7 0,13-5 0,9-4 0,7-2 0,3-1-123,-8 0 0,5-2 0,5-2 0,4-1 0,2-1 0,3-2 0,1-1 0,1 0 41,-22 3 0,1 0 0,3-1 0,0-1 0,2-1 0,1 0 0,0-1 0,1 0 0,0-1 0,1-1 0,-1-1 0,0 0 6,-1 0 0,1-1 1,1-1-1,1-1 0,0 0 1,0-1-1,0-1 1,0 0-1,-1 0 0,0-1 1,-1 0-1,-1 0 0,-2 0-6,1-1 0,1 0 0,-1-1 0,-1-1 0,0 0 0,-1 0 0,-1 0 0,-1 0 0,-1-1 0,-2 1 0,-1-1 0,-2 1-28,10-5 1,-1-1 0,-2-1 0,-1 1-1,-2-1 1,-2 1 0,-3 1 0,-1 0-1,-4 0-54,15-7 0,-2 1 0,-4-1 0,-4 2 0,-5 2 0,-8 1-164,16-12 0,-11 3 0,-10 6-164,-8 4 0,-15 6 818,-23 9-326,-22 15 983,-6-3 0,3-23-492,32-8 1,22-6-165,19-5 1,17-5 0,11-1-290,-25 20 1,5-1-1,5-1 1,5 1-1,2-1 1,2 1-39,-5 4 0,3 1 0,4-1 0,1 0 0,2 1 0,2 0 0,0 1 0,0 0-110,-3 3 1,1-1 0,1 1 0,2 0-1,0 1 1,0 0 0,0 0 0,-1 2-1,-1 0-13,6-1 0,0 0 0,0 1 0,-1 1 0,0 1 0,-2 0 0,0 1 0,-3 0-18,2 1 1,-1 0-1,0 0 1,-3 2-1,-1 0 1,-3 1-1,-3 1-56,9-2 0,-3 1 1,-3 1-1,-4 1 0,-4 1-131,15-4 0,-7 2 0,-6 2 285,6-3 1,-12 2 42,5-3 983,-34 4 0,3-10 0,34-25-492,-15 10 1,9-3-165,-10 8 1,6-1 0,2-1-1,10-4 1,3 1 0,1 1-83,-16 10 1,0 1 0,2 2 0,-1 1 81,21-7 1,0 2 0,-1 3-157,-10 5 0,-1 1 0,-3 2-171,-10 6 0,-2 1 0,-5 2 0,8-1 0,-8 3 0,14-1 0,-35 8 0,-21 3 983,-7 0-605,7-2 50,27-3-428,43-8 0,-24 4 0,4-2 0,17-2 0,3-1 0,6-2 0,-1 0 0,-16 4 0,-4 0 0,-5 1 0,-1 0 0,-11 3 0,-2 0 0,32-6 0,-1 0 0,-41 9 0,-23 0 0,-7-2 0,2-5 0,18-8 0,24-8 0,22-7 0,9-2 0,-8 6 0,-21 11 0,-23 10 0,-18 9 0,-63 3 0,-32 1 0,-12 0 0,-13 0-246,18 0 0,-9 0 0,-5 0 0,0 0 49,12 0 0,-2 0 1,-2 0-1,0 0 0,-3 0 33,8 0 0,-2 0 0,-1 0 0,-1 0 0,0 0 0,0 0 0,-4 0 0,1 0 0,-1 0 0,-1 0 0,0 0 0,0 0 0,-2 0 0,0 0 0,-1 0 0,0 0 0,1 0 0,0 0 19,3 0 1,0 0-1,1 0 1,0 0-1,1 0 1,0 0 144,2 0 0,1 0 0,0 0 0,0 0 0,1 0 0,1 0-197,-15 0 0,1 0 1,0 0-1,2 0 0,-1 0 0,6 0 0,0 0 1,0 0-1,1 0 0,0 0 180,1 0 0,0 0 1,0 0-1,0 0 1,1 0 16,2 0 0,1 0 0,0 0 0,-1 0 0,0 0 0,-2 0 0,-1 0 0,1 0 0,-1 0 0,0 0 0,1 0 0,0 0 0,0 0 0,0 0 0,1 0-197,2 0 0,1 0 1,0 0-1,0 0 0,1 0 103,0 0 0,1 0 0,1 0 1,0 0-1,1 0 94,-15 0 0,1 0 0,1 0 0,0 0 0,-2 0 0,1 0 0,-1 0 0,1 0 145,4 0 1,1 0 0,0 0-1,1 0-145,4 0 0,1 0 0,0 0 0,1 0 0,1 0 0,1 0 0,0 0 0,0 0 0,-3 0 0,0 0 0,-1 0 0,0 0 0,-4 0 0,-1 0 0,-1 0 0,0 0 0,-2 0 0,-1 0 0,0 0 0,0 0 0,-1 0 0,-1 0 0,0 0 0,0 0 245,2 0 1,1 0 0,-1 0 0,0 0-236,-2 0 1,-2-1 0,1 1 0,1 1-11,3 0 0,0 1 0,0 0 0,1 1 0,0 1 0,-1 1 0,1 0 0,0 2 0,1 2 0,0 1 0,1 1 0,0 1 0,4 0 0,2 2 0,0 0 0,-1-1 241,0 1 1,0 0-1,0 0 1,1 0-242,5 0 0,1-1 0,1 0 0,-2 0 0,0-1 0,0 0 0,-1 0 0,-1-1 0,-3 2 0,-1-1 0,-1 0 0,1 0 0,-2 0 0,0-1 0,-1 1 0,0-2 51,-5 1 0,0-1 0,-1 0 1,0 0-52,1 0 0,-1 0 0,1 0 0,-2-2 0,-3 0 0,-1 0 0,-1-2 0,-1 1-197,13-1 0,0-1 1,-2 1-1,0-1 0,-2-1 179,-4 1 0,-2-1 0,-1 0 1,0 0-1,0-1 18,12-1 0,0 0 0,0-1 0,-1 0 0,1 0 0,-1 0 0,-2 1 0,-1-1 0,0 0 0,1 0 0,0 0 0,0 0 0,3 0 0,1-1 0,-1 0 0,2 1 0,0-1 0,0 1 0,-12 0 0,1 0 0,0 1 0,2-1 0,0 0-22,6 1 0,1-1 0,0 1 0,1-1 0,1 1 22,-16 0 0,0-1 0,2 1 0,1-1 0,4 0 0,2 0 0,1 0 0,1-1 21,5 0 1,0 0 0,2 0 0,0 0-22,5 0 0,0 0 0,1 0 0,0 0 0,-19 0 0,2 0 0,0 0 0,4 0 0,1 0 0,0 0 268,0 0 0,1 0 1,0 0-269,0 1 0,0 0 0,1 0 0,5 0 0,1 1 0,1 0 0,1 1 0,1 0 0,1 1 327,6-1 1,1 0 0,2 1 163,-22 0 1,3-1-1,7 0 1,3-2-1,8-1 1,3 0-1,8 0 1,1 0 353,-43 0 83,12 0-928,6 0 115,-8 6-115,-8 7 0,42-3 0,0 3 0,-4 1 0,1 1 0,-2 1 0,0 0 0,2-1 0,2 1 0,2-2 0,1 1 0,3 0 0,2-1 0,-36 14 0,7-2 0,9-1 0,-5 1 0,-11 7 0,-6 8 0,3 7 0,17-3 0,32-19 0,18-11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32.6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24575,'47'0'0,"9"0"0,4 0 0,-4 0 0,-7 0 0,2 0 0,6 0 0,8 0 0,5 3 0,-5 3 0,0 3 0,-3 1 0,-9 0 0,-5-1 0,-6-2 0,-2 0 0,-1 1 0,0 2 0,2 0 0,2 0 0,0-1 0,-1 2 0,1-3 0,-3-1 0,3 0 0,6 0 0,8 1 0,4-1 0,0-2 0,-4-1 0,-8-2 0,2-1 0,-3-1 0,4 0 0,4 0 0,-1 0 0,2 0 0,-5 0 0,-10 0 0,-9 0 0,-11 0 0,-8 0 0,-3 0 0,5 0 0,17 0 0,30 0 0,27 0 0,-37 0 0,0 0 0,1 0 0,-2 0 0,32 0 0,-26-2 0,-25 0 0,-16 0 0,1 1 0,17 1 0,31-1 0,31-2 0,-38-1 0,3 0 0,1 0 0,-1-1 0,-7 0 0,-1 0 0,31-3 0,-26 5 0,-16 0 0,-7 3 0,4 0 0,8 0 0,6 0 0,7 0 0,0 0 0,2 0 0,-6 0 0,0 0 0,-3 0 0,0 0 0,5 0 0,9 0 0,15 0 0,-34 0 0,2 0 0,7 0 0,2 0 0,3 0 0,0 0 0,-2 0 0,-1 0 0,-8 0 0,-3 0 0,22 0 0,-31 0 0,-20 0 0,-9 0 0,11 0 0,24 0 0,29 0 0,-25 0 0,4 0 0,4 1 0,1 1 0,-2 0 0,-2 1 0,-3-1 0,-1 0 0,34 1 0,-17-3 0,-10 0 0,-10 0 0,-10 2 0,-9 0 0,-10 2 0,-10 0 0,-4 2 0,-22 7 0,-11-2 0,-39 6 0,19-10 0,-4-1 0,-17 1 0,-5-1 0,-14 1 0,-4 0 0,-2-2 0,-1-1 0,2 0 0,3-2 0,10 0 0,3-1 0,13-1 0,3 0 0,9 0 0,4 0 0,-28 0 0,20 0 0,19 0 0,17 0 0,15 0 0,66 0 0,26 0 0,-1 0 0,12 0 0,-24 0 0,2 0 0,2 0 0,3 0 0,1 0 0,-2 0 0,-6 0 0,-2 0 0,-4 0 0,10 0 0,-9 0 0,7 0 0,-33 0 0,-21 0 0,-4 0 0,7-2 0,21-1 0,26-2 0,18-1 0,1 0 0,-9-1 0,-16 3 0,-19 1 0,-13 3 0,-14 0 0,-7 0 0,7 0 0,14 0 0,26 0 0,24 0 0,12 0 0,0 0 0,-11 0 0,-17 0 0,-10 0 0,-5 0 0,1 0 0,9-3 0,9-1 0,2 0 0,-2 2 0,-9 2 0,-13 0 0,-12 0 0,-11 0 0,-9 0 0,4 0 0,15 0 0,24 0 0,25 0 0,-34-2 0,2 0 0,3-1 0,0-1 0,-3-1 0,-1 0 0,36-6 0,-28 4 0,-26 2 0,-18 3 0,-5 0 0,10 1 0,18 1 0,21-1 0,9 1 0,-6 0 0,-18 0 0,-19 0 0,-9 0 0,5 0 0,5 0 0,4 0 0,-3 0 0,-6 0 0,10 0 0,18 0 0,37 0 0,-31 0 0,3 0 0,4 0 0,-1 0 0,-5 0 0,-4 0 0,20 0 0,-34 0 0,-56 0 0,-17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39.19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1122 78 24575,'-41'0'0,"-13"0"0,-5 4 0,-7 3 0,12 4 0,17 1 0,16-2 0,7-1 0,-11 1 0,-20 7 0,-22 7 0,-19 7 0,39-15 0,-1 1 0,-44 15 0,13-3 0,14-5 0,15-4 0,11-4 0,8-6 0,11-4 0,9 0 0,3-1 0,-2 6 0,-3 1 0,-4 4 0,0-2 0,12-3 0,26-6 0,42-3 0,-14-2 0,5 0 0,13 0 0,2 0 0,3 0 0,-2 0 0,-6 0 0,-2 0 0,34 0 0,-36 0 0,-26 0 0,-11 0 0,8 2 0,27 1 0,-6-1 0,7-1 0,19 0 0,8 0 0,-18-1 0,3 0 0,2 0-208,5 0 0,1 0 0,0 0 208,-2 0 0,-1 0 0,-1 0 0,-6 0 0,-2 0 0,-2 0 0,20 0 0,-5 0 0,-10 0 0,-2 0 0,6 0 0,1 0 0,10 0 0,3 0 0,-20 0 0,2 0 0,0 0-155,5 0 0,0 0 1,1 0 154,-3 0 0,-1 0 0,0 0 0,-3 0 0,0 0 0,-3 0 0,21 0 0,-5 0 0,-11 0 0,-5 0 608,30 0-608,-28 0 0,-13 0 0,-5 0 480,5 0-480,7 0 0,8-3 0,-1-3 0,-2-5 0,-9-4 0,-6-1 0,6 0 0,6-1 0,13-4 0,12 0 0,5 0 0,-1 2 0,-10 4 0,-6 4 0,-5 2 0,-4 3 0,-1 3 0,-3-1 0,0 1 0,3-2 0,5 0 0,1-1 0,-2 0 0,-9 2 0,-12 0 0,-7 2 0,-11 0 0,-5-2 0,1 2 0,6 0 0,21 1 0,17 1 0,16 0 0,5 0 0,-9 0 0,-6 0 0,-7 0 0,18 0 0,-27 0 0,6 0 0,21 0 0,8 0-328,-20 0 0,4 0 0,1 0 321,5 0 0,1 0 1,1 0 6,-1 0 0,0 0 0,-2 0 0,-7 0 0,-1 0 0,-3 0 0,20 0 0,-7 0 0,-19 0 0,-8 0 0,15 0 0,-36 0 0,-20 0 0,13 0 983,29 0-973,-12 0 1,7 0-11,20 0 0,6 0 0,9-2 0,4 0 0,3-1 0,1 0 0,-6 1 0,-4-1 0,-11 1 0,-4 0 0,-11 2 0,-4 0 0,38 0 0,-16 0 0,-7 0 0,-1 0 0,8 0 0,7 0 0,4 0 0,2 3 0,-1 1 0,-3-1 0,-7 0 0,-8 0 0,-12 1 0,-17 1 0,-13 0 0,-16-2 0,-8 0 0,1-2 0,14 1 0,36-2 0,0 0 0,9 0 0,19 0 0,5 0-172,-21 0 0,1 0 0,1 0 172,-1 0 0,0 0 0,-2 0 0,15 0 0,-6 0 0,-17 0 0,-8 0 0,8 1 0,-44 3 0,-63 8 0,-38 4 0,-2 2 0,-13 1 0,-12 2-164,24-4 0,-9 2 0,-5 2 0,-4 0 0,-1 1 0,0-1 41,16-3 0,-1 1 0,-1 0 0,-1 0 0,-1 0 0,-1 1 0,0-1 0,1 1 0,-4 0 0,-2 1 0,0 0 0,0 0 0,0 0 0,1 0 0,1-1 0,3 0-18,-4 0 1,2 0-1,0 0 1,2-1-1,1 0 1,3-1-1,1-1-56,-14 3 0,1-1 1,3 0-1,5-2 0,4-1-49,7-2 0,3-1 0,5-1 0,3-1 206,-33 5 1,11-3 39,28-3 0,6-3 0,-17 0 0,5-3 983,22-4 0,9 0 0,-6 0 0,-10-2 0,-11-7 0,-1-4-382,0-2-601,6-2 0,7-2 0,0-6 0,-1-6 0,-6-4 0,-2 0 0,-1 3 0,1 3 0,5 5 0,7 3 0,11 5 0,11 4 0,8 4 0,1-3 0,-12-7 0,-12-8 0,-12-5 0,-6 1 0,-3 2 0,-2 3 0,1 1 0,6 3 0,14 5 0,13 6 0,14 3 0,5 1 0,-1 0 0,-14-6 0,-19-6 0,-23-2 0,-11-2 0,1 2 0,12 4 0,14 2 0,11 4 0,1 1 0,-6 0 0,-12-3 0,-18-4 0,-18-4 0,43 10 0,-1-1 0,-1-1 0,1 1 0,3 1 0,1 0 0,-31-7 0,16 4 0,13 4 0,9 0 0,0 0 0,-4-4 0,-1-2 0,-4 0 0,3 0 0,2 2 0,6 3 0,5 2 0,7-1 0,7 1 0,6-1 0,8 1 0,5 2 0,37 1 0,12 2 0,35 2 0,7 1 0,8 0 0,5 0 0,-1 0 0,-7 0 0,-14 0 0,-10 0 0,-13 0 0,-9 0 0,-6 0 0,-7 0 0,-3 0 0,-4 0 0,1 0 0,3 0 0,9 0 0,6 0 0,7 0 0,0 0 0,-6 0 0,-9 0 0,-14 0 0,-8 0 0,-6 0 0,2 0 0,11 0 0,20 0 0,19-3 0,15-4 0,5 0 0,-10-2 0,-9 3 0,-11 3 0,-8 1 0,2 2 0,7 0 0,13 0 0,17 0 0,13 0 0,4 1 0,-6 2 0,-17 1 0,-23 1 0,-18-1 0,-18-2 0,-6 1 0,7 2 0,16 0 0,22 4 0,22 1 0,10-2 0,-5-1 0,-15-4 0,-18-1 0,-11 3 0,4 0 0,23 4 0,34-3 0,-33-3 0,5-1 0,9 0 0,1 0 0,2-1 0,-1 1 0,-7 1 0,-4 0 0,-13 1 0,-3 0 0,28 7 0,-22 2 0,-5 3 0,4 3 0,10 1 0,7 0 0,9 0 0,-4-6 0,-6-1 0,-12-6 0,-15-1 0,-1 2 0,3 0 0,8 0 0,16 5 0,14 1 0,-35-7 0,4 1 0,7 1 0,4 0 0,5-1 0,2 0 0,4 0 0,1 0 0,-1 0 0,-1-1 0,-8-1 0,-3 0 0,-10-2 0,-3 0 0,25 1 0,-31-2-246,-24 0 0,-15-1 0,-9-1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43.3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0 202 24575,'59'0'0,"18"0"0,-16 0 0,5 0 0,5 0 0,0 0 0,-1 0 0,-1 0 0,-4 0 0,-2 0 0,-7 0 0,1 0 0,11 0 0,3 0 0,14 0 0,4 0 0,-22 0 0,2 0 0,-1 0 0,3 0 0,1 0 0,-1 0 0,-2-1 0,0 1 0,-2 1 0,22-1 0,-5 2 0,-15 1 0,-6 1 0,24 5 0,-39 1 0,-21-2 0,-13-2 0,3 2 0,19 2 0,30 1 0,-16-4 0,5-1 0,15-1 0,5-2 0,9 0 0,2-1 0,4-1 0,-1 0 0,-5-1 0,-2 0 0,-9 0 0,-4 0 0,-10 0 0,-3 0 0,37 0 0,-12 0 0,-9 0 0,-5-2 0,2-1 0,1-2 0,3 0 0,-1 0 0,-5-3 0,-9 1 0,-16 1 0,-14 3 0,-13 3 0,-5 0 0,-1 0 0,6 0 0,14 0 0,26-3 0,29 0 0,-28-1 0,3 0 0,6-1 0,3 0 0,1 0 0,1 0 0,-1-2 0,-1 0 0,-3 1 0,1 0 0,2 0 0,1 0 0,3-2 0,1 1 0,6-1 0,2 0 0,9-1 0,3-1 0,3 0 0,2 1-159,-29 2 0,1 1 1,0 0 158,0-1 0,0 1 0,0 0 0,30-3 0,-1-1 0,-4 1 0,-1 0 0,-12 1 0,-2 0 0,-8 1 0,-4 1 0,-9 2 0,-3 1 0,39 0 0,-3 2 0,-4 1 476,-4 0-476,-4 0 0,-10 0 0,-9 0 0,-11 1 0,-15 1 0,-12 2 0,-9-1 0,-3-1 0,0 0 0,1-2 0,6 0 0,3 0 0,5 0 0,6 0 0,7 3 0,8 3 0,16 3 0,16 1 0,-28-6 0,4-1 0,7 0 0,4-2 0,9 1 0,3-2 0,5 1 0,1-2 0,4 1 0,0 0 0,4 0 0,1 0 0,3 0 0,1 0 0,0 0 0,-1 0 0,-7 0 0,-3 0 0,-13 0 0,-5 0 0,28 0 0,-36 0 0,-28 0 0,-17 0 0,-6 0 0,1 0 0,5 0 0,12 0 0,12 0 0,10 0 0,4 0 0,-3 0 0,-3 0 0,0 0 0,1 0 0,6 0 0,2 0 0,-1 0 0,0 0 0,3 0 0,12 4 0,14 4 0,14 4 0,-43-4 0,0-1 0,1 0 0,0-1 0,0 0 0,-1 0 0,-4-1 0,-1 0 0,36 4 0,-12 3 0,-13-1 0,-9-2 0,-9-1 0,-4 0 0,6 1 0,12 1 0,18 3 0,-25-7 0,3-1 0,10 1 0,4-1 0,8-1 0,4-1 0,4 0 0,1-2 0,-2 1 0,-1-2 0,-8 0 0,-4 0 0,-14 0 0,-6 0 0,19 0 0,-30 0 0,-19 0 0,-5 0 0,-4 0 0,-1 0 0,3 0 0,0 0 0,-5 0 0,-1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25.03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30222 11475 24575,'0'67'0,"0"-18"0,0 4 0,0 12 0,0 3 0,0 6 0,0-2 0,0-11 0,0-5 0,0 18 0,0-36 0,0-21 0,0 3 0,0 17 0,0 18 0,0 14 0,-4-4 0,-2-16 0,-3-20 0,-1-17 0,-3-9 0,-14-1 0,-18 6 0,-31 9 0,24-2 0,-4 1 0,-9 4 0,0 1 0,0 1 0,1 0 0,8-1 0,4 0 0,-24 12 0,32-11 0,17-6 0,3 3 0,-19 15 0,-31 23 0,22-18 0,-5 2 0,-12 8 0,-3 1 0,-4 2 0,-1-1 0,1-2 0,1-3 0,6-5 0,2-4 0,11-9 0,4-2 0,-30 11 0,13-12 0,1-3 0,-13-2 0,23-8 0,-4 0 0,-2 1 0,-1 1 0,-8 1 0,-2 0 0,1 1 0,4 1 0,13-4 0,4 0 0,-39 9 0,30-7 0,9-3 0,-16 4 0,20-5 0,-4 1 0,-7 2 0,-5 1 0,-21 5 0,-4 1 0,2 0 0,0 0 0,0 2 0,3 1 0,8-1 0,5-1 0,20-5 0,4 0 0,-24 12 0,26-8 0,4-1 0,-10 2 0,6 0 0,-5 2 0,-9 7 0,-4 1 0,-11 8 0,-2 1 0,1 2 0,3-2 0,14-9 0,3-2 0,-24 15 0,36-21 0,16-10 0,-17 3 0,-27 9 0,8-5 0,-5 2 0,-8 2 0,0 0 0,6-1 0,3 0 0,11-5 0,6-1 0,3 1 0,24-7 0,8-1 0,-3-1 0,-6 2 0,-7 3 0,0-1 0,0-1 0,-2-2 0,-4-1 0,-11 1 0,-23 4 0,-9 0 0,-12-1 0,4-2 0,21-5 0,12 0 0,21-2 0,3-1 0,-1 0 0,-10 3 0,-12 5 0,-8 3 0,-4 1 0,7-1 0,16-5 0,16-2 0,14-2 0,10-1 0,24 2 0,1-4 0,41 2 0,15-2 0,-25 1 0,2 0 0,8 0 0,0 1 0,-9-1 0,-2-1 0,21 1 0,-33-4 0,-25 0 0,9 2 0,22 1 0,27 0 0,22 2 0,0-2 0,-20 1 0,-21-2 0,-22-2 0,-15 0 0,-5 0 0,-2 2 0,13 2 0,14 2 0,8 0 0,1 1 0,-17-1 0,-13 0 0,-3-1 0,10-2 0,18-1 0,12-2 0,-4 0 0,-13 0 0,-15 0 0,-9 0 0,1 0 0,7 0 0,21 0 0,21 0 0,15 0 0,3 0 0,-11 0 0,-14 0 0,-17-2 0,-9 0 0,4-2 0,18-3 0,23-3 0,-23 3 0,4-1 0,7-1 0,2-2 0,7 0 0,0 1 0,1-2 0,-2 0 0,-5 0 0,-1 1 0,-6 3 0,-3 0 0,39-5 0,-7 4 0,-2-1 0,13-3 0,-40 6 0,2 0 0,12-1 0,2 0 0,10 0 0,3-1 0,5 0 0,2 0 0,2 0 0,2 0 0,-1 1 0,0 0 0,1 1 0,0 1 0,-4 1 0,0 1 0,-4 1 0,0 1 0,-4-1 0,-1 0 0,-2 1 0,0 0 0,2 0 0,1-1 0,4 0 0,0-1 0,3 1 0,0 1 0,0-3 0,-1 0 0,-6 1 0,-3-1 0,-12 1 0,-4 0 0,32-3 0,-34 3 0,-27-1 0,-14 3 0,-8 0 0,-5 1 0,-2 1 0,7 0 0,15-3 0,24-3 0,26-5 0,-28 2 0,3-1 0,7-1 0,1 0 0,-1-1 0,-2 0 0,-5 1 0,-4 0 0,24-4 0,-27 3 0,-18 5 0,-15 2 0,-7 2 0,-3-1 0,1-5 0,5-8 0,9-11 0,11-10 0,7-9 0,3-3 0,-5 0 0,-7 1 0,-4 1 0,-3-4 0,2-4 0,-1-7 0,0-9 0,-3-5 0,-4-5 0,-6-8 0,-7 41 0,-1-3 0,0-14 0,-2-5 0,0-10 0,0-5 0,0 20 0,0-2 0,0-2-246,0-8 0,0-2 0,0 1 246,0-1 0,0 0 0,0-1 0,0-1 0,0 0 0,0 0 0,0 6 0,0 0 0,0 1 0,0 6 0,0 0 0,0 1 0,1-27 0,2 2 0,1 8 0,1 4 0,0 7 0,2 3 0,0 10 0,1 1 0,0 6 0,0 2 0,1 2 0,1 0 369,-1-1 0,0 1-369,2-3 0,-1 1 0,-1 0 0,0 2 0,9-47 0,-3 8 0,-3 7 0,-3 10 0,-4 10 0,-3 15 0,-2 18 0,0 10 0,2 11 0,-1-2 0,3-10 0,3-17 0,2-13 0,1 4 0,-2 16 0,-4 27 0,-2 41 0,-2 5 0,0 32 0,1 6 0,3-30 0,1 2 0,3 6 0,2 1 0,1-2 0,1-1 0,11 31 0,-7-31 0,-7-22 0,-2-5 0,3 7 0,2 12 0,4 4 0,-2-6 0,-4-12 0,-4-13 0,-4-9 0,0-2 0,2 6 0,3 7 0,2 5 0,1 3 0,-1-5 0,1-1 0,-2 1 0,1 2 0,0 2 0,-2-1 0,-1-1 0,-1 4 0,-3 11 0,-1 12 0,-1 12 0,0 8 0,0 2 0,0 12 0,0-39 0,0 2 0,0 7 0,0 3 0,0 8 0,0 2 0,-1 0 0,-1 1 0,-2-1 0,0-1 0,-1-4 0,-2-3 0,0-4 0,-2-2 0,2-3 0,-2-2 0,-6 37 0,2-22 0,3-25 0,4-21 0,1-10 0,0-6 0,-8-4 0,-43-14 0,-9-7 0,-14-9 0,-5-4 0,-9-5 0,-6-6-197,20 7 0,-4-3 1,-3-3-1,-2-1 0,0-2 33,6 2 0,-2-1 0,0-2 0,-2-1 0,1-1 0,0 0 23,8 3 1,0 0-1,0-1 1,0-1-1,0 0 1,1-1-1,1 1-23,-9-8 0,0 1 0,1-1 0,1-1 0,2 2 0,2-1-33,-4-3 0,2-1 1,2 1-1,2 0 0,3 2-49,-4-5 0,2 0 0,4 2 0,5 2-82,1-1 0,6 3 0,7 3-164,0-3 0,9 3-492,-8-30 1967,14-11-492,14 32 1,0-5-1,-7-14 1,-2-3-1,-5-8 1,-3-1-165,11 29 1,-2 0 0,0 1-1,-1-1 1,-1 1 0,0 1 163,-16-24 1,-1 3-1,4 11 1,1 4-223,8 13 0,0 4-269,-20-16 0,16 26 0,15 19 0,7 12 454,7 5-454,1 2 0,-4 6 0,-7 10 0,-7 12 0,-6 11 0,0 5 0,5-5 0,10-5 0,5-3 0,3-1 0,-1 7 0,-8 7 0,-7 9 0,-8 1 0,-3-1 0,-7-4 0,-7-2 0,-12 3 0,-10 1 0,32-25 0,0 1 0,-2 0 0,0 0 0,0-1 0,2 0 0,-35 20 0,21-9 0,17-10 0,14-6 0,1 1 0,-7 9 0,-17 10 0,-20 10 0,-9 3 0,6-5 0,18-10 0,24-12 0,14-12 0,5-4 0,-11 6 0,-26 23 0,6-7 0,-5 4 0,-13 10 0,-4 2 0,-3 1 0,1-1 0,7-7 0,3-3 0,-19 16 0,37-27 0,20-11 0,13-8 0,4-1 0,-2 5 0,-5 9 0,-3 11 0,-4 4 0,3 0 0,5-8 0,2-2 0,2 1 0,0 4 0,-1 6 0,-2-2 0,1-6 0,0-9 0,0-10 0,1-4 0,-4-1 0,-2 3 0,-7 4 0,-3 4 0,-1 2 0,3-2 0,7-2 0,6-5 0,3-3 0,-3 5 0,1 0 0,-4 4 0,3-6 0,0-1 0,0 2 0,-3 1 0,-3 4 0,-1 1 0,3-3 0,4-1 0,1-3 0,0-1 0,0 0 0,0 0 0,1 1 0,-1 1 0,1 2 0,-1 1 0,-2-1 0,2-3 0,0-2 0,-4 0 0,-2 2 0,0 3 0,1-4 0,4-2 0,0-30 0,1 13 0,-1-20 0,3 21 0,0 2 0,2-4 0,0 4 0,0-6 0,0 4 0,0 1 0,0 0 0,-1-1 0,1-2 0,-1-2 0,-2-6 0,1-7 0,1-5 0,1 2 0,0-4 0,0 0 0,0 2 0,0-1 0,0 5 0,1 2 0,4-6 0,2-2 0,1 1 0,-1 6 0,-1 5 0,-1 3 0,3-5 0,6-17 0,4-11 0,2-4 0,0 0 0,-2 11 0,0 1 0,2-7 0,1-3 0,8-19 0,2-4 0,-1 6 0,-2 3 0,-6 16 0,-3 9 0,-1 3 0,-3 5 0,-2-5 0,4-24 0,4-24 0,-8 33 0,1-1 0,1-3 0,1 2 0,9-37 0,-9 25 0,-8 13 0,-7-12 0,-1 17 0,0-5 0,0-9 0,0-3 0,0-1 0,0 1 0,0 8 0,0 3 0,0-23 0,0 23 0,0-17 0,1 14 0,1-7 0,2 2 0,2-5 0,2-3-328,4-17 0,2-4 0,4-4 144,0 14 1,2-3 0,3-1 0,1 1 183,2 0 0,1 1 0,2 0 0,0 2 0,-1 6 0,0 1 0,1 2 0,0 3-54,5-13 0,1 3 0,-3 7 54,3-6 0,-3 8 0,-8 22 0,-3 6 0,4-6 0,-14 31 0,-5 6 983,3-13-264,10-24-542,12-27-177,-12 30 0,-1-2 0,1 2 0,-1 2 0,10-27 0,-11 31 0,-11 30 0,-10 72 0,-2-1 0,-2 12 0,1 8 0,-1 9 0,1 5 0,0-12 0,1 3 0,0 3 0,0 0-246,1 8 0,0 2 0,0 0 0,1-4 91,0-9 0,1-2 0,0-3 0,1-5 155,0 1 0,1-5 0,0-9 0,1-2 0,1-17 0,1-30 0,-1-92 0,0 29 0,-5-8 0,-10-13 0,-8-9 0,-6 0 0,-6-1 0,-6 1 0,-5 2-278,-7 1 0,-4 3 0,-5 3 278,-3 5 0,-4 3 0,-1 10 0,10 16 0,0 6 0,-1 4 491,-26-5 1,0 7-217,1 8 0,1 6-275,3 5 0,1 3 0,4 2 0,3 2 0,9 0 0,3 0 0,-36 0 905,22 0-905,11 0 0,-2 0 0,-6-3 0,-4-5 0,5-8 0,14-8 0,18-11 0,18-11 0,10-13 0,7-12 0,23-19 0,2 36 0,7-1 0,10-8 0,8 1 0,10-7 0,4 1 0,3 3 0,2 3 0,2 3 0,0 3 0,-3 7 0,0 4 0,-5 6 0,-2 5 0,-8 5 0,-1 4 0,24-10 0,-22 12 0,-21 9 0,-9-3 0,17-26 0,1-1 0,6-7 0,-1 0 0,3-4 0,3-4-328,8-10 0,3-3 0,-1-3 251,-11 15 1,0-1 0,0-1-1,-2 1 77,13-18 0,-2 0 0,-3 2 0,-9 11 0,-2 1 0,-3 3 0,8-18 0,-7 6 0,-15 17 0,-6 2 0,-3-38 0,-12-2 0,-11 41 0,-6-2 0,-10-10 0,-11-1 0,-17-9 0,-11 1 215,11 23 1,-4 2 0,-3 2-216,-5 0 0,-3 2 0,0 3 0,1 4 0,-1 3 0,1 3 0,-23-7 0,2 7 0,12 7 0,3 6 0,10 7 0,3 6 0,-41 5 0,14 10 0,3 18 643,0 25-643,29-7 0,-4 7 0,-13 13 0,-4 4-328,13-14 0,-3 2 0,-1 0 286,-4 4 1,-2 0 0,0-1 41,0-4 0,1-1 0,-1-2 0,3-2 0,0-2 0,1-3-169,5-5 0,1-3 0,-2-1 169,-2 0 0,-2-1 0,-2 0 0,-9 2 0,-4 0 0,-4 0-246,7-4 0,-3 1 0,-5 0 0,-4 3 82,10-5 0,-3 2 0,-4 1 0,-3 1 0,-3 1 0,-2 0 54,16-7 1,-3 0 0,-1 1 0,-3 1-1,-1-1 1,-1 1 0,-1 0 0,-1 1-1,0-1 11,2-1 1,-1 1 0,-1 0-1,0 0 1,-2 0 0,0 1-1,-1-1 1,-1 0 0,-1 0-1,0 0 17,8-3 0,-1 0 0,0 0 0,-2 1 0,0-1 0,-1 0 0,0 0 0,0-1 0,-1 0 0,0 0 0,1-1 0,-1 0 0,-1-1 0,0 0 0,-1-1 0,0 0 0,0 0 0,-1-1 0,1 0 0,0-1 0,-1 0 0,1 0 0,0-1 0,1-1 0,1-1 0,1 0 0,0 0 0,-1-1 0,1-1 0,0 1 0,0-2 0,1 1 0,-1-2 0,2 1 0,-1-1 0,2-1-17,-13 2 1,1 0 0,-1 0-1,1-2 1,0 1 0,2-2-1,0 0 1,2-1 0,2-1-1,1-1-24,-5-1 0,0 0 0,2-1 0,1-1 0,3-1 0,1-1 0,2-2 0,4-1-41,-8 0 0,3-2 0,2-1 0,3-1 0,4-3 0,3-1-82,-10-5 0,5-2 0,5-3 0,4-3-23,-7-7 1,5-5-1,10-4 760,-6-19 1,15-7-1,20 0 1,10-8-1,8-15 1,10-8-281,8 17 1,6-3 0,5-3 115,7-13 1,5-2 0,6-3-83,0 15 1,4-2 0,3 0 0,4 1-1,5-1 1,4 2 0,4 1 0,1 1-1,3 1 1,2 1 0,3 2 0,2 3-1,1 2 1,3 2 0,2 2 0,2 2-165,2 4 1,3 2 0,1 2 0,2 2-82,0 1 0,2 1 0,1 2 0,0 2 0,0 2 0,1 1 0,0 2 0,-1 1 0,-4 3 0,0 1 0,0 2 0,0 2-129,-4 4 1,-1 2 0,0 2 0,1 1 128,-1 3 0,0 1 0,0 2 0,1 3 0,1 2 0,1 2 0,0 3 0,1 1 0,-1 1 0,1 3 0,0 1 0,0 1 0,23 0 0,0 1 0,-2 2-106,-7 0 0,-2 2 0,-5-1 106,17 0 0,-10 0 491,-25 1 1,-10 1-16,-2 6 507,-36 5 0,-34 19-977,-16 1 1,-13 4-7,-6 4 0,-9 3 0,-6 4-246,-5 2 0,-5 3 0,-4 3 0,-4 1 123,18-12 0,-3 1 0,-2 1 0,-1 1 1,-1 0-1,0 1-41,-7 4 0,-1 2 0,-1 0 0,0 0 0,0 1 0,1-2 0,3-2 0,0 1 0,0-1 0,1 0 0,0-1 0,3-1 4,-8 4 1,1-1-1,2 0 1,2-2 0,2-3-3,-4 4 0,3-2 0,3-3 0,3-4 162,-1 0 0,4-3 0,4-4 0,-8 4 0,9-6 0,-6 0 983,37-21 0,18-10 0,7-9 0,2-13 0,3-17 0,0-15 0,5-11-918,14-6-65,5 21 0,6-1 0,11-9 0,5-3 0,11-8 0,3-2 0,5-5 0,0 2 0,-7 7 0,-3 3 0,-5 7 0,-3 1 0,-9 9 0,-3 1 0,21-30 0,-4 7 0,6-1 0,18 4 0,-28 34 0,3 3 0,7 3 0,1 3 0,-2 6 0,0 4 0,38-1 0,-28 9 0,-25 6 0,-18 9 0,-10 12 0,-4 8 0,-3 2 0,-4-9 0,-2-8 0,1-1 0,8 23 0,8 40 0,-5-15 0,0 8 0,0 15 0,-1 4 0,-3 4 0,-2 1 0,-3-28 0,-1 0 0,-3 2-328,-5 5 0,-4 1 0,-5 3 260,-4-8 1,-4 1-1,-3 2 1,-4 0-179,-6 9 0,-3 0 0,-4 1 0,-2-1 0,-5 2 0,-2-1 0,-2 0 0,-1-4 241,4-7 1,-2-1-1,1-4 1,-1-4-122,-6 4 1,0-6 0,-2-7 125,4-11 0,-2-7 0,-3-7 0,-7-6 0,-5-8 0,-4-7-246,5-7 0,-3-6 0,-4-4 0,-3-4 49,-2-3 0,-2-4 1,-4-4-1,-3-2 0,-2-2 56,12 2 1,-3-2-1,-2-2 1,-2-2-1,-1 0 1,-2-2-1,0-1 31,10 4 1,-2-1 0,0-2 0,-2 0-1,0-1 1,-1 0 0,-1 0 0,-1-1-1,1 2 11,2 0 1,0 1 0,-1-1-1,-1 0 1,0 0 0,-1 0-1,1 0 1,-1 0 0,1 0-1,-1 1 0,1-1 1,-1 1 0,-1-1-1,1 1 1,0 0 0,0-1-1,0 1 1,1 1 0,1-1-1,1 1-11,-4-1 1,1 0 0,0 0 0,1 0-1,1 1 1,1 0 0,1 0 0,2 1-1,1 0-31,-9-3 1,2 0-1,1 1 1,1 1-1,3 0 1,3 0-1,2 1-56,-12-5 0,4 1 1,3 0-1,4 1 0,5 1 247,-19-9 0,7 1 1,8 3-51,-2-2 0,12 4 491,22 10 1,8 4 491,0 0 0,25 17 0,-1 14 0,-42 50-656,19-15 1,-6 10 0,-4 6-132,3-4 1,-3 6-1,-4 4 1,-1 3 0,-2 2-34,-1 1 1,-2 4 0,-2 2 0,0 2 0,-1 0 0,1-1-118,9-10 0,-2 2 0,1-1 0,0 1 0,0-1 1,1-1-1,2-1-46,-4 4 0,0 0 0,1 0 0,1-3 0,3-2 0,3-3 34,-6 7 0,3-3 0,4-5 0,6-6-34,-6 11 0,9-11 0,2 5 0,36-38 0,28-4 0,32-3 0,-7-10 0,9-2 0,26-3 0,9-7 327,-12-7 1,5-7 0,4-5-91,-11 0 0,3-4 1,1-3-1,0-2-237,-15 4 0,1-2 0,-1-1 0,1-1 0,-1-1 0,1-2 0,0-1 0,-1-1 0,0 1 0,-2 0 0,10-4 0,-2 0 0,-1 1 0,-3 1-146,13-4 1,-4 1 0,-2 3 145,-11 5 0,-3 1 0,-4 3 0,12-5 0,-5 2 0,-7 4 0,-2 1 0,-2 0 0,0 0 0,1-2 0,-1 0 491,3-1 1,-1-2-47,-2 2 1,0 0-446,7-5 0,3-1 0,9-6 0,2-2 0,5-2 0,0-1 0,0 0 0,-4 1 314,-16 9 0,-7 4-314,19-9 0,-40 29 0,-59 58 0,-7 3 0,-10 12 0,-4 5 0,-7 9 0,-5 8 0,-5 5 0,-3 4-141,16-24 1,-3 4-1,-1 1 1,-2 3-1,-1 0 1,0 1-1,-1 0 18,4-5 0,0 1 0,-2 1 0,0 1 0,0-1 0,0 1 0,0-1 0,1-1-18,-6 7 1,0 1-1,-1 0 1,1-2-1,1 0 1,0-1-1,2-3-23,-3 4 0,0-2 0,1-1 0,2-2 0,1-3 0,2-3-82,-7 11 0,2-4 0,2-4 0,4-5-82,0 0 0,3-6 0,5-6-25,3-6 0,7-9 353,3-4 0,17-21 983,-6-7 0,-33-4-492,2-2 1,-7-2-1,-21-8 1,-5-8-165,17-4 1,-2-5 0,3-9-248,-6-14 0,2-10 1,7-9-81,16 7 0,4-8 0,3-3 0,5-1 0,1-5 0,5-3 0,3-2 0,5 0 0,3-3 0,4-1 0,5 0 0,6 0 0,8 4 0,5-1 0,6 3 0,4 2 0,2 9 0,5 1 0,4 4 0,3 1 0,19-17 0,7 5 0,5 5 0,6 6 0,4 6 0,1 4 0,-3 6 0,0 4 0,1 0-237,-1 0 0,-1 1 0,-1 2 237,-3 3 0,0 1 0,-1 2 0,-1 2 0,1 2 0,1 2 0,5 1 0,2 3 0,5 3-246,-7 8 0,4 2 0,4 3 0,4 1 49,0 1 0,4 2 1,3 1-1,3 2 0,2 3 56,-14 1 1,3 2-1,2 2 1,1 0-1,2 2 1,-1 1-1,1 1 18,-7-1 0,1 2 0,0 1 0,1 1 0,0 0 0,0 1 0,-1 1 0,-1 1-18,9 2 1,0 1-1,0 1 1,-1 1-1,-2 1 1,-1 0-1,-4 2-23,0 1 0,-1 1 0,-1 2 0,-4 0 0,-4 0 0,-4 1 9,8 4 1,-5 2 0,-6-1 0,-6 0 383,29 14 0,-31 5-229,-74 48 0,-46-46 0,-33-3 0,-12 1-164,26-14 0,-7 1 0,-6 0 0,-5 0 0,-4-1 0,-2 1 54,16-7 1,-4 0 0,-2 0 0,-3 0-1,-2-1 1,-1 1 0,-2-2 0,-1 0-1,0-1 20,9-3 1,-1 0-1,-2-1 1,-2 0 0,0-1-1,0 0 1,-2-1 0,1-1-1,-1 0 1,1-1-1,0-1 40,0-1 0,-1 0 0,-1 0 0,1-2 0,-1 0 0,0 0 1,0-2-1,1 0 0,1-2 0,0-1 0,0 0-49,-2-2 1,-1 0 0,1-2-1,-1 0 1,2-2 0,0 0-1,1-2 1,2-1 0,2-1-1,1-1 3,-7-2 0,1 0 1,1-2-1,2-2 0,2-1 1,1-1-1,4-3 0,1-1-60,-9-4 1,3-2-1,3-2 1,2-3-1,4-3 1,4-3 155,-2-5 0,4-5 0,3-2 0,4-4 0,3-1 245,-5-12 1,4-5 0,5-1 0,2-2-28,4 3 0,3-1 1,3-1-1,3-1 27,5 4 1,3-1 0,3 0 0,2 1 81,-5-15 1,4 1 0,1 2-1,3 8 1,2 1 0,0 2 163,-15-27 1,1 4-1,3 13 1,-1 6-1,2 11 1,-1 5-1,2 8 1,-2 3-1,1 7 1,-1 3 491,-37-16 0,2 18 0,-14 15-492,31 14 1,-5 9-239,3 9 0,-6 8 1,-2 5-500,2 3 0,-2 4 0,-3 4 0,-1 4 49,5-1 0,-2 4 1,-1 2-1,-1 3 0,0 2 33,6-3 0,-1 2 0,-1 1 0,0 3 0,1 0 0,0 2 0,-4 4 0,0 1 0,1 2 0,0 2 0,0 1 0,1 2 23,8-6 1,-1 2-1,2 2 1,-1 1-1,1 1 1,0 1-1,1 1 18,5-5 0,0 1 0,1 1 0,0 1 0,0 1 0,1 1 0,1 0 0,0 0 0,-1 3 0,1 0 0,1 1 0,-1 1 0,2 0 0,0 0 0,1-1 0,1 0-18,-4 7 1,1-1-1,1 1 1,1-1-1,1 0 1,1-2-1,1 0-23,-2 4 0,2 0 0,1-1 0,1-1 0,3-2 0,1-2-33,2 1 0,1-1 1,2-2-1,3-1 0,1-1 36,0 7 1,1-1 0,4-1 0,2 0 160,3-3 0,3-1 0,2 1 0,2-1 0,2 0 0,2 0 0,2 1 0,1-1 0,0 2 0,2 1 0,2-1 0,0-2 0,1 20 0,3-1 0,-1-4 327,0-13 1,0-4 0,0-4 163,0 8 1,0-11 491,0 2 0,0-72 0,0-95-738,0 32 1,-1-13 0,1-8 0,1-4-410,0 9 0,1-5 0,0-4 0,1-3 0,1-3 0,1-3 43,0 7 1,1-4-1,0-3 1,1-2-1,1-1 1,1-2 0,0 0-1,1 0 22,0 13 1,0-2 0,1-1-1,0 0 1,1-1 0,0 0-1,1 0 1,0 1 0,0 1-1,1 1-11,1-4 1,0 0 0,2 1 0,-1 0-1,2 1 1,-1 1 0,0 1 0,1 2-1,0 1-31,2-13 1,1 1-1,1 1 1,-1 2-1,1 3 1,-1 4-1,0 3-56,2-6 0,0 3 1,1 4-1,-2 6 0,-2 4 170,4-11 0,-2 9 0,-2 5 27,0-2 0,-3 9 0,3-24 983,-12 22 0,-5 10 0,0 12 0,-1 13 0,0 11 0,0 9 0,1 3 0,2 4 0,5 3 0,0 1-265,3-1-718,-1-22 0,7-52 0,-1-3 0,2-14 0,-4 26 0,1-5 0,2-3 0,0-3-197,1 2 0,0-3 1,1-2-1,1-1 0,1 0 0,3-9 0,1-1 1,1-1-1,1 1 0,-1 0 0,0 5 0,1-1 1,-1 2-1,1 0 0,-1 2 0,-1 7 0,-1 0 1,1 2-1,-1 1 0,0 1 38,3-8 1,0 2-1,0 2 1,-2 1-33,5-12 0,-1 3 0,-1 1 191,-2 8 0,-2 1 0,-1 4 0,5-18 0,-1 6 0,-7 15 0,-3 5 491,-4 12 1,-2 3 491,6-32 0,-7 8 0,-4 7 0,0-7-755,1-4-228,3-17 0,-2 35 0,1-4 0,2-10 0,1-3 0,3-8 0,0-2 0,-1 1 0,0 1 0,-3 11 0,-2 3 0,-3 14 0,-2 6 0,-1-16 0,-5 34 0,-4 21 0,-2 7 0,-7 3 0,3 1 0,-5 0 0,2 0 0,-7 4 0,-17 13 0,-22 25 0,-17 15 0,0 3 0,16-12 0,19-23 0,9-10 0,-5-7 0,-11-4 0,-13-2 0,-1-2 0,5-3 0,9-2 0,16-4 0,7 0 0,7 3 0,-1 4 0,-3 11 0,-4 21 0,-3 27 0,-1 38 0,13-26 0,1 5 0,-1 11 0,3 5 0,5-23 0,1 3 0,1 1-322,2 7 0,0 2 0,2 1 322,1 6 0,0 2 0,2 2 0,-1-17 0,1 1 0,1 2 0,-1 1-246,0 7 0,0 1 0,0 2 0,0 1 0,-1 8 0,1 1 0,0 2 0,1 4 49,0-9 0,2 2 1,-1 3-1,2 2 0,1 2 56,0-17 1,0 1-1,1 2 1,1 1-1,0 1 1,1 1-1,0 1 18,1-5 0,1 2 0,0 1 0,0 0 0,2 1 0,0 1 0,0-1 0,1 0 0,1 3 0,0 1 0,1 0 0,1 0 0,0 0 0,0-1 0,1 0 0,-1-2-18,2 7 1,1-1-1,0 0 1,0-2-1,0 0 1,0-3-1,0-2-23,1 1 0,0-1 0,0-2 0,0-2 0,0-2 0,-1-3-33,1 0 0,-1-2 1,1-3-1,-2-3 0,1-2-36,6 27 1,-1-4 0,0-5 232,-3-12 0,0-3 0,0-3 0,-2-6 0,1-3 0,-1-1 491,7 20 1,1-4-1,-4-13 1,-1-4 491,13 24 0,-11-36 0,-10-21 0,-2 2 0,0 32-492,-3-9 1,1 9-1,5 19 1,0 6-165,-5-20 1,1 2 0,-1 1-264,0 0 0,1 2 0,-2-1-64,-1 1 0,-1 0 0,-1-1 0,-2 2 0,-1-1 0,0 1 0,-1-1 0,-1 1 0,0-1 0,-1-3 0,0 1 0,0-4 0,0 18 0,0-7 0,0-20 0,0-8 0,1 4 0,1-42 0,7-50 0,1-30 0,1-11 0,0-12 0,-2 18 0,1-7 0,0-5 0,0-1-246,1-11 0,-1-2 0,0-2 0,0-1 49,0 14 0,-1 0 1,1-2-1,0 1 0,-1 0 161,1 1 0,0 1 0,1-1 0,-1 2 0,-1 0-210,3-14 0,-1 1 0,-1 1 0,0 4 140,-2 12 0,-1 2 1,-1 2-1,0 2 26,-1-12 0,0 3 1,-2 4 79,-2-20 0,-1 8 0,0 24 0,0 7 0,0-22 983,0 37 0,1 20 0,6-2 0,8-15-624,18-32-359,-10 26 0,2-3 0,3-5 0,1 0 0,-1 2 0,0 2 0,16-25 0,-16 29 0,-17 25 0,-27 15 0,-61 5 0,-2 11 0,-14 5 0,5 1 0,-8 4 0,-4 2-246,7 0 0,-5 2 0,-1 2 0,-1 2 49,18-4 0,-2 1 1,0 2-1,0-1 0,1 0 66,1 0 0,1 0 0,-1 1 0,2-2 1,1 0-115,-10 4 0,2-2 0,2 0 0,3-2 245,-7 1 0,5-2 0,3-3 0,-19 2 0,8-5 0,28-7 0,5-6 0,-28-16 0,13-24 491,35 6 1,1-6-1,-5-12 1,0-4-1,-1-1 1,0-2-166,-1-2 1,1 1-327,8 7 0,1 2 0,-24-29 0,10 13 0,10 16 0,-6 4 0,-4 1 0,-2 7 0,-1 5 0,5 9 0,7 7 0,9 6 0,12 6 0,8 3 0,7 7 0,-5 18 0,-7 33 0,3-9 0,-2 4 0,-5 13 0,-1 4 0,0 4 0,-1 1 0,1-2 0,1-1 0,2-7 0,2-1 0,4-8 0,2-1 0,-4 39 0,9-11 0,5-6 0,0 6 0,0 17 0,0-43 0,0 2 0,0 6 0,0 1 0,0 5 0,0 2 0,2 2 0,0 2 0,3 6 0,1 1 0,2 2 0,2 1 0,1 2 0,0 1 0,-1 7 0,-2 1-188,-3-30 1,-2 1 0,0 1 187,-1 4 0,0 0 0,-1 1 0,-1 2 0,0 0 0,0-1 0,0-1 0,0-1 0,0-1 0,0-2 0,0 0 0,0-1 0,0 0 0,0 1 0,0-1 0,1-2 0,0 0 0,1 1 0,0 31 0,1-2 0,0-8 0,-1-4 0,0-15 0,0-7 0,-2 28 0,0-38 0,1-27 0,2-15 562,14-45-562,33-34 0,2-4 0,12-11 0,-15 25 0,4-3 0,5-2 0,6-2-164,-1 7 0,4-3 0,5-2 0,4 0 0,1 0 0,2 2 23,-3 4 1,2-1-1,2 1 1,2 0-1,1 1 1,2 1-1,0 3 18,-6 5 0,1 2 0,1 0 0,2 1 0,0 2 0,0 1 0,2 3 0,-1 1 0,-1 3 0,2 2 0,0 1 0,0 2 0,1 2 0,-1 2 0,-1 2 0,0 2-41,15 0 0,0 4 0,-1 2 0,0 3 0,-2 2 0,-1 0 0,-8 1 0,-1 2 0,0 1 0,-1 1 0,-2 1 0,-2 0-33,6 1 0,-1 1 1,-2 1-1,-3 0 0,-2 1-49,2-1 0,-2 1 0,-3 1 0,-3-1-41,6 0 1,-3 0 0,-2 0 286,-3 0 0,-1 0 0,0 0 0,-2 0 0,0 0 0,2 0 0,5-1 0,3-1 0,1 0 327,4-2 1,3 0 0,0-2-1,3-2 1,1-1 0,1 0-1,0-2 1,0 0 0,0-1-324,-1 1 1,0 0 0,-1 1-5,-3 1 0,-1 0 0,-3 0 327,-11 3 1,-3 0 0,-3 0 163,12-1 1,-7 1 491,16-2 0,-43 2-150,-23 1-833,-11-4 983,-5-17-963,-4-52-20,1 0 0,-3-12 0,-2 11 0,-2-5 0,-1-2-328,-2-10 0,-1-2 0,-1 1 319,-1 6 1,-1 1 0,0 6 8,-6-15 0,3 9 0,5 28 0,8 6 0,31-16 0,15 39 0,13 4 0,1 5 0,7 1 0,6 1-246,-2 5 0,4 1 0,5 2 0,1 1 31,11 0 1,5 2 0,1 2 0,2 1 17,-15 3 0,3 0 1,0 2-1,-1 2 0,0 1-49,15 2 0,1 3 0,-3 1 0,-2 4 241,-11 0 0,-1 2 0,-3 2 0,-4 3 190,9 7 1,-5 4-1,-7 4-185,10 17 0,-9 5 0,-13-4 0,-3 2 0,-7-1 0,0 1 491,2 2 1,2-1-138,7 2 1,3-2-355,6 2 0,4-3 0,1-3 0,3-2 0,6-3 0,2-2 0,-25-14 0,1-1 0,1-1 327,4 1 1,1-1 0,2-2-96,2 0 0,2-2 0,0 0-232,2-2 0,0 0 0,2-2 0,5 1 0,2-2 0,1-2-328,5-2 0,0-2 0,2-1 323,-19-2 0,1-2 0,0-1 0,2 0 5,2-1 0,2-1 0,0-1 0,1-1 0,1-4 0,1-1 0,0-1 0,0-3-246,2-1 0,0-1 0,0-3 0,0-1 54,3-2 1,-1-2 0,0-2 0,1-1 191,1-2 0,0-1 0,-1-2 0,1 2 0,-4 0 0,0 1 0,0 0 0,-1 1 0,-3 2 0,0 0 0,0 2 0,-2 0-207,-5 3 1,-1 0 0,-1 2 0,-2 1 206,16 0 0,-3 2 0,-1 1 162,-9 2 0,-2 2 0,-4 1-162,11 0 0,-7 3 983,21 0-802,-51 2 802,-42 3-132,-72 10-851,14-6 0,-13 0 0,-7-1 0,4 0 0,-7 0 0,-5-1 0,-5 1 0,-3-1-141,5-1 1,-4 0-1,-4-1 1,-3 1-1,-2-1 1,-2 0-1,-1 0 31,10-1 1,-2 1 0,-2-1 0,-2 0-1,-1 0 1,0 0 0,-2 1 0,0-1-1,0 0 20,13 0 1,-2-1-1,0 1 1,-1 0 0,-1 0-1,0 0 1,0-1 0,0 1-1,1 0 1,-1-1-1,2 1-9,-8 0 1,-1-1 0,1 0-1,0 1 1,0-1 0,0 0-1,1 1 1,1-1 0,0 0-1,2 1-11,-5 0 1,1-1 0,1 1 0,0 0-1,2 0 1,0-1 0,1 1 0,2 0-1,2-1-31,-13 1 1,3 0-1,0-1 1,3 1-1,1-1 1,3 0-1,2 1-23,1-1 0,2 0 0,2 0 0,2 1 0,2-1 0,1 0-33,-2 1 0,1-1 1,2 0-1,3 1 0,1-1-49,-5 2 0,3-1 0,2 0 0,1 0 1,-20 2 1,3-1-1,2 1 245,7-1 0,2 1 0,2 1 0,5 0 0,3 2 0,1 1 491,-28 4 1,4 2-1,6 2 1,3 3-1,5 5 1,1 5-1,-2 6 1,-1 7-165,22-8 1,-1 4 0,0 2-1,-9 9 1,-2 3 0,1 3-1,-2 3 1,0 2 0,2 1-260,3 0 1,3 2 0,3-1-69,6-3 0,4 1 0,5-2 491,-6 17 1,9-1-201,12-11 1,8-2 520,2 34-812,43-18 53,12-41 1,12-4-54,32 2 0,15-8 0,-3-8 0,9-4 0,6-3-246,-9-2 0,4-1 0,4-3 0,0-3 94,-12-3 1,1-2 0,2-2 0,-1-2 0,1-3 151,1-2 0,1-2 0,0-3 0,-1-1 0,-2-2 0,-5-1 0,-1-1 0,-1-2 0,-2-2 0,-1-1-246,12-9 0,-3-2 0,-2-3 0,-3 1 136,-9 3 0,-2 0 0,-3-1 0,-4 2 91,7-4 1,-5 1 0,-4 1 18,14-10 0,-7 2 0,-20 10 0,-5 1 0,-7 4 0,-1-2 491,12-8 1,4-2-1,12-7 1,6 0-304,-11 10 1,3 0 0,3 1 59,5-1 1,2 0 0,2 3-249,2-1 0,1 2 0,2 1 0,2 1 0,1 1 0,0 2 0,0 2 0,-1 1 0,1 1 0,1-1 0,0 0 0,1 2 0,-4 2 0,0 0 0,0 1 0,-3 0 0,-1 0 0,2 1 0,3-1 0,1 1 0,0 0 0,0 0 0,1 1 0,-1 0 0,2 1 0,-1 0 0,2 2 0,0-1 0,1 2 0,0 0 0,-2 3 0,1 0 0,0 1 0,3 1 0,2 0 0,-1 1 0,1 1 0,-1 0 0,0 0 0,-2 1 0,-1 0 0,-1-1 0,-8 0 0,-1 0 0,0-3 0,-3-2 0,1-2 0,-2-3 0,-2-3 0,-1-4 0,1-4 0,8-12 0,2-7 0,0-6-246,-9 3 0,1-4 0,1-5 0,1-3 82,-17 12 0,1-2 0,1-2 0,1-2 0,0-2 0,0-1 23,-2 2 1,1-2-1,0-1 1,1-2-1,0 0 1,-1-1-1,1 0 0,2-2 1,-1-2-1,1 0 1,0-1-1,-1 0 1,1 1-1,-1 0 0,-1 1 1,0 0-1,0 0 1,-1 0-1,1 1 1,-1 1-1,-1 1-23,5-4 0,-1 0 0,0 1 0,0 2 0,-1 1 0,1 1-33,8-5 0,0 1 1,0 3-1,0 1 0,-2 2 0,-6 9 0,0 1 1,-2 2-1,1 1 0,1 0-49,15-9 0,1 1 0,-1 1 0,-1 1 185,-7 5 1,-1 1 0,-2 2 0,-1 0 387,14-9 1,-2 1 0,-2 2-188,-6 3 1,-2 1 0,-5 3 350,6-6 1,-6 3-1,-9 5 1,-6 0-1,-15 5 1,-5-1-1,-6-6 1,-4-4-1,-3-13 1,-6-5-1,-7-13 1,-15-3-165,-14 14 1,-12-2 0,-11 1-574,-5 6 0,-10 0 0,-7 1 0,-2 0 211,2 7 1,-3 0 0,-4 0 0,-2 1 0,-2 0-130,8 7 0,-2 0 0,-2 0 0,-1 1 0,1 2 0,-1 0 0,4 4 0,-1 0 0,1 1 0,-1 2 0,1 1 0,2 2-5,-6-2 0,1 3 1,1 1-1,0 2 1,1 3-67,-11-1 1,0 3 0,1 3 0,2 3 234,-12 1 0,1 4 0,4 3-117,10 4 1,2 3 0,1 1 116,4 1 0,0 2 0,1 0 0,2 1 0,-1 1 0,-1 1 0,-7 2 0,-2 2 0,-2 3 324,-9 4 0,-3 3 0,-2 5-324,16-1 0,0 2 0,-2 3 0,0 2 197,-7 3 1,0 3-1,-2 2 1,1 0-198,16-5 0,-1 0 0,0 0 0,0 1 0,0 1 0,-2 1 0,-1 2 0,0-1 0,0 1 0,1 0 0,1 0 0,1 0 0,0 0 0,1 1 0,0 0 0,1 1 0,0 0 0,1 2 0,0-1 0,-1 1 0,0 2 0,-1-1 0,1 2 0,-1 0 0,0 0-197,-4 3 0,-1 1 1,-1 0-1,0 1 0,-1 1 75,7-3 1,-1 1 0,0 1 0,-1 1 0,0 0 0,-1 1-43,-3 4 0,-1 0 0,0 1 0,0 1 0,0 1 0,1 1 23,10-7 1,0 2-1,0 0 1,0 0-1,1 1 1,0 0-1,1 0 68,-10 9 0,2 0 0,-1 1 1,2 0-1,0 0 0,0 0 73,1 0 0,1 0 0,0 0 0,0 1 0,0-1 0,1-1 0,-1 1 0,0-1 0,1 0 0,-1 0 0,1-1 0,0 0-138,2-3 0,1-1 0,0 0 0,0 0 0,1-2 0,-1-1 138,-9 7 0,0-1 0,1-2 0,0-1 0,1-3 84,-8 5 0,1-2 1,1-3-1,1-4-84,8-7 0,1-3 0,1-3 0,-1-4 0,2-3 0,0-4 0,-1-2 0,0-3 327,-21 2 1,-1-6 0,-2-5-234,22-7 1,-2-4-1,0-4 1,0-4-95,-1-7 0,0-5 0,0-5 0,2-4 0,0-6 0,1-5 0,2-4 0,3-4 0,3-4 0,1-4 0,4-3 0,4-3 0,5 1 0,4-4 0,3 0 0,4-1 0,-4-16 0,6 0 0,7-2 0,6 1 0,5 0 0,10-2 0,11-4 0,11 0 0,10-1 0,7 15 0,8 0 0,9-1 0,7-2-141,-7 17 1,7-1-1,4-1 1,4 0-1,3-1 1,3 0-1,0 0 118,-6 7 0,3 0 0,3-1 0,1 1 0,1-1 0,2 1 0,1-1 0,2 0 0,-1-1-76,2 1 1,2-1 0,1-1-1,1 1 1,1-1 0,1 1-1,1-1 1,1 0 0,-1 1-1,2 0 9,-4 2 1,1 0-1,0 0 1,2 0 0,0 0-1,0 0 1,1 0 0,0 2-1,0-1 1,-1 2-1,0 1 0,-3 2 1,1 1-1,-1 0 1,0 1 0,1 1-1,-1 0 1,1 0 0,-1 2-1,0-1 1,1 1-1,-1 1-9,6-3 1,-1 1 0,1 0-1,0 0 1,0 1 0,0 1-1,-1 1 1,0 1 0,-1 1-1,-1 1-24,10-5 0,0 2 0,-1 1 0,0 1 0,-1 1 0,-1 2 0,-1 1 0,0 2 13,2 1 1,0 1 0,-1 2-1,-1 1 1,0 2 0,-1 2 0,0 1 212,7 0 1,-1 2-1,-1 2 1,1 2-1,-1 1 1,1 0-104,1 2 0,0 2 0,0 1 0,0 0 0,2 2 0,0 0 0,-11 2 0,2 1 0,-1 0 0,2 1 0,-1 1 0,1 0 0,1-1 129,2 1 1,1 1 0,0 0 0,1 0 0,-1 0 0,1 0-1,0-1-129,2 0 0,0-1 0,1 0 0,-1 0 0,0 0 0,1-1 0,-1 1 0,-2-1 0,1 0 0,0 1 0,-1-1 0,0-1 0,0 1 0,-1-1 0,-2 0 0,0 0 0,-1 0 0,0 0 0,-1-1 0,0 0 0,-2 0 163,9-3 1,-1 1 0,0-1 0,-2 0 0,-1 0 0,-1 0-6,8-1 0,-2 0 0,0 0 0,-3 0 0,-2-1 87,10-1 1,-2-2 0,-3 1 0,-4-1-11,11-2 0,-6 0 0,-6 0 92,-18 4 1,-5 1 0,-6 0 163,3-1 1,-10 1 491,-3-1 0,-34 7 0,-17 5 0,-22 0 0,-45-1-492,-7 3 1,-15 1-165,2 1 1,-10 1 0,-5 5-525,24 2 0,-3 3 1,-2 3-1,-3 3 0,-1 3 44,3 2 0,-2 2 0,-2 4 1,0 2-1,-1 3 0,0 4 12,5 0 1,-1 4-1,0 2 1,0 3-1,0 3 1,0 2-1,2 2 18,6-1 0,-1 4 0,2 1 0,-1 3 0,2 1 0,0 2 0,1 1 0,1 1 0,0 3 0,1 1 0,0 2 0,1 1 0,2 1 0,1 2 0,2 1 0,1 1 0,2 1 0,1 2 0,2 2 0,1 0 0,2 2 0,2 0 0,2 1 0,2 1 67,4-1 0,1 1 1,3 1-1,1 1 0,2 0 1,2 1-1,1-1 1,2 1 55,3-2 0,1-1 0,1 1 0,2 1 0,2-1 0,1 1 0,1-1 0,2 1-141,-1 9 1,2 2-1,2-1 1,1 0-1,2 0 1,1-1-1,0-1 0,2-5 1,2-1-1,1 0 1,1-1-1,0 0 1,0-1-1,1 0-23,-2 8 0,2-1 0,0 0 0,0-1 0,-1-1 0,0 0 0,0-5 0,1-1 0,-1-1 0,-1 0 0,0 0 0,-2-2 84,-3 13 1,0-1 0,-3-2-1,0 1 1,-3-1 79,-2 0 0,-1 0 0,-2-1 0,-2 0 0,-2 0 0,2-14 0,-2 0 0,-2 0 0,-1 0 0,-2 0 0,-1 0 0,-4 5 0,-2 0 0,-1 1 0,-3-1 0,-1 0 0,-2 0-102,1-7 1,-1 0-1,-1-1 1,-3 1-1,0-1 1,-2 1-1,-1-1 102,3-7 0,-2 1 0,0 0 0,-2 0 0,-1-1 0,0 0 0,-1-1 0,0-1 0,-1-1 0,-1 0 0,0 0 0,-1-1 0,-1-1 0,0-1 0,0-1 0,-1-2 0,-6 5 0,-2-1 0,0-2 0,-1-1 0,1-1 0,-1-3 0,0-1 163,-6 2 1,1-2 0,-1-2 0,0-1 0,0-4 0,1-2-139,-7 0 1,0-3 0,1-3-1,0-2 1,0-2 170,3-3 1,0-3-1,1-2 1,-1-1 0,0-1-186,3-1 0,-1-2 0,1 0 0,-1-1 0,0 0-11,0 0 0,0-1 0,-1 0 0,1 1 0,0 1 0,-2 1 0,1 0 0,-1 2 0,1 1 0,0 0 0,1 1 0,0 1 0,0 1 0,0 1 0,2 1 0,0 1 0,1 0 0,1 1 0,0 1 0,1 0 0,0 0 0,1 1 0,0 1 0,0 0 0,0 0 0,0 0 0,0 1 0,1 0 0,-1-1 0,0 2 0,-1 0 0,0 0 0,-1 1 0,1 0 0,-1 1 0,-4 2 0,1 0 0,-1 1 0,0 1 0,-1 0 25,-3 1 1,0 2 0,0-1 0,-1 1 0,0 1-26,-3 0 0,1 1 0,-1 1 0,0-1 0,0 0 0,2-1 0,-1 0 0,0-1 0,0 0 0,1 0 0,1-2 0,1 0 0,-1-1 0,1-1 0,-1-1 196,3-2 1,0 0-1,0-2 1,0-1 0,1-1-34,-11 3 1,0-1 0,1-3-1,0-1 82,7-5 1,-1 0 0,2-3 0,1-3-197,-16 2 1,2-4-1,2-3 278,12-5 1,3-3 0,0-2-219,3-3 0,2 0 1,1-3-110,-27 1 0,2-3 0,3-1 0,1-2 0,0-2 0,-1-4 0,-1-4 0,0-5 0,-2-7 0,0-5 0,3-4 0,0-4 0,3-4 0,1-1 0,8 1 0,3 0 491,10 3 1,4-1-1,9 2 1,4-1-1,10 4 1,5-2 491,-23-36 0,12-1 0,10-4-362,4-12-621,15 29 0,2-5 0,-2-13 0,0-4 0,4 18 0,0-2 0,-1-1-150,-1-5 0,-2-2 0,1 2 150,-1 3 0,-1 1 0,0 2 0,-10-28 0,-1 3 0,2 14 0,1 6 0,5 15 0,0 4 0,-14-24 0,10 29 0,9 22 0,4 13 450,2 8-450,2 5 0,0 7 0,-1 11 0,-1 18 0,-5 23 0,-3 26 0,7-33 0,1 3 0,2 5 0,1 1 0,0 4 0,3-1 0,1 1 0,4 0 0,5 1 0,8-1 0,11 1 0,11-3 0,15-2 0,10-6 0,16-6 0,7-7 0,7-10 0,1-7 0,-6-9 0,-3-5 0,-13-6 0,-6-2 0,26-3 0,-48-1 0,-23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59.8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1722 3037 24575,'-69'59'0,"1"-1"0,1-3 0,-7 4 0,-4 2 0,19-15 0,-4 2 0,-2 1 0,-1 0 0,0 0-197,-3 0 0,0 0 1,-1 0-1,1-1 0,1-2-49,-8 4 0,0-2 0,3-2 0,2-4-82,-4 1 0,2-5 0,7-6 642,3-3 0,7-7-314,-8-9 555,56-53-555,29-15 0,17-13 0,1-4 0,7-9 0,6-4-197,-9 17 0,3-4 1,3-2-1,3-2 0,1-1 33,0 3 0,2-2 0,1-1 0,3-1 0,0 0 0,2 0 23,-4 7 1,0 0-1,2 0 1,1-1-1,0 1 1,2 1-1,0 1 0,1-1 1,2 1-1,0 0 1,1 2-1,1 0 1,0 1-1,1 1 0,-2 3 1,1 2-1,0 0 1,0 1-1,1 2 1,0 0-1,1 2-23,7-5 0,2 1 0,-1 2 0,1 1 0,-1 2 0,-1 1-33,7-3 0,0 1 1,-2 2-1,0 2 0,-2 2-49,10-5 0,-2 3 0,-2 2 0,-3 3 70,-11 6 0,-2 3 0,-2 1 0,-2 3 503,2-2 1,-2 2 0,-3 4 163,17-7 1,-3 7-1,-15 10 1,-2 5-1,1 4 1,1 8-1,7 8 1,2 11-1,12 18 1,0 14-165,-20-3 1,-1 8 0,-2 7-83,-12-6 1,-1 5 0,-2 3 0,-2 2-14,0 4 1,-2 3-1,-2 2 1,-2 0-233,-2 3 0,-2 1 0,-3 1 0,-2 1 0,-4-2 0,-2 0 0,-3 1 0,-2 0 0,-2 3 0,-2 2 0,-4-1 0,-2-1 0,-4-2 0,-3 0 0,-4-1 0,-4-2 0,-11 19 0,-8-2 0,-5-6-175,-4-8 1,-6-4 0,-6-8 174,-2-15 0,-4-5 0,-4-7 0,-1-5 0,-3-6 0,-1-5 0,-28 1 0,-2-9 0,-5-5 0,-2-7 0,30-6 0,0-3 0,-1-2 0,2-1 0,1-3 0,0-1 0,0 0 0,1-2 0,2-2 0,-29-9 0,3-2 0,10 4 0,3 0 0,11 2 0,3 2 0,8 1 0,5 2 0,-23-4 983,28 6-465,22 4 55,17-4-573,5-18 0,1-25 0,-2 8 0,0-6 0,-2-17 0,-1-5 0,0-11 0,1-2 0,1-2 0,1 3 0,1 10 0,2 6 0,1 15 0,5 6 0,19-20 0,38 25 0,-3 28 0,10 6 0,-4 3 0,5 2 0,6 2-246,-2 1 0,4 1 0,3 2 0,2 3 0,11 3 0,3 2 0,1 4 0,-1 2 206,-1 2 0,1 3 0,-2 2 0,-3 3 40,-8 1 0,-1 3 0,-3 2 0,-6 3-102,4 9 1,-6 4 0,-8 5 101,5 19 0,-14 9 0,-13 10 0,-14 9 0,-17-20 0,-6 4 0,-6 2-328,-4 7 0,-5 1 0,-4 1 302,0-19 0,-3 0 0,-2 1 0,-1-2 26,-8 20 0,-2-1 0,-1-4 0,5-14 0,-1-3 0,2-3 0,-5 12 0,4-8 983,-1 6 0,19-48-664,40-50-319,13-18 0,9-12 0,6-4 0,7-9 0,5-4-197,-15 12 0,4-3 1,1-3-1,3-3 0,0 0 33,-2 0 0,2-2 0,1-2 0,0-1 0,1-1 0,0 0 89,-8 8 1,1-2 0,1 0 0,-1 0 0,0-1 0,0 1-1,-2 0 75,6-8 0,0 0 0,-1-1 0,-1 2 0,-1 1 0,-2 1 0,3-4 0,-1 1 0,-2 2 0,-2 1 0,-3 4-171,0-2 1,-4 3 0,-1 3 0,-3 2 170,3-5 0,-3 2 0,-2 4-52,12-13 0,0 2 52,3 0 0,5 1 0,-11 19 0,4 1 0,3-1-328,15-7 0,4-1 0,4 0 230,-11 10 1,2 0-1,3 0 1,0 1 97,3 1 0,1 0 0,0 1 0,0 0 0,-4 3 0,-1 0 0,0 1 0,-3 2 0,10-4 0,-2 2 0,-5 4 491,12-6 1,-10 7-1,-27 14 1,-7 6 491,1 3 0,-25 9-795,-8 7-188,12 8 983,15 12-204,6 9-779,1 13 0,-16 27 0,-20-16 0,-4 8 0,-2 3 0,-2 6 0,0 6-246,-2 1 0,1 5 0,-2 4 0,-1 1 49,0-7 0,-2 3 1,0 1-1,-1 0 0,0 1 82,-1 3 1,-1 1-1,0 0 1,-2-1-1,0 0 115,-1-4 0,-1 0 0,0 0 0,-2-2 0,0-1 0,-5 13 0,-1-2 0,-1-2 0,0-2-246,1-7 0,0-3 0,0 0 0,-1-1 161,-1-1 0,1-1 0,-1 0 0,0-2 85,-6 17 0,0-3 0,0-1-230,1-5 0,-1-1 0,1-2 230,0-2 0,-1 0 0,1-3 0,1-5 0,0-2 0,1-1-95,0 0 1,1-1 0,0 0 94,2-3 0,-1 0 0,2 1 0,0 4 0,0 1 0,2 1 327,-1 8 1,1 3 0,2 2-249,-1 8 0,3 2 0,1 3-235,4-15 0,1 2 1,2 1-1,0 3 156,0 8 0,2 3 0,1 1 0,1 0 0,2-19 0,1-1 0,1 1 0,1 0 0,2 0 0,2 18 0,2 0 0,2-1 0,2-2 0,-1-9 0,2-1 0,2-2 0,1-5 169,4 9 1,3-6-1,-1-4-169,6 15 0,-2-10 152,-8-28 0,-2-8-152,4 3 983,-10-29-960,-4-13 960,-2-5 0,17-66-873,2-9 1,5-16-111,-3 14 0,2-8 0,3-6 0,1-3-164,-5 16 0,0-3 0,2-2 0,0-2 0,1-1 0,1 0 23,-2 5 1,1-2-1,0-1 1,2 0-1,-1 0 1,0 0-1,-1 1-23,4-10 0,0 0 0,0 0 0,0 1 0,-1 1 0,0 1-33,4-9 0,-1 2 1,0 1-1,-1 2 0,-1 1 0,-5 11 0,-2 2 1,0 2-1,-1 0 0,-2 1-49,2-11 0,-2 2 0,-2 0 0,-1 0 0,-1-1 0,-1-1 0,-1 0 0,-2 2 226,-2 7 1,-2 0-1,-1 2 1,0-1-187,2-25 0,0 1 0,-1 2 206,-1 10 0,0 2 0,-2 4 491,1-18 1,-2 7-1,-2 19 1,-2 9 491,0-3 0,-4 38 0,-2-8 0,-26-54-499,-3 20 1,-7-4-485,3 14 0,-3-1 0,-4 1 0,-4 0 0,-3 2 0,-2 6 0,-23-12 0,-2 13 476,12 16 1,1 19-477,7 34 0,5 21 0,15 11 0,5 15 0,2 7-246,0 6 0,3 9 0,0 6 0,1 3 82,4-18 0,1 4 0,0 2 0,0 2 0,0 0 0,1 0 0,-1 2 0,0 1 0,1 1 0,0 0 0,0 0 0,0-1 139,2-2 0,-1 1 0,1 0 0,0-1 0,1-2 0,1-2 25,0 2 0,2 0 0,0-3 0,0-3 0,2-4-30,-4 22 0,1-5 0,2-8 30,-1 11 0,3-13 0,2-3 0,5-34 0,3 12 0,0-2 0,3 9 0,5 26 0,5 8 327,1-17 1,4 2 0,1 2-1,4 3 1,2 2 0,2-4-302,-1-11 0,1-4 0,-1-3 24,6 11 1,-2-9-51,6 8 0,-17-47 0,-8-17 0,-4-11 0,5-38 0,1-29 0,4-14 0,1-15 0,3-10-164,-7 29 0,2-5 0,0-4 0,1-4 0,0-1 0,-1 0 23,1 3 1,-1-2-1,1-2 1,0-1-1,-1-1 1,1 1-1,-1 0 0,0-1 1,0-2-1,0 0 1,0 0-1,0 2 1,-1 1-1,0 3-23,0-1 0,-1 1 0,0 2 0,0 3 0,-1 2 0,-1 4-56,2-13 0,0 4 0,-1 6 0,-2 5 220,5-28 0,-2 16 0,0 0 0,-9 34 0,-5 3 983,0 3 0,0 12 0,0 14 0,0 15 0,0 42-509,2 21 0,4 15-474,4 9 0,5 10 0,3 6-197,-3-19 0,2 5 1,1 3-1,1 1 0,1 1 0,2 6 0,1 3 1,1 0-1,1 1 0,-1-2 0,1-1 0,0 0 1,1 0-1,-1-2 0,-1-4-49,1 8 0,0-2 0,-2-4 0,-1-6-82,-1-2 0,-2-6 0,-1-5-164,0 5 0,-3-9-492,-1 11 419,-10-9 565,-4 13 983,0 12 0,0-7 0,0-21 0,0-25 0,0-22 0,-1-9 0,-2-1-411,-2 21-572,-4 43 0,2-13 0,-1 7 0,-1 13 0,-1 5 0,1 11 0,0 2 0,0 0 0,0 0 0,3-4 0,0-1 0,1-3 0,2-1 0,0-12 0,2-4 0,1-9 0,0-5 0,0 27 0,0-33 0,0-25 0,0-12 0,0 17 0,0 50 0,0-14 0,0 9 0,0-12 0,0 4 0,0 0 0,0 5 0,0 0 0,0-2 0,0 22 0,0-7 0,0-24 0,0-9 0,0 1 0,0-45 0,4-103 0,6 28 0,4-10 0,1-7 0,1-7 0,1-9 0,2-4 0,-1 1-197,-2 17 0,1 0 1,0-1-1,1 0 0,-1 0 0,1-3 0,1-1 1,0 0-1,-1 1 0,-1 4 95,0-5 0,-1 2 0,-1 2 0,-1 2-164,1-16 1,-3 2-1,0 2 266,-2 6 0,-2 3 0,-1 0 0,-4 5 0,-1 1 0,-1-1 0,0-3 0,-1 0 0,-1-1 0,1-3 0,0 0 0,0-2 0,0-1 0,0 0 0,0 0 0,1 4 0,-1 0 0,-1 2 0,1 4 0,0 0 0,0 2 0,0 5 0,0 1 0,0 1-22,0-28 1,0 2 21,0 7 0,0 3 0,0 7 0,0 2 0,0 3 0,0 2 491,1-1 1,-2 1-1,1 4 1,0 1-1,1 3 1,-2 2-384,2 5 0,-2 2-57,0-37-51,-4 2 0,-5-7 0,-2 0 0,-2 6 0,3 24 0,2 29 0,2 21 0,1 13 0,-5 29 0,4 21 0,-2 18 0,-3 17 0,1-8 0,-1 10 0,-2 8 0,1 4-164,1-7 0,-1 5 0,0 5 0,-1 4 0,0 2 0,-1 3 54,3-18 1,-1 2 0,0 2 0,-1 3-1,0 1 1,0 1 0,0 1 0,-1 1-1,1 0 20,2-11 1,-1 1-1,0 1 1,0 0 0,0 2-1,0 0 1,0 0 0,-1 0-1,1 0 1,0 1-1,1-1 0,-1 2 1,0 0-1,0 1 1,0 0 0,0 0-1,1 0 1,-1-1 0,0 1-1,1-1 1,-1-1-1,0-1-9,0 4 1,-1 0 0,1 0-1,-1-1 1,0 0 0,1-1-1,0-1 1,0-1 0,0-1-1,1-1-24,-1 11 0,-1-1 0,2-2 0,-1 0 0,1-2 0,0-2 0,0-1 0,1-2-41,-1 13 0,0-2 0,0-2 0,1-3 0,1-3 0,0-2-33,1-4 0,0-4 1,1-2-1,0-2 0,2-2-49,0 10 0,1-2 0,0-3 0,1-1-82,-1 16 0,-1-3 0,1-1 0,-1-3 0,1 0 0,-1-2 655,-1-8 1,1-2 0,-1-3 163,-4 17 1,-1-8-1,3-21 1,-1-8 491,-3 12 0,6-37 0,2-16 0,1-5 0,-2 3 0,-1 3-656,1-4 1,0-3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53.64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28248 0 24575,'43'0'0,"-9"0"0,-23 0 0,-4 0 0,6 0 0,14 0 0,12 0 0,21 0 0,16 0 0,9 0 0,4 0 0,-14 0 0,-23 0 0,-17 0 0,-17 0 0,-6 0 0,7 0 0,16 4 0,27 7 0,21 9 0,4 5 0,-15-2 0,-25-7 0,-21-6 0,-13-4 0,-1-2 0,3 2 0,12 1 0,17 1 0,15 0 0,3-3 0,-10 0 0,-17-3 0,-17 0 0,-11 2 0,-5 7 0,-2 2 0,0 20 0,0 21 0,0 24 0,-3 20 0,-2-4 0,-1-18 0,1-25 0,2-22 0,-2-10 0,1-4 0,-2 6 0,-4 11 0,-2 9 0,-2 3 0,4-7 0,3-12 0,3-11 0,-1-7 0,-5-4 0,-17-3 0,-27 0 0,6 0 0,-5 0 0,-20 0 0,-6 0 0,-16 0 0,-5 0-219,27 0 0,-2 0 1,-1 0 218,0 0 0,0 0 0,0 0 0,6 0 0,1 0 0,1 0 0,-24 1 0,5-2 0,11 1 0,3-2 0,8-1 0,2-1 0,0-3 0,0-1 0,-3-2 0,-2 0 0,-8-1 0,-3 0 0,-12 0 0,-2 2-14,23 4 1,-2 0 0,0 0 13,-6 1 0,0 1 0,-1 0 0,0 0 0,0 2 0,1-1 0,2 1 0,1 0 0,1 0 0,-26 1 0,3 0 0,12-1 0,3-1 0,10-1 0,2 1 0,7 0 0,0 0 0,-5-1 0,-1 1 0,-10-1 0,-3 0 0,-15 0 0,-3 0-209,27 0 1,-1 1 0,-1 0 208,0 1 0,-1-1 0,1 1 0,5 1 0,1 0 0,2 0 336,-24 0 1,5 0-337,13 0 0,5 0 0,12 0 0,3 0 0,-35 0 0,19 4 0,7 5 648,0 7-648,-10 10 0,-20 12 0,35-12 0,-3 2 0,-7 7 0,-3 1 0,-8 7 0,-1 0 0,3-2 0,1-2 0,10-6 0,4-2 0,11-7 0,3-4 0,-20 2 0,10-11 0,-10-6 0,-18-5 0,31 0 0,-5 0 0,-8-3 0,-3-2 0,-9-1 0,-2-1 0,-6-2 0,-2-1 0,-3-1 0,0 0 0,3 3 0,3 1 0,11 2 0,5 1 0,16 2 0,6 1 0,-7-1 0,32 0 0,28-6 0,26-7 0,29-10 0,34-7 0,-34 14 0,4 1 0,10-2 0,4 1 0,5 0 0,2 2 0,-1 1 0,-1 0 0,-10 3 0,-4 2 0,-15 3 0,-6 1 0,13-2 0,-25 3 0,5 3 0,45 1 0,-17 0 0,7 2 0,-11-1 0,3 0 0,2 0-228,9 0 0,2 0 0,1 0 228,-3 0 0,1 0 0,-2 0 0,-7 0 0,-1 0 0,-4 0 0,18-1 0,-7 2 0,-21 0 0,-7 2 0,14 6 0,-25 7 0,-17 8 0,-8-1 684,-4-1-684,-5-3 0,-3-4 0,-20 1 0,-41 1 0,-26-1 0,4-1 0,-12 0 0,-9 0 0,-5 1-141,28-5 1,-4 1-1,-4-1 1,-2 1-1,-3-1 1,-2 1-1,-2-1 42,14-1 1,-3-1 0,-2 1-1,-2 0 1,-1-1 0,-2 1-1,0-1 1,-2 1 0,1-1-1,-1 0 9,0 0 1,-1 0-1,-1-1 1,-1 1 0,0-1-1,-1 1 1,-1-1 0,0 0-1,1 0 1,-1 1-1,1-1 8,7-1 0,-1 0 0,1 0 0,-1 1 0,0-1 0,0 0 0,1 0 0,-1 0 0,0 0 0,0-1 0,1 1 0,0 0-8,-8 1 1,0-1-1,0 0 1,0 1 0,0-1-1,0 0 1,1 0 0,1 1-1,0-1 1,1-1-1,2 1-9,-2 0 1,2 0 0,-1 0-1,1-1 1,2 1 0,0-1-1,1 1 1,1-1 0,2 0-1,2-1-24,-7 1 0,2 0 0,1 0 0,1-1 0,2 0 0,2 0 0,1-1 0,1 1-41,-11-1 0,1 0 0,3 0 0,1-1 0,3 0 0,3-1-82,-22 1 0,5-1 0,3-1 0,4 0 0,13 0 0,4-1 0,1 0 0,0-1 0,0-1 0,0 0 0,1-1 0,-1-2 0,0-1 0,0-2 0,0 0 0,-1-1 0,-3-1 0,0-1 0,0-1 0,-1 1 132,-2-1 1,0-1 0,0 0 0,1 1 113,0 1 0,1 0 0,1 2 0,0 0 0,3 2 0,1 2 0,0 0 0,2 0 327,-17 1 1,2 0 0,3 1-1,11 1 1,4 1 0,4 0 163,-11 1 1,10 0 491,-8 0 0,48 0 0,49 6 0,58 13-492,-4 1 1,17 1-296,-24-7 1,10 0-1,7 0 1,3 0 0,1-1-102,0 0 1,4-1 0,3-1 0,2 0 0,1 0 0,1-2-96,-4 0 0,2-1 0,1 0 0,1-1 0,1-1 0,0 1 0,0-2-123,-12 0 0,1-1 0,1 0 0,0-1 0,-1 0 0,-1 0 0,-2-1 0,-2-1-41,12 0 0,-2-1 0,-2 0 0,-2-1 0,-2 0 0,-1-1-33,6 0 0,-1 0 1,-2 0-1,-3-1 0,-4-1-49,1 1 0,-3-2 0,-4 1 0,-4-1 83,2 0 0,-4-1 0,-5 0 163,12 0 0,-6 1 0,-6 3 0,-1 2 0,11-1 0,4 2 0,-14 2 0,3 1 0,2 0 327,14 3 1,3 1 0,2 2-130,-14-2 0,2 2 1,1 0-1,1 0 47,5 2 1,0 1 0,1 0 0,1-1-1,1-1 1,0-1 0,0 0 0,0 0-48,-2-1 0,-1-1 0,-1 0 0,0-1-198,-4-1 0,-1 0 0,-1-1 0,0-1-88,21 0 0,-2-1 1,-2-1 87,-9 0 0,-1 0 0,-2 0 0,-6-2 0,0 1 0,-3-1-67,24 0 1,-2 0 66,-5 0 0,0 0 0,0 0 0,1 0 0,0 0 0,1-2 0,2-1 0,0-1 0,-3-2 0,-1-1 0,-2-1 0,-1-1 0,-3 1 0,-1 0 0,-1 2 0,2 2 0,2-1 0,1 1 0,3 1 0,1-1 0,-1-1 0,1-1 0,0-1 0,-1-1 0,-4 0 0,-1-2 0,-4-1 0,0-2 491,-4 2 1,-1-1-382,-4-1 1,-1 0 380,0-1 1,0 0-95,2-2 0,2 1-397,3-1 0,2 0 0,7-1 0,3 0 0,-25 6 0,1-1 0,2 0 36,6 0 0,2-1 1,2 0-37,4 0 0,2-1 0,0 1 0,1 0 0,1 0 0,-1 0 0,1 1 0,1-1 0,-2 1 0,-5 0 0,0 2 0,-1-1 0,-3 1 0,-1 0 0,-1 0 2,-6 3 1,-2 0-1,-1 1-2,27 0 0,-4 1 0,-8 3 0,-3 0 0,-5 1 0,-2 2 0,-2-1 0,1 0 0,2 0 0,3 0 0,5 0 0,3 0 0,6 0 0,1 0 0,3-1 0,-2 2 0,-5 1 0,-3 3 427,-10 1 1,-4 2-428,-16 0 0,-6 2 158,15 10-158,-32-3 0,-19 7 0,-7 21 0,-4 34 0,-2-23 0,-1 5 0,-1 9 0,-2 1 0,-2 0 0,-1-3 0,0-11 0,0-5 0,-4 18 0,7-34 0,14-19 0,14-9 0,21-4 0,19-1 0,17-8 0,11-15 0,-43 4 0,-2-4 0,42-27 0,-20 3 0,-23 11 0,-19 10 0,-12 5 0,-6-7 0,0-6 0,2-12 0,1-9 0,-3-1 0,-2 2 0,-4 8 0,-2 8 0,0 6 0,-2 9 0,0 8 0,-37 32 0,-23 11 0,-18 10 0,9-7 0,-9 4 0,-9 3 0,-7 0 0,23-12 0,-5 1 0,-5 1 0,-3 1 0,-3 0 0,-1 0 0,-1-1 0,-1 0-99,9-3 1,-2 1 0,-2-1-1,-1 0 1,-1 1 0,0-1-1,-1-1 1,1 0 0,0 0-1,1-1-11,-7 1 1,0 0 0,-1 0 0,1-1-1,0 0 1,1-1 0,1-1 0,1 0-1,1-2-13,-1 1 0,0-1 0,1 0 0,1-2 0,1 0 0,3-1 0,4-2 0,3-1-74,-11 1 0,4-2 1,4-2-1,3-1 0,3 0-131,-21 1 0,6-1 0,5-2 0,12-2 0,4 0 0,6-2-164,-3-1 0,7-2 145,-18-3 347,7 0 0,19 0 0,-6 0 0,-29 1 0,-10-2 327,15 1 1,-6-2 0,-2-1-83,13 0 1,-3-1 0,-1-1 0,-1-2-1,-6 0 1,-1-3 0,-1 0 0,0-1-1,3-1 1,1-2 0,-1 0 0,1-1-131,-2-1 1,1-2 0,0 0 0,0 0-231,0-1 1,0 0 0,0-1 0,0 1 114,0 1 0,0 0 0,0 0 0,-2 1 0,-6 0 0,-1 0 0,-2 2 0,-1 1-197,18 4 0,-1 1 1,0 1-1,-2 1 0,-2 0 0,-8 1 0,-2 1 1,-2 1-1,-2 1 0,-1 0 33,7 0 0,-1 1 0,-2 1 0,-1 0 0,-1 0 0,0 0 23,8 0 1,0 1-1,0-1 1,-2 1-1,0 0 1,0 0-1,0 1 0,-2-1 1,-2 1-1,0 0 1,0 0-1,0 0 1,1 1-1,2 0-9,-8 0 0,0 0 0,1 1 0,1-1 1,2 1-1,2 0 44,8-1 0,1 1 0,1 0 0,1-1 0,3 1 0,1 0 106,-4 0 0,2 0 0,1 0 0,3 0 0,4-1 296,-27 0 0,5 0 0,6-1-296,17-1 0,4 0 0,7 0 491,4 0 1,10 0 491,1-1 0,49-1 0,96-4-738,-34 4 1,11 0 0,9 0 0,4 1-410,-3 0 0,7-1 0,3 1 0,5 0 0,3 0 0,1 1 62,-19-1 0,1 0 0,3 1 0,2-1 0,1 1 0,1-1 1,1 1-1,1 0 0,0-1 3,0 1 1,1 0 0,2 0-1,1 0 1,1 0 0,0 0-1,0 0 1,0 0 0,-1 0-1,-1 0 0,-2 0 1,1 0 0,-1 0-1,1 0 1,-1 0 0,-1 0-1,0 0 1,0 0 0,-2 0-1,0 0-11,2 0 1,0 0 0,0 0 0,-1 0-1,-2 0 1,0 0 0,-1 0 0,-3 0-1,-1 0-31,10 0 1,-2 0-1,-1 0 1,-2 0-1,-2 0 1,-4 0-1,-4 0-105,27 0 0,-7 0 0,-5 0 0,-7 0-82,-6 0 0,-7 0 0,-10 0 328,33 0 983,-64 1 0,-53 5-492,-41 3 1,-28 1-435,18 0 1,-11 1 0,-7 1-1,-8 1 1,-4 1-60,16-3 1,-4 0 0,-5 1 0,-4 1 0,-3 0 0,-3 0-1,-2 0 1,-2 2 0,-1-1 1,19-2 0,-2 1 0,-2-1 0,-1 1 0,-2 0 0,-1 1 0,-2-1 0,-1 1 0,-1 1 0,-1-1 0,-1 1 0,-1 1 0,0-1 0,-1 1-52,16-2 0,-1 0 0,-2 0 1,0 1-1,-1 0 0,-2 0 0,1 1 1,-2-1-1,1 1 0,-2 0 0,1 0 1,-1 1-1,0-1 0,0 0 0,0 1 1,0 0-1,1-1 0,-1 1 0,1-1 0,-1 1 0,-1 1 0,0-1 1,0 0-1,0 0 0,-1 1 0,1-1 1,-1 1-1,0 0 0,1 0 0,-1 0 1,1 0-1,-1 0 0,1 1 0,0-1 1,0 1-1,0-1 0,1 1 0,0 0-3,-3 1 0,0 0 1,0 0-1,0 0 0,1 0 1,-1 1-1,0-1 1,1 1-1,0 0 0,0 0 1,0 0-1,1 0 1,0 0-1,0 0 0,1 0 1,1 0-1,0 0 0,0 0-7,-4 1 1,0 1-1,0-1 1,0 1-1,1 0 1,0 0-1,0-1 1,1 1 0,1 0-1,0 0 1,1-1-1,1 0 1,1 1-1,1-2 1,1 1-1,1-1-20,-13 4 0,1-1 0,1 0 0,1-1 0,2 1 0,0-1 0,2 0 0,0 0 0,2-1 0,0 1 0,1-1 0,1 0-9,-7 1 0,1 0 1,1 0-1,1 0 0,0 0 1,3-1-1,1 0 0,2-1 1,2-1-1,3 0-15,-10 1 1,2 0 0,3 0 0,2-2 0,4 0 0,3-2 0,4 0 105,-20 3 0,6-2 0,6-2 0,6 0 327,1-1 1,7-1 0,9-2 655,-34 5 0,44-11 0,-9-8-492,8-3 1,-7-2-1,-30-5 1,-11-4-165,16 3 1,-4-2 0,-2-1-83,17 3 1,0 0 0,-1-1 0,0 1-1,-2-1 1,1 1 0,-1 0 0,1 0 81,-21-2 1,1 1 0,1 0-1,4 1 1,2 0 0,-1 1-126,1 1 1,1 0-1,1 0 125,8 1 1,1-1 0,2 1 163,-21-6 1,6 0-470,23 4 0,8-1-22,-11-10 0,43 6 0,21 0 983,36-12-798,13 5 0,11-1-185,3 1 0,7-1 0,5-1-246,-2 1 0,6 0 0,2-1 0,2-1 79,10-3 1,3 0 0,2-1 0,1 0-31,-14 5 0,2-1 1,1 0-1,0 0 0,0 0 0,1-1 0,1 0 1,0 0-1,1 1 0,-2 0 110,0 1 0,-1 0 0,0 1 0,0 0 0,-1 1-159,15-5 0,0 2 0,-1 0 0,-2 2 139,-7 3 1,-2 0-1,-1 2 1,-2 0 106,-4 3 0,-2 0 0,-1 1 0,-1 0-265,20-2 0,-2 0 1,1 2 264,1-1 0,0 2 0,1 1 0,-18 3 0,0 1 0,1 0 0,0 0 59,5 0 1,0 1 0,1 0 0,0 0-60,1-1 0,0 0 0,0 0 0,-1 0 0,-1 0 0,0 1 0,0-1 0,-3 1 327,16-3 1,-2 0 0,-4 1-87,-15 3 0,-4 0 0,-4 1 250,8-1 1,-10 2 46,-3 0-538,-119-1 0,-45-3 0,26-1 0,-6-1 0,-11-1-164,21 4 0,-8 0 0,-4-1 0,-3 1 0,-1-1 0,0 0 0,-5-1 0,-2 0 0,-1-1 0,-1 1 0,-2 0 0,0 1 23,9 2 1,-2 0-1,-1 0 1,-1 1-1,0 0 1,1 0-1,-1 2 0,1-1 1,0 1-1,-1 1 1,1 0-1,0 0 1,0 1-1,1 0 0,4 0 1,0 1-1,0 0 1,1 0-1,1 1 1,1 0-1,2 0-23,-5 1 0,2 0 0,1 0 0,1 0 0,1 0 0,0 0 43,-11 0 1,1 0 0,1 0 0,1 0-1,0 1 121,5 0 0,1 1 0,0 1 0,1 0 0,0 1 0,1 0 0,0 1 0,1 1 0,0 0 0,0 0-197,2 1 0,-1 1 1,1 0-1,1 1 0,0 0 169,-13 3 0,2 1 0,0 0 1,1 0 27,6-1 0,1 0 0,1 1 0,2-2 327,-15 3 1,4-2 0,2 0-1,11-2 1,2-2 0,5 0 163,-12-1 1,8-2-1,20-4 1,4-1 491,-36 0-492,35 0 1,-5 0-1,-22 0 1,-8 0-165,5 0 1,-6 0 0,-4 0-321,9 0 0,-3 0 0,-2 0 0,-2 0-7,-6 0 0,-2 0 0,-2 0 0,1 0 0,19 1 0,-2 1 0,1-1 0,1 2 0,1 0 0,-14 1 0,1 1 0,2 0 0,3 2-44,8 0 0,1 1 1,2 0-1,4 1 44,-11 3 0,5 0 0,5 0 0,-9 1 0,10-1 0,-16 2 0,48-9 0,20-2 983,-1 2 0,-12 0 0,-9 1-950,-5-1-33,2-3 0,8-13 0,9-19 0,12-20 0,10-21 0,5-12 0,2-11 0,0 44 0,0-1 0,1 1 0,1 0 0,4-41 0,5 17 0,6 17 0,-1 17 0,-4 14 0,-22 10 0,-52 10 0,0 3 0,-11 3 0,-5 7 0,-8 5 0,-3 2-246,14-1 0,-2 2 0,0 2 0,2 0 176,-20 7 0,3 2 0,5 1 70,16-2 0,4 0 0,9 0 0,-20 15 0,52-22 0,16-6 0,4 6 0,-5 17 0,-6 27 983,-3 20-772,3 11-211,7 4 0,8 2 0,1-46 0,2 1 0,0 7 0,1 2 0,2 9 0,1 3 0,1 9 0,2 4 0,0-16 0,1 3 0,0 2-328,2 14 0,1 2 0,1 6 82,-1-7 0,1 4 0,1 4 0,1 3 82,-2-19 0,1 2 0,1 2 0,1 2 0,1 2 0,0 1 23,1-2 1,0 3-1,2 1 1,-1 1-1,2 1 1,0 0-1,0 0 18,-2-11 0,1 1 0,1 1 0,-1 0 0,1-1 0,1 0 0,-1-1 0,1-1-18,1 7 1,2-1-1,-1 0 1,1-1-1,0-2 1,-1-3-1,0-1-56,5 14 0,-1-1 1,0-4-1,0-4 0,-2-6 51,5 14 0,-1-7 0,-2-10 146,1 3 0,-3-14 0,2-8 983,1-35-507,27-12-476,-2-8 0,10-2 0,22-1 0,9 0 327,-13-1 1,4-1 0,3-2-83,-10-4 1,1-1 0,3-4 0,3-2-443,-4-4 0,2-1 1,2-4-1,3-2 0,1-3 143,-12 2 1,2-1 0,2-3 0,1-1 0,1-2 0,1-2 0,1 0-70,0-2 0,1-1 0,1-2 0,1-1 0,0-1 0,2-2 0,0 0 0,1 0 24,-11 4 1,1-1 0,1 0-1,0-1 1,1-1 0,0-1-1,0 1 1,1-2 0,-1 1-1,1-1 9,-5 2 1,0-1-1,0 0 1,1 0 0,0-1-1,-1 0 1,1-1 0,-1 1-1,1-1 1,-2 0-1,0 0-9,7-3 1,-1-1 0,1-1-1,-1 1 1,-1-1 0,1 0-1,-2 1 1,0-1 0,-1 1-1,-1 1-11,1-2 1,-1 0 0,0 0 0,0 1-1,-2 0 1,-1 0 0,-1 1 0,0 0-1,-2 1-31,10-6 1,-1 0-1,-1 1 1,-2 1-1,-1 0 1,-2 2-1,-3 1-56,14-9 0,-3 3 1,-2 0-1,-3 3 0,-3 1-49,3-2 0,-2 3 0,-4 1 0,-1 2 237,12-8 1,-3 2-1,-6 2 336,-15 10 1,-5 2 0,-1 0 163,18-11 1,-3 0-1,-3 1 1,2-2-317,8-7 1,4-1 151,-21 13 1,2-1 0,2 0-1,10-7 1,3-1 0,3-1-83,-12 10 1,2 0 0,2-1 0,1 1-1,6-2 1,2 1 0,1 1 0,2 0-50,-11 7 1,1 0-1,1 1 1,2 1 0,2 1-394,6-1 0,2 1 1,2 2-1,2 0 0,1 3 164,-10 4 0,1 1 0,1 2 0,1 1 0,2 0 1,0 2-132,6 0 0,0 1 0,2 1 0,1 2 0,1 0 0,0 2 23,-9 3 1,2 1-1,0 0 1,1 2-1,0 1 1,1 0-1,0 0 0,3 1 1,1 1-1,0 0 1,1 1-1,0 1 1,0 0-1,1 1 18,-10-1 0,1 1 0,0 0 0,0 1 0,1 0 0,0 1 0,0 1 0,0 1 0,3 1 0,1 0 0,-1 2 0,1 0 0,0 1 0,0 1 0,-1 1 0,1 1 0,0 0 0,0 1 0,0 1 0,1 1 0,-1 1 0,-1 1 0,1 0 0,-1 1 0,0 0 0,0 2 0,-1 0 0,1 1 0,-1 1 0,-1 0 0,0 0 0,-2 0 118,7 3 0,-1 0 0,-1 1 0,0 0 0,-1 0 0,0-1 0,-1-2-12,-2-1 0,0 0 0,-1-1 0,0-1 0,-1 0 0,-1-2 0,-2 0 17,4 0 0,-1-1 0,-2-1 0,-1-1 0,-1-2 0,0 0 183,8-1 1,-2-1 0,0-2 0,-2-1 0,-1 0-184,14-1 0,-1-1 0,-3-1 0,-3-1 245,-16-1 1,-3-1 0,-2 0 0,1-1 81,25-1 1,-1 0 0,-1-2-300,-5 1 0,-1-1 0,2-1-28,-17 2 0,2 0 0,0 0 0,0 0 0,-1 0 0,1 0 0,-1 0 0,2 1 0,3 1 0,1 0 0,0 0 0,-1 2 0,-5 1 0,-1 0 0,0 2 0,-2 2 0,15 4 0,-1 3 0,-3 6 0,0 5 0,-2 6 0,-4 6 0,-8 7 0,-4 6 0,-3 4 327,-3 1 1,-3 4 0,-4 4-1,-5 5 1,-4 3 0,-7 3-1,-6 0 1,-5 3 0,-7 2-250,-5 4 0,-7 1 0,-8 3 167,-8-12 1,-7 1 0,-5 2 0,-6-1-152,-9 8 1,-7-1 0,-6 1-1,-5-1-243,2-10 1,-5 1 0,-3-1 0,-4-1-1,-1-2 149,5-10 0,-2-1 0,-1 0 0,-3-2 0,0-2 0,0-2 0,-11 6 0,0-1 0,-2-3 0,-2-3 0,0-4 0,-1-3 0,-2-4 0,-1-3 0,-1-3 0,-1-3 0,-4-3 0,0-4 0,-2-2 0,-1-3 0,0-1 0,0-1 0,0-3 0,-1-2 0,-1-1 0,1-1 0,-2-2 0,0 0 0,0-2 0,-1 0 0,1-1 0,0 0 0,-1-1 0,1 0 0,1-1 0,0 1-187,7-1 0,1-1 0,0 0 1,0 1-1,1-1 187,-1 1 0,0 0 0,0 1 0,1-1 0,1 0-114,-12 2 0,1-1 0,2 1 0,3-2 114,-12 1 0,4 0 0,4-2 327,16 0 1,4-1 0,6-1-114,-1-1 0,9 0 769,-8-2 0,46-8 0,17-33-492,15-3 1,10-10-165,5-1 1,7-7 0,6-2-574,2 0 0,5-3 0,4-1 0,4 0 241,-1 5 0,4 0 1,3-1-1,2 1 1,2 0-160,-4 8 0,2-1 0,2 1 0,1 0 0,2 2 0,0 0 0,3 2 0,2 0 0,0 1 0,1 1 0,1 2 0,-1 2-33,12-5 0,0 2 1,0 2-1,0 2 0,-1 3 0,-6 4 0,0 2 1,0 2-1,-2 3 0,-2 1 124,5 1 0,-2 2 0,-2 3 0,-5 3 73,4 1 0,-5 4 0,-5 2 0,8 0 0,-11 5 983,0 5-82,-38 9 82,-17 9 0,-20 25 0,-32 46-492,12-22 1,-3 3-55,-5 10 1,0-1-438,3-6 0,4-3 0,11-17 0,5-5 0,-1 7 0,16-29 0,8-12 0,-20-10 0,3 0 0,-8-2 0,10 3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36.5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2057 2590 24575,'23'-30'0,"-78"86"0,13-17 0,-6 6 0,-6 7 0,-8 7 0,-1 0 0,-3 2 0,-2-1 0,0 0 0,-2 0 0,-1-1 0,1-1 0,1-3 0,1 0 0,1-5 0,8-7 0,2-2 0,1-6 0,-13 4 0,2-9 0,1-10 0,-1-8 0,-2-7 0,-2-4 0,-12 1 0,-1-1 0,1-1 0,4 0 0,14 0 0,7 0 0,-16 1 0,43 5 0,41 30 0,19 16 0,11 11 0,1-1 0,6 6 0,4 2-246,-5-8 0,3 2 0,3 0 0,2 0 36,6 5 0,2 0 0,3-2 0,0-3 210,-1-5 0,1-3 0,2-4 0,2-3 0,3-6 0,3-3 0,2-4 0,1-4 0,2-2 0,3-5 0,1-3 0,1-3 0,4-3 0,1-4 0,2-3 0,1-4-197,-14-3 0,2-2 1,0-3-1,1-3 0,-1-2 0,3-5 0,0-2 1,0-4-1,0-2 0,0-3 0,7-5 0,0-4 1,0-3-1,0-3 0,0-3 33,-12 3 0,1-3 0,-1-2 0,0-2 0,0 0 0,1-2 0,2-2 0,1-2 0,0-1 0,-1-1 0,0 1 0,-1-1 120,-4 3 0,0-1 1,-1 0-1,0 1 1,-1 0-1,-1 0 44,10-6 0,-1 1 0,-1 0 0,-2 2 0,0 1-197,-8 6 0,-1 1 1,-1 1-1,0 2 0,-1 1 99,9-4 1,0 2 0,-1 2 0,1 1 97,-2 2 0,0 1 0,1 2 0,-1 2 60,-1 1 1,1 3-1,-1 0 1,0 2-61,-1 0 0,-1 2 0,0 0 0,-1 1 0,22-6 0,0 2 0,-1 1 0,-2 0 0,0 0 0,-3 1 327,-12 4 1,-2 0 0,-4 1 43,18-3 0,-9 2 120,-26 6 1,-8 4 491,-6 5 0,-49 17 0,-62 27-520,-2 0 0,-11 6-463,5-3 0,-7 4 0,-4 3-246,9-5 0,-3 3 0,-2 2 0,-1 1 201,12-5 0,-1 1 0,-2 1 0,1 0 0,1 1 45,0 0 0,-1 1 0,1 0 0,1 0 0,2 0 0,-12 9 0,3 0 0,2 1 0,3-2-200,9-5 0,2 0 0,3 0 0,3-2 200,-7 8 0,4-1 0,4-2 0,-11 14 0,7-3 0,14-12 0,7-4 0,-8 21 0,28-19 983,14-9 0,6-1 0,6 2-369,10 1-614,18-3 0,21-5 0,26-4 0,-21-16 0,7-3 0,21-1 0,9-4-328,-10-4 0,7-2 0,3-6 116,-9-3 0,3-3 1,1-4-1,3-4 15,-10-2 0,2-3 1,1-3-1,1-3 0,1-4 33,-7 1 0,1-4 0,0-2 0,1-2 0,-1-3 0,0-1 23,-7 3 1,-1-2-1,0-2 1,0-2-1,0 0 1,-1-1-1,1 1 0,0-2 1,0-1-1,0-1 1,-1 0-1,0 0 1,-1 0-1,-1 1-23,6-6 0,-1 0 0,-1 0 0,-1 1 0,-2 0 0,-2 2-33,2-3 0,-1 0 1,-2 2-1,-2 1 0,-4 3-131,19-17 0,-6 4 0,-7 5 684,2-3 1,-10 9-357,7-5 983,-57 37 0,-69 22-696,-13 15 1,-15 9-288,2 2 0,-8 5 0,-6 4 100,22-6 0,-4 2 0,-3 3 0,-1 2 0,-1 2-100,3-1 0,-1 3 0,-2 1 0,0 2 0,-1 1 0,1-1 0,-1 2 0,-1 1 0,-1 0 0,2 2 0,0 0 0,1 0 0,2 1 0,0 0 0,1 1 0,1 1 0,2-1 0,2 1 0,-4 4 0,1 0 0,2 0 0,3 0 0,4-1 78,-4 5 0,5 0 0,3-1 1,4-1-79,-5 8 0,5-1 0,8-3 0,-2 8 0,13-3 0,17-16 0,9-1 0,4 30 0,13 12 491,8-37 1,6 1-1,8 9 1,5 0-1,8 2 1,6-2-1,5-7 1,6-5-132,11-7 0,8-9-360,20-8 0,9-12-328,-13-13 0,5-7 0,5-7 82,-6-5 0,5-7 0,3-4 0,1-5 82,-21 4 0,1-4 0,2-2 0,0-2 0,1-3 0,0-1 23,-3 0 1,-1-3-1,2-1 1,0-2-1,0-2 1,0-1-1,-1-1 18,-5 4 0,0-3 0,0 0 0,1-2 0,-2 0 0,1-1 0,-2 0 0,-1 1-18,7-7 1,0-1-1,-2 0 1,0-1-1,-2 1 1,-1-1-1,-1 1-23,5-6 0,-2 0 0,-1 0 0,-2 1 0,-2 0 0,-3 1-33,2-3 0,-2 1 1,-2 1-1,-3 1 0,-4 3-131,14-18 0,-5 3 0,-6 4 243,7-7 0,-12 7 85,-2-8 983,-34 40 0,-15 21 0,-15 11 0,-35 3-492,-1 3 1,-10 2-1,-24 5 1,-10 7-165,8 5 1,-6 7 0,-3 5-445,11 0 1,-3 4 0,-2 4-1,0 2 117,11-2 0,-2 3 0,0 2 0,0 1 0,0 1 0,0 2 0,0 0 0,0 2 0,1 0 0,2 0 0,4-1 0,1 1 0,1 0 0,2 0 0,2 0-246,-8 7 0,3 0 0,2 0 0,3 0 209,-7 10 0,4 0 1,5-1 36,12-9 0,3-1 0,6-2 0,-2 9 0,10-2 0,12-10 0,7-1 0,3 46 491,8-40 1,4 3-1,6 8 1,5 2-1,6 1 1,5-2-114,5-6 0,8-7-378,9-9 0,9-9 0,13-9 0,10-11 0,-6-10 0,6-7 0,5-6-246,-1-4 0,4-5 0,4-5 0,2-5 49,-4-1 0,4-5 1,1-3-1,1-3 0,2-3 56,-19 7 1,1-2-1,1-1 1,0-2-1,1-2 1,0 0-1,0-2 0,5-5 1,2-1-1,-1-2 1,0-1-1,1-1 1,-1-1-1,-1-1 18,-9 5 0,0-1 0,0-1 0,0 0 0,-1-1 0,-1 0 0,0 0 0,-2 0-18,6-4 1,-1-1-1,-1 1 1,-1-1-1,-1 0 1,-2 0-1,-2 0-23,5-5 0,-1 0 0,-2-1 0,-2 1 0,-2 0 0,-3 2-33,1-4 0,-2 1 1,-3 0-1,-3 2 0,-3 1-49,0-2 0,-3 1 0,-4 2 0,-2 1 103,4-8 1,-4 3-1,-5 2 634,0-6 1,-8 5 419,-2-26 72,-47 23 0,-68 14-492,5 31 1,-14 7-165,10 5 1,-7 2 0,-3 5-102,14 4 0,-3 2 0,-1 4 1,0 3-227,-4 6 0,-1 4 0,1 4 0,3 4 0,4 2 0,2 4 0,3 4 0,3 5 0,4 3 0,3 5 0,4 3 0,2 2-88,7-2 1,4 3-1,2 1 1,4 1 87,-7 18 0,6 2 0,5 1 0,3 0 0,5 1 0,4 0 0,8-5 0,4 0 0,3-1-103,3-1 1,3 0 0,2-2 102,3 28 0,6-3 0,4-8 0,6-4 0,4-8 0,7-5 0,2-15 0,5-5 491,0-10 1,4-6-114,3-6 0,5-6 113,9-6 1,7-6-427,19-1 0,7-8-65,-14-7 0,3-5 0,3-5-246,-9-2 0,2-4 0,2-3 0,0-4 66,13-8 1,2-4 0,1-5 0,2-3-18,-9 0 0,1-3 1,1-3-1,2-3 0,-1-1 56,-16 10 1,0-1-1,0-2 1,1-1-1,1-1 1,-1-1-1,1-1 0,5-4 1,0-2-1,1-1 1,0-1-1,0-2 1,-1 0-1,0-1 18,-7 6 0,0-2 0,1 0 0,-2-1 0,1-1 0,-1 0 0,0-1 0,-1 0 0,0-1 0,0-1 0,0 0 0,-1-1 0,-1 0 0,0 0 0,-1-1 0,-1 1 0,-3 2 0,0-1 0,0-1 0,-1 1 0,-1 0 0,-1 0 0,-1 0 0,-1 1-18,2-3 1,-1 0-1,-1 0 1,0 1-1,-2 0 1,-2 2-1,-1 0-56,11-12 0,-3 0 1,-1 1-1,-3 4 0,-2 2 122,-1 0 1,-3 3 0,-2 3 0,-4 5 74,16-25 0,-10 11 983,4-11 0,-74 76-706,-24 35 1,-11 22-278,-5 4 0,-5 9 0,-3 7 196,14-12 1,-1 5-1,-1 4 1,-1 3 0,0 2-157,4 0 0,-2 2 0,1 4 0,0 1 0,1 3 0,2 0-166,5-5 1,0 1-1,1 2 1,0 2-1,2-1 1,1 1-1,2-1 126,-3 10 0,1 1 0,1 1 0,3-1 0,1-1 0,4-2 0,-1 8 0,2-1 0,3-1 0,4-2 0,2-5-35,3 1 1,2-2-1,5-5 1,5-5 34,2-3 0,6-6 0,10-5 0,21 9 0,18-14 0,27-20 0,14-15 0,-12-10 0,6-6 0,3-4 245,-13-5 1,2-3 0,2-2 0,-1-4-51,0-2 1,0-3-1,-1-2 1,0-3-196,-4-1 0,0-3 0,-2-3 0,0-3 0,1-3 0,-1-3 0,0-3 0,-3-1 0,-2-1 0,-2-3 0,-1-1 0,-1-3 0,-2-3 0,0-3 0,-3-2 0,-2 0 0,14-18 0,-4-3 0,-4 1 327,-12 7 1,-3 1 0,-4 1 163,10-20 1,-6 5-1,-13 22 1,-5 5 491,7-29-922,-18 11-61,-11-9 491,-3 27 1,-2-3-287,2-9 0,-2-2-30,0-2 0,-1 2-175,-1 7 0,-1 5 0,-3-21 0,-1 34 0,1 23 0,1 11 0,-7 2 0,-16 2 0,-47 3 0,6 11 0,-12 10 0,2 9 0,-7 9 0,-4 9-197,20-5 0,-2 6 1,-2 4-1,-2 5 0,1 4 56,11-6 1,-2 4-1,0 3 1,0 2-1,0 3 1,0 0-1,1 1 18,5-4 0,0 2 0,0 1 0,0 1 0,0 1 0,2 1 0,0 0 0,1-1-18,-6 10 1,0 1-1,1 1 1,2 0-1,0 0 1,2-2-1,2-1-23,-1 3 0,1-1 0,1 0 0,2-3 0,3-1 0,3-3-82,-6 11 0,4-3 0,3-4 0,5-5-82,1-1 0,6-5 0,4-7-656,-11 30 545,33-49 1422,7-12 0,11 2 0,12 3 0,16 2 0,36-6-492,-14-16 1,8-4-165,-1-3 1,7-4 0,4-4-574,3-4 0,4-3 0,5-4 0,2-2 129,0-2 0,3-4 1,2-1-1,3-4 0,1-1-24,-18 3 1,1-1-1,2-2 1,1-2-1,1 0 1,0-2-1,-1-1 18,-4 1 0,1-1 0,1-1 0,-1-1 0,1-1 0,0-1 0,-1-1 0,0 0 0,1-1 0,0-2 0,0 0 0,0 0 0,-1-2 0,0 0 0,-1-2 0,-1 1 0,-1-1 0,-2-1 0,0-1 0,0 0 0,-2-1 0,0 0 0,-1-2 0,-2 0 65,8-8 1,-1 0 0,-2-1 0,-1-1 0,-1-1-1,-1-2 1,-1 0-84,-3-2 1,0 0-1,-1-2 1,-2-1-1,-1-1 1,-1 1-1,-2-1 0,-4 4 1,-1-1-1,-1 0 1,-1-1-1,-2 1 1,0 0-1,-1 1-23,5-7 0,-1 0 0,-1 0 0,-1 1 0,-1 2 0,-2 1-33,4-3 0,-1 1 1,-2 2-1,-1 2 0,-2 4 436,1 1 0,-3 4 0,-1 2 0,-1 5-239,4-3 0,-3 4 0,-3 6 491,0 3 1,-5 7 491,2 2 0,-24 23 0,-12 15 0,-9 33-492,-7 13 1,-3 13-165,-3 8 1,-1 10 0,-1 7-391,3-16 0,0 6 0,-1 3 0,0 3 0,-1 3 63,0 1 0,0 5 0,-2 2 0,1 1 0,0 2 0,1-1 0,1-11 0,1 1 0,0 1 0,0-1 0,0 1 0,0 0 0,0-1 0,1-1 0,-1 0 0,1 0 0,0 0 0,0-1 0,1-2 0,-1-2 0,-3 21 0,0-2 0,1-2 0,0-4 0,1-4-142,0-3 1,1-3 0,1-5 0,0-4 141,0 4 0,-1-5 0,3-8 0,1-6 0,3-8 0,1 8 0,6-25 0,0-9 983,0-7 0,1-7 0,9-5 0,12-4-601,23-4-382,25 0 0,25-12 0,-38-3 0,0-6 0,5-9 0,-2-6 0,4-12 0,-3-7 0,0-9 0,-4-5 0,-1-6 0,-4-2 0,-4-1 0,-4-1 0,-6 9 0,-3 2 0,-7 13 0,-2 4 0,9-24 0,-11 24 0,-10 15 0,-3 10 0,-6 9 0,-2 6 0,3-5 0,3-11 0,7-17 0,6-14 0,7-8 0,5-1 0,1 8 0,-1 9 0,-5 16 0,-6 8 0,-5 8 0,-6 5 0,-4 5 0,-3 4 0,-2 28 0,6 14 0,9 39 0,-2-26 0,4 3 0,6 8 0,4 3 0,4 4 0,1 1 0,1 2 0,1-4 0,-7-13 0,-1-3 0,9 19 0,-19-31 0,-12-24 0,0 1 0,4 14 0,8 18 0,4 13 0,1 2 0,-4-17 0,-7-16 0,-7-15 0,-5-6 0,-1-4 0,0 5 0,0 3 0,0 12 0,0 3 0,0 1 0,0-5 0,0-8 0,3-2 0,6 9 0,7 13 0,5 11 0,0 0 0,-3-6 0,-6-15 0,-4-9 0,-3-6 0,-3 0 0,0 6 0,2 3 0,1 1 0,2-7 0,1-3 0,-1-1 0,2-1 0,2 4 0,2 0 0,-1 1 0,-4-2 0,-5-3 0,-23-26 0,0 0 0,-25-22 0,3 9 0,-6-3 0,-3-3 0,-1-2 0,7 3 0,8 4 0,16 9 0,11 4 0,7 3 0,3-3 0,-1-9 0,1-17 0,0-15 0,0-6 0,0 2 0,0 13 0,0 9 0,0 9 0,0 1 0,0-1 0,0-2 0,0-5 0,0 1 0,0 5 0,0 4 0,0 5 0,0 0 0,0 1 0,0 4 0,0 3 0,0-1 0,0-2 0,3-9 0,4-7 0,1 3 0,1 1 0,-3 11 0,-3 4 0,-1-4 0,-2-2 0,0-11 0,2-3 0,1 3 0,0 2 0,1 9 0,0-2 0,0-2 0,2-6 0,2-3 0,-2 1 0,1 4 0,-2 13 0,-3 13 0,-1 29 0,-1-12 0,0 12 0,-5-63 0,-2-15 0,-2-11 0,-4-27 0,-1-6 0,-2 1 0,1 1 0,1 9 0,2 9 0,-4 2 0,7 37 0,4 14 0,-2-1 0,-3-7 0,-4-4 0,0 3 0,2 9 0,6 9 0,8 2 0,12-6 0,16-12 0,19-19 0,11-10 0,-23 23 0,0-1 0,31-30 0,-12 18 0,-15 16 0,-20 22 0,-3 7 0,3 3 0,22 1 0,29 0 0,-23-1 0,4-2 0,7 0 0,2-2 0,-5-1 0,-1 0 0,34-8 0,-31 3 0,-29 3 0,-14 4 0,-6 3 0,-1 1 0,8 0 0,12 0 0,11 0 0,7 0 0,-3 0 0,-4 0 0,-8 0 0,-6 0 0,-5 0 0,-5 1 0,0 4 0,2 5 0,6 7 0,12 10 0,17 7 0,13 6 0,2-2 0,-11-9 0,-18-10 0,-18-8 0,-11-3 0,-6-3 0,-1 8 0,2-1 0,4 5 0,1 2 0,3 3 0,2 1 0,-2-1 0,0-5 0,-5-6 0,-4-3 0,1 1 0,2-1 0,4 8 0,6 4 0,-2 3 0,-2-1 0,-5-5 0,-4-4 0,-2 0 0,-2 1 0,0 0 0,0-1 0,0-3 0,0-2 0,0 1 0,0 0 0,0 2 0,0-2 0,0 0 0,0 1 0,0-2 0,0 3 0,0 4 0,0 5 0,0 3 0,0 2 0,0-2 0,0-4 0,0 0 0,0-4 0,0-1 0,0-3 0,0-3 0,0-2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46.965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19771 11464 24575,'-73'1'0,"0"0"0,0 1 0,-12-1 0,-2 0 0,-2 0 0,14-1 0,-3 0 0,-1 0 0,1 0-246,-4 0 0,-1 0 0,1 0 0,2 0 67,-15 0 1,3 0 0,4 0 178,14 0 0,3 0 0,3 0 246,-11-1 1,9 2-247,-4 4 252,17 24-252,-7 33 0,21-12 0,-4 7 0,-13 17 0,-2 6-188,19-23 1,-1 2 0,1 0 187,-1 2 0,0 1 0,2-2 0,-13 20 0,6-4 376,15-18 0,4-4-376,-5 17 0,25-35 0,14-20 0,18-7 0,30-2 584,35 0-584,-25-2 0,5 0 0,11-1 0,5 0 0,7 0 0,1-1 0,2 0 0,-1-1 0,-5-1 0,-2 0 0,-9-1 0,-3-1 0,-8-1 0,-3-2 0,-8-1 0,-1-2 0,-3-2 0,1-1 0,6-3 0,2 1 0,9-1 0,5 1 0,15 2 0,5 1 0,-25 4 0,2 1 0,0 1 0,1 1 0,1 1 0,-2 0 0,28 1 0,-4 0 0,-21 0 0,-6 1 0,25 3 0,-45 3 0,-23 4 0,-7 7 0,11 14 0,24 19 0,-11-18 0,6-1 0,14 3 0,4-3 0,8-4 0,2-4 0,2-6 0,-1-4 0,-11-5 0,-4-4 0,29-6 0,-41-16 0,-29-12 0,-15-13 0,-22-9 0,-22-13 0,-21-12 0,25 36 0,1 0 0,-26-36 0,17 11 0,21 13 0,18 0 0,42-6 0,8 23 0,11 3 0,20-3 0,10 4 0,-16 12 0,3 3 0,2 2 0,2 2 0,0 3 0,-1 2 0,23 1 0,-5 3 0,-20 2 0,-9 2 0,7 5 0,-48 7 0,-20 8 0,-9 5 0,-9 5 0,-11 1 0,-6-1 0,2-5 0,7-8 0,10-6 0,5-2 0,5-2 0,1 1 0,0 7 0,0 8 0,-13 17 0,-42 20 0,3-27 0,-15 1 0,-10-1-197,1-4 0,-10 0 1,-8-1-1,-6 0 0,-4-1 87,25-8 1,-4-1 0,-3 0 0,-3-1-1,-2 0 1,-3 0 0,-2-1 0,-1-1-1,-1 0 28,7-3 0,-1 0 0,-3 0 0,-1-1 0,-1 0 0,-3 0 0,0-1 0,-1-1 0,-2 0 0,0-1 0,0 0 0,-1 0 16,12-2 0,-2 0 1,0-1-1,-1 0 1,-2 0-1,1-1 1,-2 0-1,1 0 1,-2-1-1,1 0 1,-1-1-1,1 0 1,-1 0-1,1-1 0,0 0 4,5-1 1,-1 0-1,-1-1 1,1 0-1,-1-1 1,1 0-1,-1 0 1,0-1 0,0 0-1,0 0 1,0 0-1,1-1 1,-1 0-1,1 0 1,0-1-1,1 1-4,-5-1 0,0-1 1,1 0-1,-1 0 1,0 0-1,1-1 1,-1 0-1,1 0 1,1 0-1,-1-1 1,1 1-1,0-1 1,1 0-1,1-1 0,-1 1-5,0 0 1,0-1 0,0-1 0,0 1-1,1-1 1,0 0 0,0 0 0,1 0 0,1 0-1,0 0 1,1 0 0,2 0 0,0-1-1,1 1-19,-11-1 1,2-1-1,0 1 1,2-1 0,0 0-1,2 0 1,0 0 0,2 1-1,0 0 1,2 0-1,0 2-20,-5-1 1,0 0 0,2 1 0,0 1-1,2-1 1,2 1 0,1 1 0,2 0-1,3 0-54,-18 0 0,3 0 0,2 1 0,4 0 0,4 2 0,3 0-82,-8 1 0,5 2 0,4 1 0,4-1-82,-4 0 0,5-1 0,7 2 819,1 0 1,11 1 461,-8 3 30,38 5 0,18 2 0,9-1 0,3 5 0,29 17-492,11 0 1,12 4-165,3-2 1,7 1 0,7 1-219,1-2 1,6-1 0,5 0 0,2-1-110,-4-4 0,3-1 0,2-1 0,3-1 0,1-3-164,-8-3 0,3-2 0,1-2 0,1 0 0,0-2 0,1-1 0,5 0 0,1-2 0,1-2 0,0 0 0,0-1 0,-1-1 0,-4-2 0,1 0 0,-1-1 0,-1-1 0,-1-1 0,-1 0-33,10 0 0,0-1 1,-2 0-1,-3-1 0,-2-1 18,4 0 0,-3 0 1,-3-1-1,-6-1 179,0 0 0,-6-1 0,-6 0 0,2-1 0,-12-1 983,-7-4-76,-42 8-416,-51 1 1,-31 2-1,-18 1 1,-15 2-296,31-1 1,-8 1-1,-6 1 1,-4-1 0,-2 0-338,11 0 1,-3-1-1,-2 1 1,-2-1-1,-2 1 1,0-1-1,-2 0 18,4 0 0,-2 0 0,-2 0 0,0 0 0,-1 0 0,0-1 0,1 1 0,1-1 6,3 0 0,0 0 0,-1 0 0,1 0 0,1-1 0,0 1 0,2-1 0,2 0-47,-18-1 0,2 0 0,1 0 0,3 0 0,2 0 0,5 0-33,3 0 0,3 0 1,3 0-1,3 0 0,2 0 14,-27 0 0,5 0 1,3 0 182,10 0 0,4 0 0,3 0-23,-20 0 1,4 0 22,8 0 0,1 0 0,-6 0 0,-2 0 0,26 0 0,-1 0 0,-1 0 327,-4 0 1,-1 0 0,-2 0-1,-8 0 1,-1 0 0,-2 0-1,-7 0 1,-1 0 0,-2 0-83,19 0 1,-2 0 0,0 0 0,-1 0-16,-5 0 1,-1 0 0,-1 0-1,2 0-230,4 0 0,1 0 0,1 0 0,0 0 0,-20 0 0,0 0 0,2 0-49,6 0 1,0 0-1,3 0 49,6 0 0,3 0 0,-1 0 0,2 0 0,1 0 0,1 0 30,-24 0 1,5 0-31,16 0 0,4 0 338,12 0 1,3 0-339,5 0 0,0 0 491,-5 0 1,-1 0-267,-6 0 0,-2 0-225,-13 0 0,-3 0 0,-10 0 0,-4 0 66,27 0 1,-1 0 0,-2 0-67,-2 0 0,-2 0 0,1 0 0,3-1 0,1-1 0,2 0 0,-27-1 0,6-2 0,18-1 0,7 0 0,15-1 0,4-1 0,-28-5 0,0-2 0,20 5 0,-8 1 0,-20-2 0,-8 0-9,23 3 1,-3 1 0,-2 0 8,-8 1 0,-1 1 0,1 1 0,5 0 0,1 1 0,3 0 0,-22 0 0,6 0 0,18 1 0,9 0 0,-12-3 0,41 0 0,16 4 0,2-1 775,-13 2-775,-19 0 0,-22 0 0,-14 0 0,0 0 0,11 0 0,17 0 0,19-2 0,16-1 0,10-5 0,6-4 0,2-10 0,-3-18 0,-3-30 0,3 18 0,1-5 0,-4-17 0,1-4 0,-1-16 0,-1-4-254,4 25 1,0-1-1,0-2 254,0-3 0,0 0 0,0 0 0,0 1 0,1 1 0,-2 0 0,0 4 0,-1 1 0,-2 1-103,-6-26 0,-5 2 103,-6 4 0,-7 0 0,6 27 0,-3 1 0,-4-1-328,-7-5 0,-4 0 0,-3 0 319,-6-4 0,-3 1 1,-2 0 8,-5-2 0,-2 1 0,0 3 0,1 5 0,0 3 0,1 4 0,11 10 0,2 2 0,2 5 0,-9-4 0,6 8 0,-7 5 713,35 28-713,16 31 203,7 41-203,3-14 0,0 4 491,0 10 1,0 0-453,0-4 0,0-3-39,0 29 0,2-34 0,2-22 0,2-9 0,3 0 0,-1 2 0,0 7 0,2 11 0,2 14 0,2 17 0,-5-28 0,0 3 0,-1 5 0,-1 2 0,1 5 0,0 1 0,0 2 0,1 1 0,-1 4 0,2 3 0,3 9 0,5 4 0,0-17 0,4 2 0,4 3-328,11 13 0,6 3 0,4 0 164,-6-20 1,2 0 0,2-1 0,3-2 163,2-2 0,3-1 0,1-3 0,4-3 0,0-6 0,2-3 0,3-4 0,2-5 0,1-7 0,2-4 0,2-4 0,4-4 0,12-2 0,4-4 0,4-4 0,3-5-164,-18-4 0,3-4 0,2-2 0,2-2 0,2-2 0,1-3 23,2-1 1,1-3-1,3-1 1,1-3-1,2-1 1,1-2-1,1-2 31,-11 3 1,2-2 0,1-2 0,1-1-1,1 0 1,1-2 0,0-1 0,0 0-1,0-2 11,-5 2 1,1-2 0,1-1-1,-1 0 1,1-2 0,0 0-1,0 0 1,0-1 0,-1 0-1,0-1 0,0 0 1,0-1 0,-1 0-1,1 0 1,-1-2 0,0 1-1,0-1 1,-1 0 0,0-1-1,-1 0 0,-3 1 1,0 0 0,0-1-1,-1 0 1,0-1 0,-1 0-1,0 0 1,-1 0 0,-1-1-1,0 1-11,2-3 1,0-1 0,-1 1 0,0-1-1,-2 0 1,1 0 0,-2-1 0,0 1-1,0-1-13,6-4 0,-1 1 0,-1-1 0,0 0 0,-1 0 0,0-1 0,-1 0 0,0 0 0,-2 0 0,0 0 0,-2 0 0,1-1 0,-1 0 0,1-1 0,-1-1 0,1-2 13,-3 3 1,-1-2 0,0-1 0,1 0-1,-1-1 1,1-1 0,1-2 0,-1 0-1,1-1 11,-1 1 1,0-2 0,0 0-1,1-1 1,-1-2 0,2 0-1,-1 0 1,0-1 0,0-1-1,-1 0 9,-3 3 1,-1 0-1,1-1 1,-1-1 0,1 0-1,-1-1 1,0 0 0,1 0-1,0-1 1,0 0-1,0 0 8,-4 2 0,2 0 0,-1-1 0,0 0 0,1 0 0,0-1 0,-1 0 0,1 0 0,-1 0 0,0 0 0,0 1 0,-1-1 0,-2 1 0,1 1 0,-1-1 0,0 0 0,0 0 0,0 0 0,-1 0 0,0 0 0,0 1 0,1-1 0,-1 1 0,-1-1 28,6-3 0,-1-1 1,0 1-1,0-1 0,0 1 1,-1 0-1,1 0 1,-1 0-1,1-1 0,-1 1 1,1-1 53,0 0 0,0 0 0,0 0 0,0 0 0,0-1 0,0 1 0,-1-1 0,1 1 0,-1 0 0,0 0 0,-1 0-35,-2 3 0,0 0 1,-1 0-1,0 0 1,0 0-1,0 0 1,0 0-1,-1 1 0,0-1 1,-1 0-1,0 1 35,4-5 0,0 0 0,-1-1 0,1 1 0,-2 0 0,1 0 0,-2 1 0,1 0 0,-2 0 0,0 2 61,1-2 1,-1 0 0,-1 1-1,0 0 1,0 1 0,-2 1-1,1 0 1,-1 1 0,0 1-62,2-2 0,0 0 0,-1 1 0,0 1 0,-1 0 0,0 2 0,0 1 0,0 2 163,10-10 1,-1 1 0,0 1 0,0 3 0,0 2 0,1 3-120,7-3 0,0 3 1,0 2-1,1 3 1,1 0 151,0 2 1,1 1-1,1 2 1,0 1 0,0 2-45,-2 4 0,1 1 1,-1 2-1,2 1 1,0-1-153,5-3 0,0 2 0,1-1 0,0 0 0,1 0 196,1 0 1,1 0-1,0 0 1,0 0 0,-1 0-1,1 0 1,0-1-1,0 0 1,-1 1 0,-1 0-183,-2 2 0,-2 0 0,1 1 0,-2 0 1,0 0 181,-6 2 1,-1 1-1,0-1 1,-2 1 0,1 1-19,13-7 1,0 0 0,-2 1 0,0 1-179,-4 3 0,0 1 0,-2 0 0,0 1 245,-4 2 1,-2 1 0,0 1 0,-1 1-134,18-5 1,0 2 0,-3 2 214,-9 4 1,-2 1 0,-2 3 24,20-3 0,-6 4 139,-18 8 1,-7 3 491,21 2 0,-35 11 0,-21 21-318,-11 54-665,-14-16 0,-5 13 0,-6 4-246,-6 4 0,-5 5 0,-5 5 0,-4 3 82,1-16 0,-3 3 0,-3 3 0,-3 1 0,-2 1 0,-1 0 23,1-4 1,-3 1-1,-1 2 1,-2-1-1,-1 1 1,-2-1-1,-1 0 18,4-10 0,-2 1 0,-1-1 0,-1-1 0,-1 1 0,0 0 0,0-1 0,1 1 0,-1-1 0,0 1 0,0 0 0,0 0 0,0-1 0,0 1 0,0-1 0,1-1-17,-5 8 1,0 0 0,0-1 0,1 0 0,0-1 0,1 1 0,1-1-2,1-3 1,1 1-1,0-1 1,1 0-1,1-1 1,2 0-1,0 0-23,-1 4 0,1 0 0,1-1 0,2 0 0,1-2 0,2 0-33,-1 5 0,1 0 1,2-1-1,3-2 0,2-2 123,0 6 1,3-3 0,3-1-1,3-3 401,1 9 1,4-4 0,2-3 84,-1 18 1,9-7 78,12-18 1,13-8-1,15-10 1,13-9-1,26-5 1,14-10-269,-11-9 0,7-5 1,5-5-102,-4-5 1,4-3-1,4-5 1,3-6-123,-17-1 0,2-4 0,2-4 0,3-2 0,0-3 0,1-3-141,3-4 1,1-2-1,1-4 1,2-3-1,0-2 1,1-2-1,0-2 31,-11 3 1,1-2 0,1-2 0,0-1-1,1-3 1,-1 0 0,1-2 0,-1-1-1,0-1 11,-5 2 1,0-2 0,1-1-1,-1-1 1,1-1 0,-1-1-1,0-1 1,0 0 0,-1 0-1,0 0 0,0-2 1,0 0 0,0 0-1,-1-2 1,0 1 0,0-2-1,-1 1 1,0 0 0,-1-1-1,-1 1 0,-3 2 1,0-1 0,-2 0-1,1 0 1,-1 0 0,-1-1-1,0 1 1,-1 0 0,-1 1-1,-1 0-11,3-3 1,0 0 0,-1 0 0,-1 1-1,-1-1 1,0 2 0,-2 0 0,-1 0-1,0 2-31,6-8 1,0 0-1,-2 2 1,-1 0-1,-2 2 1,-1 0-1,-2 2-56,11-12 0,-3 1 1,-1 3-1,-3 1 0,-3 4-49,2-1 0,-4 3 0,-1 3 0,-3 3 573,3 0 1,-3 3 0,0 3 163,21-15 1,0 6-213,1 7 1,1 3-280,3 4 0,2 1 0,-23 13 0,0 0 0,1 0 0,3-1 0,0 0 0,0 1 0,25-14 0,-2 0 0,-6 0 0,-5 0 491,-16 10 1,-6 2 491,14-13 0,-40 29-492,-64 57 1,-28 27-165,18-18 1,-3 4 0,-5 7-132,-1 2 1,-6 8-1,-4 4 1,-1 2 0,1 1-34,6-7 1,-1 3 0,-1 0 0,0 2 0,0 0 0,0 1-138,7-8 1,-1 1-1,0 1 1,0 0 0,0 0-1,1 0 1,1-1-27,-7 9 0,1 0 0,0-1 0,1 0 0,2-2 0,1-3-162,0 1 0,2-1 1,1-3-1,3-2 0,2-3 162,-10 14 0,4-4 0,6-6 0,-2 3 0,9-9 0,4 3 0,25-34 0,9-2 983,2 10 0,14 31-492,3-16 1,6 4-1,8 13 1,6 3-41,11 7 1,5 0-452,4 0 0,4-2-225,-15-25 0,2-1 0,1 0 225,4 1 0,2 1 0,0 2 0,4 8 0,0 3 0,0 5-246,-11-8 0,0 4 0,-2 3 0,-1 4 49,-6-5 0,-2 4 1,-1 2-1,-2 2 0,-1 1 135,-1 4 1,-1 2 0,-2 1 0,-1 0 0,-1 0 61,-3-3 0,-1 0 0,-1 0 0,-1-1 0,-3-3 0,1 7 0,-2-2 0,-2-2 0,-2-7 0,4 32 0,-4-14 0,-4-32 0,-2-10 0,-1-1 0,-24-38 298,-29-22 1,-18-13-299,-11-3 0,-11-5 0,-6-4 0,20 8 0,-3-3 0,-4-1 0,-1-1 0,-3-1-164,1 1 0,-2-3 0,-2 0 0,-2-1 0,-2 0 0,1 2 23,5 2 1,-1 0-1,-2 1 1,0 0-1,0 0 1,1 1-1,1 1 134,-9-3 0,0 1 0,1 1 0,2 1 0,0 1 0,2 2-190,-6-2 0,1 2 1,2 2-1,3 2 0,5 2 145,3 4 0,2 1 0,5 3 0,9 3 52,-9 1 0,12 4 0,-16 1 0,37 4 0,24-1 983,30-12 0,53-21-492,0 1 1,12-5-165,-1 0 1,8-4 0,3-2-302,-9 5 1,4-1 0,1-2 0,0 1-103,1-1 0,2-1 0,-1 0 1,0 1 75,-3 2 0,0 0 0,-2 1 0,-2 3 0,8-4 0,-4 4 0,-5 3 0,9-2 0,-9 6 0,-22 9 0,-8 5 0,-7 6 0,-24 14 0,1 28 0,29 55 0,-2-8 0,8 11-44,-4-11 1,5 5 0,3 3 43,-7-14 0,2 2 0,2 0 0,0 1 0,4 3 0,1 1 0,1-1 0,2 0 0,-12-16 0,2-1 0,1-1 0,-1 0 0,0-1 0,9 10 0,-1-1 0,1-1 0,-1-2 0,-3-4 0,0-2 0,-1 0 0,-1-2-226,12 12 1,-3-2-1,-1-3 226,-9-8 0,-3-3 0,1 0 0,-2-2 0,0-2 0,-1 1-102,20 21 1,-2 0 101,-1-1 0,-1-1 0,-7-6 0,-4-2 0,-10-13 0,-4-5 0,11 14 983,-27-30-111,-12-25-132,-20-52-740,-10-21 0,-7-17 0,6 21 0,-1-6 0,-2-4 0,-1-1-246,-3-13 0,-2-3 0,0-2 0,0 0 49,5 15 0,0-1 1,0-1-1,1 1 0,1 2 185,-2-9 0,1 1 0,1 1 0,4 3-252,-2-15 1,3 4 0,5 1 263,4 7 0,3 1 0,8 3 0,8 4 0,6 1 0,7 1 0,8-5 0,6 1 0,6 2 0,8 2 0,6 3 0,4 2 0,5 0 0,5 2 0,1 3 0,0 5 0,1 4 0,1 4 0,-4 7 0,0 3 0,-1 3 0,-7 6 0,-1 2 0,-3 3 0,12-2 0,-5 5 0,21-6 0,-39 16 0,-26 11 983,-14 5 0,-11 15 0,-18 43-938,6 15 0,1 19-45,5-16 0,2 7 0,1 9 0,0 6-141,2-17 1,0 6-1,1 5 1,0 3-1,1 2 1,0 3-1,0 0 31,0-9 1,1 3 0,0 2 0,0 1-1,1 2 1,0 1 0,0 1 0,1 0-1,0 1 20,1-11 1,-1 1-1,2 1 1,-1 1 0,1 0-1,1 1 1,-1 0 0,1 0-1,0 0 1,0-1-1,1-1 0,0-1 1,0 0-1,1 0 1,-1 0 0,1 0-1,0 0 1,1-1 0,0-1-1,0-1 1,0-2-1,1-1-33,2 17 0,1 0 0,0-3 0,1-1 0,0-1 0,0-3 0,1-1 0,-1-2-18,1-2 1,1-1-1,1-2 1,-1-1-1,0-4 1,0-2-1,-1-5-105,5 23 0,-1-5 0,-1-6 0,-1-7-82,-2-3 0,-1-7 0,-1-8 131,-3-3 0,-2-13 1,-2-12-1,-4-22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2:50.6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8679 90 24575,'-88'0'0,"9"0"0,20 0 0,10 0 0,17 0 0,12 0 0,1 0 0,-16 0 0,-33 2 0,15 3 0,-6 1 0,-12 3 0,-2 0 0,-3 2 0,2 0 0,8-1 0,5 0 0,-24 2 0,39-5 0,27-2 0,11-2 0,5 2 0,-5 4 0,1-2 0,-3 2 0,2-4 0,-1-4 0,-13 0 0,-25-1 0,-36 0 0,24 0 0,-4 0 0,-6 0 0,-1 0 0,2 0 0,3 0 0,13 0 0,4 0 0,-15 0 0,33 0 0,17 0 0,-1 0 0,-12 0 0,-21 0 0,-20 0 0,-10 0 0,4 0 0,16 0 0,17 0 0,18-1 0,8-1 0,3 1 0,-9-1 0,-26 2 0,-33 0 0,26 0 0,-4 0 0,-9 0 0,-2 0 0,-2 0 0,-1 0 0,4 0 0,1 0 0,3-1 0,1-1 0,3-3 0,0 0 0,0-1 0,-1 0 0,-3-1 0,0-1 0,-2 0 0,-1 1 0,1 2 0,0 0 0,4 1 0,2 0 0,6 2 0,3 0 0,-32 0 0,21-1 0,13 0 0,5 2 0,-6 1 0,-14 0 0,-13 0 0,-13 0 0,-10 0 0,3 0 0,-2 0 0,10 0 0,9 0 0,7 0 0,9 0 0,0 0 0,-3 0 0,-5 0 0,-6 0 0,-4 0 0,1 0 0,6 0 0,9 0 0,11 0 0,4 0 0,-7 0 0,-17 0 0,25 1 0,-4 2 0,-11 2 0,-2 0 0,-7 4 0,-3 1 0,-4 1 0,0 1 0,3-1 0,1 0 0,4-1 0,2-1 0,6-4 0,2 0 0,9-2 0,2-1 0,-39 0 0,12-3 0,10-2 0,7-6 0,11-1 0,9-3 0,5 0 0,0 0 0,-7-3 0,-4 0 0,-9 1 0,-2 2 0,-2 4 0,-5 3 0,-2 3 0,-10-1 0,-11-1 0,-7 1 0,-2 0 0,3 0 0,16-2 0,16-2 0,11 2 0,11-1 0,7 2 0,5 3 0,7 0 0,5-1 0,2-7 0,3-6 0,4 5 0,0-1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04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676 773 24575,'-5'-2'0,"0"0"0,1 0 0,0-1 0,0-1 0,-1-1 0,-3 0 0,-1-2 0,-1 0 0,-2 0 0,1 1 0,-1 0 0,2 1 0,3 2 0,3 1 0,1 0 0,0 0 0,-2-2 0,-2-1 0,-3-2 0,0 2 0,1 1 0,2 2 0,3 1 0,2 0 0,-1 0 0,0-1 0,-1 0 0,-2-1 0,1-1 0,1-1 0,2 1 0,1 0 0,0-1 0,1-1 0,0-1 0,2-3 0,2-3 0,3-4 0,1-3 0,0 0 0,-1 0 0,-2 2 0,-1 1 0,-2 2 0,-1 2 0,-1 0 0,0 2 0,0 3 0,0 1 0,0 1 0,0-1 0,0 1 0,0 0 0,0 0 0,-1 1 0,0 1 0,-2 0 0,-2 0 0,-1 1 0,-1 0 0,0 0 0,-2-2 0,0 0 0,-2-1 0,2 0 0,0 1 0,1 1 0,2-1 0,-1 1 0,1-1 0,1 0 0,0 0 0,2 1 0,0-1 0,-1 0 0,1-2 0,0-1 0,-1 0 0,1 0 0,1-1 0,0 1 0,-1 0 0,1 0 0,0 0 0,0 0 0,0 0 0,1-1 0,0-2 0,0 0 0,1 0 0,0 1 0,0-1 0,0 2 0,0-1 0,0 1 0,0 1 0,0 0 0,0 2 0,0 1 0,0 1 0,0 1 0,0 0 0,-2 0 0,0 1 0,-3-1 0,-3 1 0,-2-1 0,-6-1 0,-2-1 0,-4 1 0,-2-1 0,-2 1 0,-3 1 0,-1-1 0,1 1 0,2-2 0,4 0 0,3 1 0,3-1 0,0 1 0,2-1 0,3 1 0,3 1 0,3 1 0,4-1 0,2 2 0,0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09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24575,'0'17'0,"0"3"0,0 9 0,0 0 0,0-4 0,0-6 0,0-7 0,0-5 0,0-1 0,0 2 0,0 7 0,0 9 0,0 11 0,0 5 0,0 0 0,0-3 0,0-6 0,0-7 0,0-5 0,0-6 0,0-4 0,-1-3 0,0-3 0,1-3 0,3-1 0,1-2 0,1 0 0,0-1 0,0 0 0,-2 1 0,0 0 0,1 0 0,2-1 0,1 1 0,1 0 0,0 1 0,-3 0 0,-1 0 0,0 1 0,0-1 0,1 0 0,1-1 0,0 0 0,-3 0 0,-1 0 0,-1 0 0,-1 0 0,0-2 0,0-2 0,0 0 0,0-1 0,0 2 0,0 3 0,0 0 0,0-1 0,0-1 0,0-1 0,0-1 0,0-2 0,0-2 0,-1 0 0,0 0 0,0 0 0,-1 2 0,1 1 0,0 3 0,0 4 0,1 9 0,0 4 0,0 7 0,0 10 0,0 2 0,0-2 0,0-5 0,0-12 0,1-2 0,0-1 0,0-1 0,2 2 0,-1 0 0,1 1 0,-1 1 0,0 1 0,0 1 0,0 2 0,0 2 0,-1 2 0,0 0 0,-1-2 0,0-3 0,0-3 0,1-3 0,0-1 0,-1-2 0,1-2 0,-1 0 0,0 0 0,0 4 0,-1 6 0,-3 3 0,-2 7 0,-3-1 0,-1-3 0,1-1 0,0-5 0,1 0 0,-1-2 0,1-3 0,1-1 0,2-3 0,1 0 0,1-2 0,1-2 0,0 0 0,1 0 0,-1-6 0,2 3 0,0-3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0:58.6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21 24575,'0'-11'0,"0"2"0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16.19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556 9 24575,'73'-1'0,"-1"-1"0,1 1 0,9-1 0,7 2 0,7-1 0,7 0 0,4 1-110,-22-1 1,3 1 0,4 0 0,4 0-1,2 0 1,2 0 0,1 1 0,2-1-1,0 0 28,-12 0 0,1 0 0,1 0 0,2 0 0,0 0 0,2 0 0,1 0 0,1 0 0,0 0 0,2 0 0,0 0 0,1 0 16,-10 0 0,1 0 1,1 0-1,2 0 1,0 0-1,0 0 1,2 0-1,-1 0 1,2 0-1,-1 0 1,0 0-1,0 0 1,0 0-1,-1 0 0,0 0 0,0 0 0,0 0 1,0 0-1,0 0 1,0 0-1,1 0 1,-1 0-1,0 0 1,0 0-1,0 0 1,0 0-1,0 0 1,-1 0-1,1 0 0,-1 0 0,-1 0 0,0 0 1,0 0-1,0 0 1,0 0-1,-1 0 1,1 0-1,-1 0 1,0 0-1,1 0 1,-2 0-1,1 0 1,0 0-1,-1 0 0,0 0-5,4 0 1,0 0 0,0 0 0,0 0-1,0 0 1,0 0 0,-1-1 0,0 1 0,0 0-1,-1 0 1,-1 0 0,0 1 0,-2-1-1,0 0-11,5 0 0,-1 0 0,-2 0 0,1 0 0,-2-1 0,0 1 0,-1 0 0,0 1 0,0-1 0,0 0 0,-1 1 0,1 0-8,6 0 1,0 0-1,-1 0 1,1 0 0,-1 1-1,0 0 1,0-1 0,-2 1-1,0 0 1,-1 1-1,-1-1-20,9 1 1,0-1 0,-2 2 0,0-1-1,-1 0 1,-2 1 0,0-1 0,0 1-1,-1 0-13,4 1 0,-2-1 0,1 1 0,-2 0 0,-1 0 0,0 0 0,-1 0 0,-1 0-18,6 0 1,-1 1-1,-1-1 1,0 0-1,-1 0 1,-1 0-1,1-1 0,-4 0 1,1 0-1,-2 0 1,1-1-1,0 1 1,-1-1-1,1 1 0,1-1 1,-1 0-1,1 0 1,-1 1-1,1-1 1,0 0-1,-1 1 0,2 1 1,0-1-1,0 1 1,-1 0-1,1 0 1,0 0-1,-1 1 0,-1 0 1,0 0-1,1 0 1,-2 0-1,1 1 1,-3 0-1,0 0 304,5 0 1,-1 1 0,-1 0 0,-1 0 0,-2 0 0,-2 1-119,7 1 1,-2 1 0,-2 0 0,-2 0 0,-3-1 199,8 2 1,-3 0 0,-4 0 0,-2 1 81,8 3 1,-4 0 0,-3 0-1,-9-2 1,-3 0 0,-3-1 163,16 3 1,-6 0-1,-18-4 1,-3 0-1,-8-2 1,-2 0 491,48 8-492,-47-9 1,2-1-1,23 0 1,8-3-165,-9-1 1,5-1 0,4-1-99,-4 0 0,4-1 1,3 0-1,4 0-229,-3-1 0,3 0 0,2 0 0,3 0 0,2 0-164,-6 0 0,3 0 0,1 0 0,1 0 0,2 0 0,1 0 23,-7 0 1,1 0-1,2 0 1,0 0-1,1 0 1,1 0-1,-1 0 18,-8 0 0,-1 0 0,2 0 0,-1 0 0,1 0 0,0 0 0,-1 0 0,1 0 0,0 0 0,0 0 0,0 0 0,1 0 0,-1 0 0,0 0 0,0 0 0,-1 0 0,-1 0 0,0 0 0,0 0 0,0 0 0,-1 0 0,1 0 0,0 0 0,0 0 0,0 0 0,0 0 0,0 0 0,1 0 0,-1 0 0,1 0 0,-1 0 0,0 0-18,11 0 1,2 0-1,-1-1 1,-1 1-1,0 0 1,0 0-1,-2 1 0,-5-1 1,-1 1-1,-1-1 1,0 1-1,-1-1 1,-1 2-1,-1-1-23,7 2 0,0 0 0,-2 0 0,0 1 0,-3 0 0,-1 0 161,6 2 0,-3-1 0,-1 1 1,-2 1-1,-2 0 3,8 3 0,-2 0 0,-2 1 0,-3 0 245,-7 0 1,-2-1 0,-1 0 0,-4 0 81,12 2 1,-4 0 0,-3 1 163,20 6 1,-5 0-1,-10-1 1,-2 0-1,-7 1 1,-1 1-1,-6-1 1,0 0-1,0-1 1,-2 1-1,-4-1 1,-2-1-1,-7 0 1,-2 0 491,24 12 0,-27-5-125,-20 8-858,-27 61 0,-17-6 0,-9 13 0,5-26 0,-3 5 0,-3 4 0,-2 2-197,1-3 0,-2 3 1,-1 2-1,-1 1 0,-1 2 33,2-8 0,0 2 0,-1 1 0,-1 1 0,0 1 0,-1 0 23,3-7 1,0 0-1,-1 2 1,-1 0-1,1 0 1,-1 0-1,-1 1 0,-1 1 1,0 1-1,0 0 1,-1 0-1,0 0 1,-1 1-1,0-1 0,-1 4 1,-1-1-1,0 1 1,-1 0-1,0 0 1,1-1-1,-1-2 0,2-3 1,0-2-1,0 1 1,0-2-1,0 0 1,1 0-1,0-2-23,-2 8 0,0-1 0,1 0 0,0-2 0,2-1 0,1-2-33,-2 5 0,1-2 1,1-2-1,2-2 0,2-3-49,0 2 0,2-3 0,2-3 0,1-3 75,-1 5 0,1-3 0,3-8 662,-1-1 1,1-10 491,-13 9 0,-9-28 0,-42-13-492,13-12 1,-10-3-165,3-1 1,-6-2 0,-5-2-239,6-2 1,-4-3 0,-3-2 0,-1-3-90,11-2 0,-3-1 0,0-3 0,-1-2 0,2-1 0,0-4 0,-1-1 0,1-2 0,2-3 0,2-3 0,5-1 0,1-2 0,1-3 0,4-2 0,3-3-199,-7-11 1,4-5 0,5-3-1,7-2 199,10 1 0,6-2 0,6-3 0,3-2 0,5-4 0,4-4 0,5-1 0,5 0 0,5 1 0,4-2 0,5 1 0,6 0 0,5 2 0,5 0 0,5 2 0,5 1 0,2 2 0,5 2 0,4 1 0,4 4 0,4 5 0,4 2 0,3 4 0,1 1-184,18-11 1,4 3-1,-1 7 184,-7 10 0,0 5 0,-2 4 0,19-3 0,-4 8 0,-17 13 0,-5 6 983,23 1 0,-31 9 0,-26 9-156,-16 37-827,-16 6 0,-13 11 0,-15 10 0,-12 10 0,-12 5-164,10-20 0,-7 4 0,-5 3 0,-5 3 0,-5 0 0,-4 0 65,14-18 1,-2 2 0,-4 0-1,-3 0 1,-2 1 0,-3 1-1,-1-1 1,-1-1 0,-1 0-1,-2 0 17,6-6 0,-3 1 0,-1 0 0,-1-1 0,-2 1 0,-1-1 0,-1-1 0,-1 0 0,0-1 0,-1 0 0,0-2 0,-1 0 6,5-4 0,-1-1 1,-1 1-1,-1-1 0,0-1 1,-1-1-1,-1 0 1,1-1-1,0-1 0,0-2 1,0 0-1,0-2 0,2-2-14,-9 3 1,-1-2-1,1-1 1,-1-2 0,1 0-1,0-3 1,0 0 0,2-2-1,1-2 1,2 0-1,1-3-33,-12 3 0,0-3 0,2-1 0,1-2 0,2-3 0,3 0 0,2-2 0,4-2-74,-21 4 0,2-3 1,6-2-1,5-4 0,8-5-131,-10-3 0,10-6 0,19-15-164,22-20 0,26-11 164,38-3 0,30-5 0,12-2 212,-9 16 0,9-1 0,7-1 0,6 1 0,4 0 0,2 1 116,-2 3 0,4 1 0,3 0 0,4 1 0,3 0 0,2 1 0,1 2 0,1 1 0,-8 5 0,2 0 0,3 2 0,1 0 0,1 2 0,2 0 0,-1 1 0,2 1 0,-2 1 0,1 1-16,-8 3 1,1 0 0,0 1 0,1 1 0,1 1 0,-1 1 0,0 0 0,-1 1 0,-1 2 0,-1 0 0,-1 1 15,7 0 0,1 2 0,-2 0 0,0 2 0,-1 1 0,-2 0 0,-2 2 0,-1 0 0,-4 0-51,20 1 0,-3 0 1,-2 3-1,-4 0 0,-5 0 1,-6 1 50,5-1 0,-4 0 0,-10 2 0,-13 8 0,-3 11 0,-29 7 0,-61 11 0,-44 8 0,-14 2 0,17-11 0,-11 1 0,-7 1 0,-7 1 0,-4-1 0,-1 0 0,24-11 0,-3 0 0,-2 1 0,-3-1 0,-1 0 0,-3 0 0,0-1 0,-2 0 0,0-1 0,-1 0 0,6-3 0,-2-1 0,-2 1 0,-1-1 0,0-1 0,-2 0 0,0 0 0,0-1 0,0-1 0,1 0 0,0-1 0,2-1 0,-5 0 0,0 1 1,-1-2-1,1 1 1,0-2-1,1 0 0,0-2 1,1 0-1,1-2 1,1-1-1,2-1 0,-8-1 0,1-1 0,1-1 0,1-1 0,1-2 0,2-2 0,2-1 0,1-3 0,3-2-59,-6-2 0,1-1 0,2-2 0,3-3 0,3-3 0,4-5 0,6-4 59,-6-8 0,6-6 0,5-4 0,6-5 0,6-6-226,-6-20 0,9-9 1,9-6-1,13-2 226,15 14 0,8-3 0,8-2 0,7-1 0,6 3 0,8-6 0,10 1 0,6 1 0,7 1 0,4 3 163,0 11 1,4 2 0,6 1 0,3 2 0,3 4 0,3 3-48,7 1 0,5 4 1,4 4-1,1 2 0,2 3 1,0 3-117,-2 4 0,2 2 0,1 4 0,0 2 0,0 3 0,0 2 196,10 1 1,0 3-1,0 4 1,-1 3 0,-4 3 48,9 3 1,-3 5 0,-4 3 0,-4 4 81,6 3 1,-7 4 0,-6 3 163,10 7 1,-13 7-1,-35-1 1,-10 3 163,-3 23 328,-21-5 0,-14-9 0,-9-13 0,-6-23 0,-4-88-777,14 16 1,2-12 0,5-8-453,4-3 0,5-8 0,4-4 0,3 0 49,0 11 0,4-3 1,2-1-1,4 1 0,2 3 54,4 2 0,3 0 0,4 2 1,2 3-1,4 6-103,12-6 0,4 5 0,4 7 0,1 8 200,12 3 0,2 11 0,0 8 46,-12 10 0,0 6 0,-3 12 0,13 15 0,-8 19 0,-14 18 0,-10 14 0,-10 20 0,-10 11 0,-10-16 0,-4 4 0,-5 0 0,-5 0 0,-5 0 0,-5-1 0,-16 28 0,-14-7 0,-19-13 0,-14-13 327,8-27 1,-8-7 0,-3-5-39,-7-4 0,-4-6 1,0-7-290,-3-6 0,-2-6 0,4-6 0,7-4 0,3-4 0,5-5 491,-12-15 1,11-6-360,22 3 0,10-1-132,4-15 0,82 17 0,29 25 0,20 7 0,-5 0 0,8 2 0,4 4-246,-12 3 0,4 2 0,1 4 0,-2 3 53,-3 1 0,1 2 0,-2 5 0,-6 6 193,12 11 0,-7 9 0,-16 14 0,-16 20 0,-16 14 0,-24 6 0,-21-25 0,-14 5 0,-11 2 0,-9 2 0,-5-1-123,5-16 0,-7 1 0,-5 1 0,-4 1 0,-4-1 0,-4-1 0,-3-1 0,-3-1 33,7-9 1,-3-1-1,-4 0 1,-2 0 0,-3-1-1,-1-1 1,-3 0 0,-2-2-1,-1-1 1,-1-1-1,-1-2 14,3-4 0,-2-1 1,-2 0-1,-2-1 0,-1-2 1,-2 0-1,-1-2 1,0 0-1,-1-2 0,-1-1 1,0-2-1,1 0 0,-1-2 0,0-1 0,-1-1 1,-1-1-1,-1-1 0,0-1 1,0-2-1,-1 0 1,0-3-1,1-1 0,-1-1 1,1-3-1,0-1 0,1-2-6,-3-2 0,0-1 0,-1-2 0,0-3 0,0 0 0,1-3 0,1-1 0,0-2 0,1-2 0,2-1 0,1-1 0,2-2-17,-5-2 1,0-3 0,2-1-1,0-2 1,2-2 0,2-1-1,1-2 1,3-2 0,3-1-1,2-1-42,-12-8 1,3-3-1,2-3 1,4-1-1,4-1 1,3-1-1,4 1-56,-6-7 0,5-1 1,5-1-1,5 1 0,6 3-131,-5-7 0,9 2 0,14 2-656,13-41 980,99 58 0,44 15 4,-39 7 0,11 2 0,7 3 0,6 3 0,1 2 53,-20 3 1,4 2 0,2 1 0,3 2 0,1 2-1,1 1 1,1 3 0,0 1-54,-2 2 0,3 1 0,2 2 0,0 2 0,0 1 0,0 3 0,-1 1 0,-3 3 0,-1 2 0,-5 0 0,0 1 0,-1 2 0,0 2 0,-2 2 0,-3 3 0,-3 2 0,-3 4 0,-5 3 122,1 8 1,-1 3 0,-3 3 0,-3 4 0,-6 3 0,-6 2 0,-8 2 0,-10 2-86,-6 14 0,-10 5 1,-8 4-1,-10 2 0,-7 0 1,-9-1-1,-7-3-37,-5-14 0,-7 0 0,-7-1 0,-6 0 0,-5 0 0,-5-2 0,-3-1 0,-4-2 0,-1-2-82,6-12 0,-3 0 0,-3-1 0,-4-2 0,-2 0 0,-2-1 0,-3-2 0,-1-1 0,-2-2 0,-2-1 0,0-2 0,0-3 6,-1-1 0,-2-3 1,-2 0-1,-2-2 0,-1-2 1,-2-1-1,0-2 1,-2-1-1,0-3 0,0-1 1,-1-1-1,1-3 0,0-2 0,1-1 0,-1-3 1,-1-1-1,0-1 0,-1-2 1,0-2-1,0-2 1,0-2-1,0-1 0,1-2 1,-1-2-1,2-2 0,1-2-6,-3-2 0,-1-1 0,1-3 0,0-1 0,0-2 0,0-2 0,1-2 0,2-2 0,1-2 0,1-3 0,2-2 0,2-3 8,-6-4 0,1-3 1,1-3-1,2-3 0,1-2 1,2-2-1,3-3 0,2-3 1,4-1-1,2-2 142,-6-10 0,2-3 0,3-3 0,4-3 0,3-2 0,5-3 0,4-1 1,4-1-69,3-6 0,4-3 0,5-2 0,4-2 0,5-1 0,5 0 0,4 1 73,3-9 1,6-1-1,5 0 1,6 0-1,5 1 1,7 1-74,5 5 0,7 0 0,5 0 0,5 3 0,5 2 0,4 3 0,5 2 0,6 2 0,4 2 0,4 3 0,4 4 0,4 4 0,4 3 0,5 4 0,3 3 0,4 4 0,2 4 0,1 4 0,4 2 0,4 5 0,1 3 0,2 4 0,1 4 0,-1 3 0,-2 3 0,2 4 0,0 3 0,-1 4 0,0 3 0,-2 5 0,-4 4 0,0 2 0,-1 5 0,-2 3 0,-2 5 0,-3 4 196,9 8 1,-1 4-1,-4 6 1,-7 7 0,-7 10-90,-16 0 1,-5 7 0,-5 7-1,-5 4 1,-7 3 0,-5 2-108,-8 1 0,-6 3 0,-6 4 0,-5 2 0,-6 3 0,-4 0 0,-5 0 0,-4-8 0,-5 2 0,-5 2 0,-4 1 0,-4 0 0,-3 0 0,-4 0 0,-2-1 0,-2-1 0,1-9 0,-2 0 0,-3 0 0,-3 0 0,-2-1 0,-3 0 0,-2-1 0,-2-1 0,-1-3 0,-3-1 0,0-2-82,0-6 0,-1-1 0,-3-1 0,-2-1 0,-1-2 0,-2-1 0,-1-2 0,-2-1 0,0-1 0,-1-2 0,-1-2 0,0-2 72,0-1 0,-2-2 1,-1 0-1,-2-2 1,0-1-1,-1-2 0,-1-3 1,0-1-1,0-3 1,0-3-1,0-2 0,0-4-83,-10 0 1,-2-3 0,0-3 0,-1-4 0,1-3-1,0-2 1,1-4 0,0-2 0,3-3 0,1-3 92,2-2 0,0-4 0,2-1 0,0-4 0,1-3 0,2-2 0,2-4 0,3-3 0,2-3-39,-13-9 1,2-5 0,3-5-1,3-4 1,4-3 0,5-4 0,5-2 38,1-8 0,5-5 0,5-4 0,6-2 0,6-3 0,7 0 196,1-12 1,9-4-1,7-1 1,8-2 0,9 0-136,7 12 1,6-2-1,7-1 1,5 1 0,7 1-1,6 3-61,10-2 0,8 1 0,6 2 0,7 2 0,3 2 0,3 2 106,-3 7 0,5 2 0,3 1 1,4 1-1,2 4 0,2 1 1,3 4-107,-5 6 0,3 3 0,3 1 0,1 3 0,2 2 0,1 1 0,1 4 0,0 1 0,2 3 0,1 2 0,2 3 0,1 2 0,0 1 0,0 3 0,0 2 0,-1 1 0,-4 2 0,1 2 0,0 2 0,-1 1 0,0 2 0,-1 2 0,0 2 0,-2 2 140,3 1 0,1 3 1,-2 1-1,0 2 1,-3 3-1,-1 2 1,-3 2-40,14 3 1,0 3-1,-5 3 1,-6 7-1,-7 7 144,-1 10 1,-5 8 0,-12 7 0,-19 10-217,-20 18 1,-21 12 0,-17 6 0,-14-2-30,-4-24 0,-11 1 0,-9 1 0,-8 0 0,-6 0 0,-4-1 0,-1-2-99,9-13 1,-4 1 0,-3-1-1,-4 0 1,-2-1 0,-3-1-1,-2-1 1,-2-2 0,-2-1-1,0-2 23,11-10 0,-2 0 1,-2-1-1,-1 0 0,-2-2 1,-1-1-1,-1 0 1,-1-2-1,0-1 0,-1-2 1,-1-1-1,1-2 0,0-1 4,-7 1 0,-2-1 0,0-1 0,-2-1 0,1-2 0,-2-2 0,1-1 0,0-3 0,0-3 0,0-2 0,1-3 0,2-3 72,-3-3 0,0-2 0,0-3 0,0-2 0,0-2 0,1-4 0,1-2 0,1-3 0,2-3 0,2-4 0,2-2-99,-1-5 1,1-2 0,0-3-1,1-3 1,3-3 0,1-4-1,3-3 1,4-3 0,3-4-1,5-3 73,-2-9 0,3-4 0,4-5 0,3-4 0,4-3 0,4-3 1,4-2-1,5-2 0,4-1 26,7 3 0,3-3 0,4-3 0,4-2 0,3-2 0,5-1 0,2-1 0,4 0 0,4 1 0,3 1-99,4-4 1,4-1 0,5-1-1,3 0 1,4 0 0,3 0-1,4 1 1,2 1 0,2 1-1,3 2 45,-1 9 0,3-1 0,3 1 0,2 1 0,3 0 0,2 1 0,2 2 0,2 2 0,1 2 0,3 2 0,1 3 54,7-3 0,2 2 0,3 2 0,2 2 0,2 2 0,2 3 0,2 2 0,1 3 0,0 2 0,1 4 47,7-1 1,2 3-1,2 3 1,2 2-1,0 4 1,1 3-1,1 4 1,-1 4-1,-1 4-47,5 3 0,1 4 0,0 4 0,0 4 0,0 4 0,-1 4 0,-1 4 0,-2 5 133,6 5 1,1 5-1,-1 6 1,-3 4-1,-1 4 1,-3 4 0,-4 3-134,4 8 0,-2 6 0,-3 4 0,-5 4 0,-4 4 0,-7 4 163,-7 1 1,-5 6 0,-5 2 0,-4 3 0,-4 1 0,-6-1-126,1 9 0,-5 1 1,-6 1-1,-7 0 1,-9-1 157,-9-6 1,-6 1-1,-7-2 1,-6-2 0,-8-4 48,-15 11 1,-11-3 0,-9-7 0,-9-8-176,1-16 0,-8-7 0,-5-5 1,-6-6-1,-1-4 80,0-8 0,-4-4 0,-3-4 0,-3-6 0,1-4 0,1-5-150,-2-6 0,-1-5 0,1-5 0,0-4 0,1-4 0,3-4 0,3-4 0,0-3 0,2-4 0,3-4 0,3-3 0,5-5 196,-4-9 1,2-7-1,6-3 1,8-4 0,11-2-181,11 4 1,5-2 0,9-3 0,10-1 0,15 0-17,16-8 0,16-2 0,14 0 0,11 3 0,10 7-123,-4 20 0,10 4 0,7 2 0,7 3 0,5 3 0,4 1 0,2 3 0,1 0 33,-10 8 1,3 2-1,3 1 1,3 3 0,3 0-1,1 2 1,1 1 0,2 2-1,0 0 1,0 1-1,1 1 14,-10 2 0,2 1 1,1 0-1,1 1 0,1 1 1,1 1-1,0 1 1,0 1-1,0 2 0,-1 0 1,1 2-1,-2 1 0,0 2-6,3 2 0,1 1 0,1 1 0,-1 2 0,1 1 0,-2 2 0,0 0 0,-1 2 0,-1 2 0,-2 0 0,-1 1 0,-3 1 4,14 3 0,-1 1 1,-2 0-1,-1 3 1,-3 1-1,-2 2 1,-3 3-1,-3 3 1,-4 3 126,6 5 1,-2 2 0,-3 3 0,-4 3 0,-6 4 0,-9 5 0,-9 6-50,3 22 0,-10 10 0,-12 6 0,-15 2 0,-16-1 0,-19-6 0,-15 1 0,-13 2 0,-10 0 0,-9-1 0,-5-2-99,9-22 1,-7-1 0,-5 0-1,-5 0 1,-4-2 0,-5 0-1,-1-1 1,-3-2 0,-1-2-1,-1-1 45,9-9 1,-1-1 0,-3-1 0,-2-1-1,-2-1 1,-2-1 0,-1-1 0,-1-1 0,-1-2-1,0 0 1,-1-2 0,-1-1 0,1-2 53,2-1 0,-1-2 0,-1 0 0,-2-1 0,0-1 0,0-1 0,-2-2 0,1-1 0,-1-1 0,0-2 0,0-2 0,0-1 0,1-3 0,0-1 0,-5-1 0,-1-2 0,0-1 0,-1-1 0,0-2 0,1-3 0,-1-1 0,1-2 0,1-2 0,1-3 0,1-2 0,2-3 0,1-3 0,-7-3 0,1-4 0,1-3 0,1-2 0,0-3 0,3-3 0,0-2 0,3-2 0,1-2 0,2-2 0,3-1 0,0-3 0,2-2 0,1-2 0,2-2 0,1-2 0,3-2 0,3-2 0,3-2 0,2-1 0,4-2 122,-4-10 1,2-3 0,4-4 0,4-1 0,3-1 0,5-1 0,3-1 0,4 2-107,-2-14 0,4-1 0,5 0 0,6 0 0,7 0 1,8 3 23,7-6 0,8 1 0,7 2 0,9 2 0,8 5-40,9 3 0,8 3 0,8 4 0,7 4 0,5 7 0,0 12 0,7 5 0,4 4 0,5 4 0,2 3 0,2 3 140,1 3 0,4 3 1,2 3-1,3 2 1,1 4-1,0 1 1,0 3-129,0 1 1,2 3 0,1 2 0,0 2 0,-1 3 0,-1 4 0,-1 3-13,-4 3 0,1 3 0,-1 3 0,-2 2 0,-1 4 0,-2 2 0,-4 4 163,3 4 1,-1 3 0,-3 3 0,-3 5 0,-6 3 0,-5 5 32,1 13 1,-7 7-1,-6 4 1,-6 4 0,-4 1-144,-6 5 1,-4 4 0,-7 2 0,-5 0 0,-7 0-54,-8-6 0,-5 1 0,-5 0 0,-7-2 0,-4-1 196,-6-2 1,-4 0-1,-6-3 1,-6-3 0,-5-5-182,-17 8 0,-9-6 0,-6-7 1,-6-8-16,8-17 0,-5-5 0,-3-6 0,-3-6 0,0-7-27,-6-6 0,-3-7 0,-1-7 0,1-7 1,3-5 26,3-7 0,1-5 0,3-6 0,2-7 0,6-4 0,4-8 0,3-6 0,5-5 0,5-4 0,6-3 0,7 0 0,3-5 0,7-2 0,9-1 0,9 0 0,12 1 0,9 0 0,7-2 0,9 3 0,5 1 0,10-3 0,7 1 0,9 2 0,6 5 0,6 6 0,1 13 0,6 5 0,5 5 0,5 3 0,1 2 0,2 3 85,-5 5 1,3 2 0,3 2 0,0 3 0,1 3 0,0 2 0,-2 4-86,8 1 0,0 4 0,0 3 0,-1 4 0,-2 3 0,-3 4 0,8 3 0,-2 5 0,-3 3 0,-3 6 0,-7 6 182,3 10 0,-5 6 0,-8 7 1,-10 8-183,-10 9 0,-9 8 0,-11 6 0,-10 2 0,-12-6 0,-8 3 0,-9 3 0,-7 1 0,-8-2-164,-7-1 0,-8 1 0,-8 0 0,-6-1 0,-5-2 0,-4-4 59,6-12 0,-6-2 0,-3-1 0,-4-1 0,-3-2 1,-2-2-1,-2-2 0,-1-3-5,2-4 1,-3-1 0,-3-1 0,-1-3-1,-2-1 1,-1-3 0,-1-2 0,-1-4-1,1-2 22,-1-2 1,-2-3-1,-1-1 1,-1-3 0,0-3-1,0-4 1,0-3 0,2-3-1,0-6 88,-5-3 0,-2-2 0,1-5 0,0-4 0,2-5 0,3-6 0,3-6 0,4-7 0,4-8 0,2-9 0,3-5 0,2-7 0,5-4 0,3-4 0,4-2 0,4-2 0,8 4 0,4-5 0,2-2 0,4-4 0,3-2 0,4-1 0,3-1 0,5-1 0,3 1 0,5-2 0,4-1 0,4-2 0,4-1 0,3-1 0,4 1 0,4 1 0,3 1 0,3 1-76,4 4 0,3-2 0,3 1 0,4 1 0,3 1 0,4 2 0,2 3 0,4 3 0,3 5 76,13-10 0,6 4 0,4 4 0,5 4 0,3 4 0,2 3 0,3 5 0,3 4 0,4 4 0,4 4 0,1 4 0,3 3 0,0 3 0,0 3 0,0 3 0,2 3 0,1 3 0,0 3 0,1 3 0,-1 3 0,-1 3-100,-7 2 0,0 3 0,0 3 0,-1 2 0,0 2 0,-2 3 0,-2 2 100,5 2 0,0 4 0,-2 2 0,-2 3 0,-3 3 0,-3 3 245,20 11 1,-3 4 0,-8 6 0,-10 9-106,-17 3 0,-6 7 1,-9 5-1,-12 5-140,-11 10 0,-12 7 0,-12 2 0,-13 0 0,-12-6 0,-13 1 0,-11 0 0,-8-1 0,-5-4-1,4-14 0,-7-1 1,-5-2-1,-5-2 1,-3-1-1,-4-3 1,-1-3 0,8-8 0,-4-2 0,-2-1 0,-3-2 0,-1-2 0,-3-2 0,0-2 0,-1-3 0,0-2 0,4-3 0,-1-3 0,-2-1 0,-1-2 0,-1-2 0,0-2 0,-1-2 0,1-2 0,1-3 0,1-2 0,-6-2 0,0-3 0,0-3 0,0-2 0,0-2 0,2-3 0,1-2 0,1-2 0,3-2 0,-13-6 0,1-2 0,2-4 0,2-2 0,3-3 0,4-2 0,5-3 196,-11-8 1,4-5-1,5-2 1,7-3 0,9-1 24,8 0 1,7-3 0,8-1 0,12 1 269,-5-29 1,37 6-211,49 27 0,33 7 1,13 5-282,-12 11 0,10 4 0,7 3 0,6 2 0,3 1-123,-20 5 0,3 2 0,4 0 0,3 1 0,1 0 0,1 2 0,0 0 0,0 0 13,-5 2 1,1 0 0,1 0 0,1 1-1,0 1 1,0 0 0,-1 1 0,-1 0-1,-1 1 3,3 1 1,0 0 0,-1 1 0,-1 0 0,0 1 0,-3 1 0,-1 1 0,-3 0 269,10 0 1,0 1 0,-3 1 0,-4 1 0,-4 3 0,-6 3 163,30 5 1,-11 6 0,-18 14 163,-3 31 1,-41 16-462,-52-17 1,-29 8 0,-17 1 0,-6-2-31,12-19 0,-7-1 0,-6 0 0,-6-2 0,-4 0 0,-5-1 0,-2-2-90,12-9 1,-3-1-1,-4 0 1,-4-1 0,-2 0-1,-2-2 1,-1 0 0,-2-1-1,-1-1 1,0-2-1,-1 0 14,7-3 0,-2-1 1,-2 0-1,-1-1 0,-2 0 1,0-2-1,0 0 1,-1-2-1,0-1 0,0-1 1,1-1-1,0-1 0,2-2-6,-5-1 0,1-1 0,-1-1 0,0-2 0,0-1 0,0-1 0,1-2 0,0 0 0,1-2 0,1-1 0,1-1 0,2-1-17,-9-2 1,0 0 0,0-2-1,1-1 1,1-2 0,1-1-1,3-2 1,3-2 0,4-2-1,3-3 262,-21-8 1,3-3 0,5-3 0,6-4 0,5-3 0,7-3 76,-10-15 0,7-4 1,11-5-1,13-4-235,6-17 0,17-7 1,23-2-6,26 11 0,19-1 0,13-2 0,5 0 0,-4 15 0,7 0 0,5-1 0,4 1 0,2 0 0,2 0-141,-4 7 1,3-1-1,2 1 1,2 1-1,1 0 1,1 2-1,1 1 11,1-1 0,2 2 0,1 0 0,0 1 0,1 2 0,0 3 0,-2 2 130,5 0 0,0 1 0,0 2 0,0 4 0,-1 3 0,-1 3 196,2 3 1,0 3-1,0 4 1,-2 3 0,0 4 48,9 1 1,1 3 0,-3 7 0,-2 6 81,14 10 1,-4 10 0,-5 10-1,-10 7 1,-5 9 0,-6 8-281,-8 6 1,-6 7-1,-7 6-47,-6 12 0,-7 6 0,-9 4 34,-5 5 1,-7 3-1,-12 1-34,-9-18 0,-8 0 0,-6 0 0,-4-2 0,-6 1 0,-6-1 0,-4-3 0,-5-4 0,-2-6 0,-5-3 0,-4-4 0,-2-5 0,-3-5 0,-4-4 0,-1-4 0,-2-6 0,-18 3 0,-2-9 0,-2-11 0,-1-11 0,-2-11 0,2-12 0,23-6 0,0-6 0,2-8 0,4-6 0,1-11 0,2-9 0,6-6 0,4-4 245,4-11 1,5-6 0,5-5 0,5-1-118,9 16 1,2-2 0,3-2 0,6-1 0,5 1-129,7-2 0,4-2 0,7 0 0,5 2 0,7 2 0,6 1 0,7 0 0,6 3 0,6 3 0,6 5-197,9 1 0,7 5 1,7 3-1,3 5 0,5 6 156,-6 9 0,6 5 1,3 4-1,1 3 1,2 3-1,-2 3 41,-3 4 0,2 2 0,0 3 0,0 3 0,-1 4 0,-1 4 0,9 4 0,0 4 0,-1 4 0,-4 6 0,-3 6-220,7 10 0,-2 7 1,-8 9-1,-10 11 220,-11 15 0,-9 11 0,-10 8 0,-11 5 0,-13-7 0,-7 6 0,-10 4 0,-7 2 0,-10-1-141,-6-16 1,-6 2-1,-7 2 1,-5-1-1,-5 0 1,-5-2-1,-3-1 31,3-12 1,-4-1 0,-4 0 0,-4-1-1,-2-1 1,-3-1 0,-3-2 0,-1-2-1,-2-2 11,2-5 1,-3-2 0,-3-1-1,-2-1 1,-2-2 0,-1-2-1,-1-1 1,-1-2 0,-1-1-1,0-2 0,-3 0 1,-2-2 0,-1-1-1,-1-2 1,-1-1 0,-1-2-1,1-2 1,-1-2 0,1-2-1,1-2-11,-4-1 1,-1-1 0,1-3 0,-1-2-1,1-2 1,0-3 0,2-1 0,0-2-1,2-3 92,-13-1 1,0-3-1,1-2 1,2-4-1,1-2 1,3-3-1,3-2 18,-1-3 0,3-3 0,1-3 0,4-2 0,3-3 0,4-1 124,-13-10 0,5-3 0,7-3 0,6-2-124,-1-8 0,9-2 0,7 1 491,0-5 1,16 2 491,18-27-492,58 44 1,23 5-472,14 7 1,15 6-1,10 3 176,-12 2 1,8 2-1,5 1 1,3 3 0,4 3-97,-13 3 0,4 1 0,3 2 0,2 2 1,1 3-1,0 1 0,-1 3-223,-7 1 0,1 2 0,1 1 0,0 3 0,0 1 0,-1 3 0,-1 2 0,-2 3 115,-4 0 0,1 2 0,-1 1 1,-1 2-1,-2 4 0,-2 3 1,-4 3-1,-4 6 8,4 11 0,-2 5 0,-4 5 0,-4 3 0,-5 5 0,-5 2 0,-6 2 0,-6 2 0,-6 4 0,-4 3 0,-6 2 0,-5 2 0,-6 1 0,-5 1 0,-8-7 0,-5 2 0,-5 1 0,-5 2 0,-4-1 0,-4 1 0,-2-1 0,-4-2-110,0-6 1,-3 1 0,-4 0 0,-3-1-1,-2 0 1,-3-2 0,-2-1 0,-3-3-1,-2-3-13,-8 4 0,-2-1 0,-4-3 0,-2-2 0,-4-2 0,-2-3 0,-2-4 0,-3-3 37,-5-1 0,-3-3 1,-4-2-1,-2-3 0,-2-5 1,-1-3-1,-1-6 1,1-5 85,3-7 0,-1-3 0,-1-4 0,-1-4 0,0-5 0,0-5 0,0-4 0,2-7 0,-3-5 0,0-5 0,0-6 0,0-5 0,1-5 0,1-4 0,3-3 0,2-4 0,0-4 0,0-6 0,2-3 0,2-5 0,3-4 0,3-3 0,4-3 0,5-2 0,10 3 0,4-3 0,3-4 0,3-2 0,3-2 0,2-1 0,2-2 0,3 0 0,2 0 0,2 0 0,1-2 0,3-1 0,2-2 0,3 0 0,3 0 0,3 0 0,4 1 0,4 0 0,3-7 0,6-2 0,3 1 0,4 0 0,4 0 0,3 2 0,4 2 0,2 2-141,5-7 1,5 2-1,4 1 1,3 3-1,4 1 1,2 4-1,2 3 16,8-4 1,4 4-1,3 2 1,3 5-1,3 3 1,0 6 320,10-3 1,4 5-1,2 6 1,0 5 0,-1 5-189,5 4 0,1 7 0,0 5 0,-3 6 319,15-2 1,-2 8 0,-4 12-1,-15 12 1,-2 10 0,-8 15-231,-7 20 0,-7 17 0,-9 14-45,-15-2 1,-7 13 0,-5 8-1,-4 5 1,-4 3-53,-5-23 0,-3 3 0,-2 3 0,-3 3 0,-2 1 0,-2 2 0,-2 0 0,-2 1-99,-1-10 1,-2 3 0,-2 0-1,-2 2 1,-1 0 0,-2 1-1,-1-1 1,-1 0 0,-2-1-1,0-2 39,-1 0 0,-2 0 0,0 0 1,-2 0-1,-1-1 0,-1-1 1,-2-1-1,0-2 0,-2-2 1,0-2 59,-7 7 0,-1-2 0,-2-1 0,-2-3 0,0-2 0,-2-3 0,0-2 0,-2-4-17,-8 8 0,-1-3 0,-2-4 1,-1-4-1,-1-7 0,-1-7 17,-19 5 0,0-8 0,-4-13 0,-1-14 0,-6-17 0,-4-14 0,1-14 0,1-11 0,25-2 0,0-9 0,2-6 0,0-7 0,3-4 0,1-4-141,4-4 1,1-5-1,1-5 1,3-4-1,1-3 1,2-2-1,3-2 31,9 13 1,1-3 0,1-2 0,2-3-1,1 0 1,2-1 0,1-1 0,2 0-1,2 1 81,2-1 0,1-1 0,2 0 0,2-1 1,1 0-1,1 0 0,2 0 0,1 1 1,1 1 28,0-4 0,2-1 0,1 1 0,2 0 0,1 1 0,1 2 0,1 0 0,2 2 162,-1-14 1,2 1-1,2 2 1,2 1 0,-1 3-1,2 2-162,-1-2 0,2 3 0,0 1 0,1 4 0,0 3 245,0-3 1,0 4 0,1 3 0,1 2 81,1-8 1,0 3 0,2 4 163,3-15 1,2 5-1,-1 8 1,-1 1-175,0-5 1,-1-2-318,-2-7 0,-1-1 0,-1-3 0,-1 1 0,0 10 0,-1 4 491,-1 12 1,-2 3-1,-1 12 1,-5 3 491,-18-29 0,-21 14 0,-30 8-492,24 28 1,-5 1-1,-10-5 1,-2 0-1,-5 0 1,-2 3-313,2 0 0,1 4-179,11 6 0,5 4 0,-29 0 0,34 9 0,20 42 0,10 26 0,-1 20 0,3-14 0,-2 7 0,-2 6 0,-1 2-197,0-2 0,-1 3 1,-1 3-1,-1 1 0,0 2 33,2-8 0,-1 2 0,-1 1 0,0 0 0,0 0 0,1-1-33,-6 12 0,1-1 1,-1 0-1,1-1 0,2-4-49,-3 7 0,2-2 0,2-4 0,1-2 127,-2 12 1,2-4-1,3-7 119,0 12 0,5-8 0,8-18 0,4-2 0,3-3 0,2 2 0,1 14 0,0 6 0,1-16 0,0 3 0,-1 3 327,0 8 1,1 2 0,-1 3-147,0-18 0,1 2 0,0 1 0,-1-1-181,1 0 0,0 0 0,0-1 0,0 0 0,-1 19 0,1 0 0,-1-2 0,0-2 0,0 0 0,-1-3 212,1-7 1,0-2 0,0-1-213,0-2 0,0-1 0,1 1 0,1 1 0,0 2 0,0 1 0,0 3 0,0 2 0,0 2-246,0-12 0,0 2 0,0 1 0,0 2 52,-1 8 1,0 1 0,0 2 0,-1 0 193,-1 5 0,0 0 0,-1 2 0,0 1-197,0-15 0,0 0 1,-1 2-1,0-1 0,-1 0 0,0 1 0,-1-1 1,-1 1-1,0-1 0,0 2 148,-2 3 1,1 0 0,-2 1-1,0 0 1,0-1 48,0-1 0,-1-1 0,-1 0 0,0-1 0,0-1 0,0-4 0,0-2 0,0-1 0,-1 0 0,1-1-46,-3 14 1,0-1 0,0-1 0,0-3 45,2-11 0,0-1 0,0-2 0,0-1 6,-2 17 0,-1-1 0,1-3-6,0-9 0,0-1 0,1-2 0,-5 25 0,0-4 491,3-8 1,1-3-229,2-5 0,2-1 228,1-4 1,0-1-1,0-3 1,-1 1-1,0 3 1,0 1-7,0 6 1,0 1-486,0 2 0,0 0 0,2 2 0,0 1 0,0-1 0,-1-2 324,2-7 0,0-2-324,1-10 0,1-1 0,1-8 0,0-2 0,2-2 0,0 0 0,0 0 0,0 0 0,-1 3 0,1 0 0,2-3 0,0-1 0,-2 34 0,4-14 0,0-15 0,0-8 0,0-1 0,0 3 0,0 2 0,0 1 0,0 6 0,0 8 0,6 15 0,-1-33 0,2 3 0,3 9 0,2 1 0,2 7 0,2 1 0,0 2 0,1-1 0,1 1 0,0-3 0,0-7 0,0-2 0,-1-7 0,0-2 0,14 32 0,-4-22 0,-1-12 0,-5-13 0,-3-10 0,0-6 0,-1-7 0,6-3 0,7 3 0,16-2 0,37 7 0,-19-7 0,7-1 0,24 0 0,8-2-328,-20-1 0,5 0 0,2-1 202,-13-2 1,3-1 0,1 0 0,0-1 125,5 0 0,0 0 0,2 0 0,-1-1 0,2 0 0,0 0 0,0 0 0,0 0 0,-1-1 0,0 0 0,0 0 0,0 0-246,0 0 0,1 0 0,1 0 0,-1 0 9,3 0 0,1 1 0,-1-1 0,2-1 237,4-2 0,1-2 0,0 0 0,0-2 0,-2-1 0,1 0 0,-1-2 0,-1-1 0,-5 0 0,-1-2 0,0-1 0,-3-1-246,-4-1 0,-1-1 0,-2 0 0,-2-1 241,13-2 1,-3 0 0,-2-3-137,-6-3 1,-2-3-1,-8 4 1,-9 4-1,-8 0 1,27-22-1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20.37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7745 24575,'99'-5'0,"0"-1"0,0 1 0,-21 2 0,3 1 0,2-1 0,4 1 0,3 0-141,-9 2 1,3-1-1,3 1 1,2 1-1,1-1 1,0 0-1,0 0 0,7 0 1,1 0-1,1 0 1,1 0-1,-1 0 1,1 0-1,-2 0 0,0 0 1,-1 0-1,1 0 1,-1 0-1,0 0 1,-1 0-1,-1 0 0,-4 0 1,1 0-1,-1 0 1,-1 0-1,-2 0 1,-1 0-1,-2 0-56,14 0 0,-1 0 1,-3 0-1,-4 0 0,-3 0-49,1 0 0,-4 0 0,-4 0 0,-5 0-82,-2 1 0,-4 0 0,-10 1-354,37 4 682,-9 5 983,-4 3 0,-7-2 0,-1 0 0,-9 0 0,0-2 0,8 1 0,4-3-294,5 0-689,2-1 0,-1 0 0,0-1 0,4 2 0,-1 0 0,2-3 0,-40-2 0,2-2 0,-1 0 0,2-2 0,5 1 0,0 0 0,5 1 0,0-2 0,4-4 0,3-7 0,16-11 0,5-9-328,-16-2 0,2-5 0,4-4 139,-9 3 0,3-2 0,1-3 0,1-1-8,-9 6 0,1-1 1,1 0-1,0-1 0,-1 0 0,2-1 0,0 0 1,-1-1-1,1 1 0,-2 1 142,12-7 1,0 0-1,-3 0 1,-2 2-101,12-9 0,-4 1 0,-5 3 155,-17 10 0,-4 2 0,-6 3 0,3-4 0,-9 4 0,-1-9 983,-32 15-472,-15 3 472,-37-4 0,-41-6-805,11 16 0,-9 1-178,14 5 0,-4 0 0,-2 0-103,-7 0 0,-3 1 1,-1-1 102,-4 0 0,-2 0 0,0 0 0,5 2 0,1 0 0,0 1 0,4 1 0,0 0 0,3 1 0,-26-5 0,5 1 0,12 0 0,5-1 0,13-1 0,5-2 0,-24-18 0,32-13 0,26-39 0,22 17 0,11-9 0,10 6 0,8-5 0,7 0-164,-1 14 0,4-1 0,5 1 0,3 3 164,8-1 0,4 1 0,4 4 0,4 4 0,5 5 0,3 4 0,4 5 0,1 6 0,-1 6 0,2 6 0,1 6 0,1 7 0,2 6 0,1 7 0,-1 6 0,-1 7 0,-3 6 0,0 6 0,-3 6 0,-3 6 0,-3 5 0,-3 7 0,-3 5 0,-4 2 0,-3 5 0,-3 4 0,-5 3 0,-2 0 0,-5-1 0,-3 1 0,-3 1 0,-2 0 0,-2 0 0,-4 1 0,-1 0 0,-1 0 0,3 19 0,-2 0 0,-3-2-106,-3-8 1,-1-1-1,-3-4 106,4 22 0,-3-8 0,-3-23 0,-1-7 0,2 15 0,-2-38 0,10-21 0,45-42 0,-15-8 0,8-12 0,6-8-197,-5 2 0,5-8 1,3-4-1,3-5 0,1-2 74,-14 13 0,2-3 0,1-3 0,2-2 0,0-1 0,0-1 0,1-1 0,-1 0 13,-4 3 1,1-2 0,0-1 0,1 0-1,-1-1 1,0 0 0,-1 0 0,0 0-1,-1 0-13,4-5 0,0-1 0,0-1 0,-1 1 0,-1 0 0,-2 1 0,-1 2 0,-1 1-41,5-8 0,0 0 0,-3 2 0,-2 2 0,-3 3 0,-3 4-82,2-6 0,-4 3 0,-3 6 0,-4 5-246,14-19 0,-10 16 190,-9 19 302,-28 98 0,-3 30 0,-1 22 0,0-27 0,1 7 0,1 5 0,1 1 196,-1-5 1,1 2-1,1 3 1,1 0 0,0-1-98,1 2 0,1 1 0,1 0 0,1-2 1,-1-3-100,3 6 0,-1-2 0,2-4 0,-1-6 327,0-3 1,1-6 0,0-8 163,1-1 1,5-15 491,26-21-492,-3-45 1,5-21-202,4-11 0,5-12 1,3-10-488,-9 7 0,2-9 1,2-4-1,1-4 0,-1-1 56,-10 12 1,0-2-1,1-2 1,0-2-1,-1-1 1,0 0-1,0 0 0,0-3 1,1-1-1,-1 0 1,0-1-1,-1 0 1,-1 2-1,-1 1 31,2-4 0,-1-1 1,0 2-1,-2 1 1,-2 3-1,-2 5 355,4-9 1,-3 3 0,-3 5 0,-2 8 245,10-22 1,-6 23-257,-6 39-235,-25 68 0,-9 33 0,3-7 0,0 11 0,-2 8 0,2 4-164,-1-7 0,0 5 0,0 4 0,0 3 0,0 2 0,0 0 41,-1-15 0,1 2 0,-1 2 0,0 0 0,1 2 0,-1-1 0,1 0 0,-1-1-18,0 11 1,1 2-1,-1 0 1,1-1-1,-1-1 1,0-3-1,0-2 290,0-2 0,-1 0 0,0-3 1,0-2-1,0-4 0,1-5-149,-1 7 0,0-4 0,0-6 0,0-7 0,0 21 0,0-17 0,0-16 0,0-74 0,5-30 0,5-16 0,6-6 0,5-9 0,2-3 245,-1 7 1,3-2 0,1-3 0,1 0-1,6-9 1,2-2 0,2 0 0,1 2-85,0 1 0,3 1 1,-1 2-1,0 2-161,-6 13 0,-1 1 0,0 2 0,-1 3 327,5-8 1,-2 3 0,-2 7-12,1 0 0,-5 10-316,-1-3 0,-15 28 0,-9 4 0,-4-18 983,0-54-492,0 9 1,-1-13-480,-2 9 1,-2-7 0,0-3-259,1 19 0,0-3 0,-1 0 0,0-1 65,0-2 0,-1 0 0,0 0 0,1 2 181,-1 5 0,0 2 0,1 1 0,1 2-222,1-14 0,1 2 1,0 2 221,0 3 0,1 1 0,0 2 0,0 6 0,1 2 0,1 1 0,0 1 0,1 1 0,3 0-62,5-28 0,7 1 62,10 3 0,7 4 0,6 6 0,7 6 0,3 7 0,3 5 0,3 6 0,1 3 0,-2 2 0,1 2 0,6-1 0,3-1 0,-15 12 0,2-1 0,3-2 303,8-7 1,3-2-1,2-1-303,7-5 0,2 0 0,0-1-166,-15 12 1,-1 0-1,2-1 1,-2 1 165,0 1 0,0 1 0,-1 0 0,0 2 0,13-8 0,-2 2 0,0 2-33,-5 6 0,0 1 1,-2 5 32,21-6 0,-2 8 0,-5 11 0,-1 6 0,0 5 0,1 6 0,9 2 0,4 8-143,-22 8 0,2 7 0,1 7 143,-8 4 0,0 6 0,0 6 0,1 5-197,-2 5 0,1 6 1,-1 4-1,0 4 0,0 3 33,-6-3 0,-1 4 0,0 3 0,-1 1 0,1 2 0,-1-1 161,2 4 1,1 2 0,-1 1 0,-1-1 0,0 1 0,-1-2 2,-3-4 0,-1 1 0,-1-1 0,-1-1 0,0-2 0,-1-3-160,0 1 1,0-2-1,-1-2 1,-1-3-1,-1-4 160,17 17 0,-3-5 0,0-10 0,9 1 0,0-15 0,-8-18 0,0-10 474,-7-9 1,-1-4-475,42 0 983,-22-7 0,-25 2 0,-16 2 0,-11 6-309,0 0-674,-3-1 0,-7-4 0,-4-3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1:5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469 0 24575,'-11'21'0,"-9"6"0,-29 47 0,15-32 0,-4 3 0,-23 24 0,1-1 0,22-26 0,1-3 0,-12 7 0,8-7 0,22-16 0,8-6 0,51-15 0,24-26 0,5-2 0,17-6 0,-7 1 0,0-3 0,-2 1 0,-8 4 0,3 0 0,-11 4 0,11-5 0,-66 33 0,-1 8 0,-24 63 0,-28 0 0,23-25 0,-1-3 0,-27 7 0,31-43 0,17-17 0,11-47 0,1 3 0,6-9 0,-11 27 0,-4 24 0,-24 9 0,-27 21 0,-9 3 0,-3 11 0,34-18 0,22-14 0,33-23 0,-6 2 0,8-4 0,-22 16 0,-6 2 0,-10 9 0,0-5 0,1 0 0,-1 0 0,0-5 0,0-1 0,0-14 0,0-8 0,1-1 0,3 3 0,-2 20 0,3 2 0,-19 28 0,-2 11 0,-6 11 0,14 30 0,10-37 0,9 8 0,0-32 0,4-9 0,2-1 0,15-10 0,-4-1 0,10-5 0,-11 1 0,-5-1 0,4-10 0,-8 8 0,3-3 0,-5 11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1:53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17633 843 24575,'6'22'0,"6"42"0,-10-28 0,5 25 0,-7-56 0,0-91 0,0 11 0,0 15 0,0 1 0,0 7 0,-5 46 0,4 26 0,-11 21 0,10 30 0,-12 24 0,7-15 0,-1-17 0,3-55 0,4-54 0,2-28 0,0 25 0,-2-8 0,0-10 0,-2-18 0,1-6 0,-1 3 0,1 16 0,1-2 0,-1 2 0,0-31 0,-1-11 0,-3 47 0,1 59 0,-1 5 0,-28 41 0,-12 31 0,8 0 0,0 12 0,-5 6-546,3-13 1,-4 5-1,-2 5 1,0 3 0,2 3 545,10-11 0,0 6 0,1 2 0,1 2 0,1-1 0,1-3 0,1-4-724,-3 10 1,1-3 0,1-3 0,3-1-1,1-2 724,-4 14 0,1 1 0,6-8 0,12-17 0,13-12 0,12-18 0,20-26 0,16-30 0,17-19 0,2-4 0,7-4 0,2-6 0,2-7-370,-17 9 1,3-5 0,0-2 0,0-3 0,-3 1 369,11-13 0,-1 0 0,-3-3 0,-8-4 0,-10-4 0,-7-5 0,-3 1 0,-4 7 261,0 9 0,-3 5 1,-7 1-262,-2-33 0,-10 17 3344,-9 44-3344,-16 21 0,-83 5 0,22 15 0,-11 6 0,-7 4-588,1 0 0,-5 4 0,-4 2 1,-1 2 587,9-1 0,-4 2 0,0 1 0,2 1 0,4 1 0,-2 2 0,2 1 0,5 0 0,5-2 704,-6-1 1,5 0-1,30 1-704,39 18 0,57-36 0,38-14 0,11-1 0,-25 5 0,6 1 0,6-1 0,6-1 0,5-1 0,6-4-371,-23-1 1,6-1-1,4-1 1,4-2-1,3 0 1,3-2-1,0 0 1,1-1-1,0-1 1,-2 0-1,-1 0 1,-4-1 370,3-1 0,-1-1 0,-1 0 0,0-2 0,0 0 0,-1 0 0,0-1 0,1 0 0,0-1 0,0 0 0,1 0-242,-2 1 1,2-1 0,2 0 0,1 0 0,1-1 0,-1 0 0,-2 0 0,-2 0-1,-3-2 1,-5 1 0,-4-1 0,-6 0 241,20-10 0,-6-1 0,-6 0 0,-6-1 0,-7 1 0,-5 2 492,23-10 1,-10 1 0,-46 7-493,-67 9 0,-33 5 0,-9 5 0,-18 3 0,-11 2 0,-6 2-428,33 2 1,-3 2 0,-4-1 0,-4 2 0,-2 1 0,-3 0-1,-3 1 1,-1 1 427,12 0 0,-2 1 0,-2-1 0,-2 1 0,-2 1 0,-2 0 0,-1 1 0,-2 2 0,-2 1 0,-2 1 0,-1 2 0,-1 1 0,20 0 0,-3 0 0,-2 2 0,-1 1 0,-2 1 0,-1 1 0,-2 1 0,0 0 0,-1 2 0,-1-1 0,1 2 0,-1-1 0,1 2 0,0-1 0,1 0 0,1 1 0,1 0 0,2-1 0,1 1 0,-8 1 0,1 1 0,1 0 0,1 0 0,1 0 0,0 1 0,0 0 0,1 1 0,0 0 0,0 0 0,1 2 0,-1 0 0,0 1 0,0 0 0,0 2 0,0 0-46,1 1 0,-2 1 1,-1 0-1,-1 2 1,0 1-1,-1 0 1,0 1-1,1 0 1,1 1-1,1 0 0,2 0 1,1 1-1,3-1 1,2 0-1,3 1 1,3-2-1,4 1 46,-16 9 0,4 1 0,3 0 0,3 0 0,3 1 0,3-1 0,3 0 0,3-1 0,3-1 0,2 0 0,-10 8 0,3 0 0,5 0 0,5-2 0,6-1 0,5-1 0,-11 23 0,10-2 0,14-16 0,9-12 3034,33-3-3034,35-47 0,21-20 0,7-3 0,16-11 0,10-7 0,6-2 0,-1 0 0,-24 13 0,2 0 0,2-1 0,2-1 0,2-2 0,2 0 0,2-3 0,3-1 0,-12 5 0,4-2 0,2-2 0,2-1 0,2-1 0,0 0 0,2-2 0,-1 1 0,1-1 0,-2 0 0,0 1 0,-2 0 0,-3 1 0,1 0 0,0-1 0,0 1 0,0-1 0,-1 0 0,-1 0 0,0 0 0,-1 1 0,-1 0 0,-1 1 0,-2 0 0,12-6 0,0-1 0,-1 1 0,-1 0 0,-1 1 0,-3 1 0,-3 0 0,-2 3 0,-4 0 0,11-6 0,-1 1 0,-3 1 0,-7 3 0,-9 2 0,-12 4 0,16-20 0,-42 15 0,-67 36 0,-44 17 0,-18 8 0,7-1-759,7-1 1,3 2-1,-10 4 1,-21 2 758,54-9 0,-6 0 0,-6 1 0,-4 1 0,-5 2 0,-5-1 0,-3 2 0,-3 0 0,-2 0 0,-3 2 0,-1-1 0,-2 1 0,0 0 0,0 0 0,-1 0 0,2 1 0,1-1 0,2 0 0,11-2 0,0 0 0,-1 0 0,0 1 0,0-1 0,-1 1 0,0 0 0,0-1 0,-2 2 0,1-1 0,-2 1 0,0-1 0,-1 2 0,0-1 0,-2 1 0,0 0 0,-1 0 0,-1 1 0,-1 0 0,0 1 0,-2 0 0,-1 0 0,-1 1 0,16-3 0,-1-1 0,-1 2 0,-1-1 0,-1 1 0,-1 0 0,-1 1 0,-1-1 0,-1 1 0,0 0 0,-1 1 0,0 0 0,-1 0 0,-1 0 0,0 0 0,0 1 0,-1 0 0,0-1 0,0 2 0,0-1 0,0 0 0,0 1 0,-1 0 0,1-1 0,0 1 0,0 0 0,1 0 0,-1 0 0,2 1 0,-1-1 0,1 0 0,1 1 0,0-1 0,1 0 0,-1 1 0,0 0 0,-1-1 0,1 0 0,0 1 0,0-1 0,-1 0 0,1 0 0,0 0 0,0 1 0,0-1 0,0 1 0,0-1 0,1 1 0,-1 0 0,1 1 0,-1-1 0,1 1 0,0 0 0,0 1 0,0 0 0,0 0 0,1 1 0,0 0 0,0 0 0,0 2 0,0-1 0,1 2 0,0 0 0,0 0 0,0 1 0,1 1 0,0 1 0,0 0 0,0 1 0,-1 1 0,0 0 0,0 2 0,0 0 0,-1 0 0,1 1 0,-1 1 0,1 0 0,0 0 0,-1 1 0,1 1 0,1-1 0,0 2 0,0-1 0,0 0 0,2 1 0,-1 0 0,2 0 0,0 0 0,1 1 0,1-1 0,1 0 0,0 0 0,2 0 0,1 0 0,1 0 0,2-1 0,0 0 0,2 0 0,1 0 0,2-1-102,-20 12 1,2-1-1,1 0 1,2 0-1,1-1 1,2 0 0,1 0-1,2 0 1,1 0-1,1 0 1,2 1 0,1 0-1,1 1 1,1 1-1,1 0 1,1 1-1,2 1 1,0 1 0,1 1-1,1 2 102,-7 7 0,0 1 0,-1 2 0,1 2 0,-1 1 0,2 1 0,1 0 0,3 1 0,1 1 0,4-1 0,3 0 0,3 0 0,5-1 0,5-1 0,5-1 0,6-2 0,6-1 68,-6 28 0,9-1 0,8-1 0,9-1 0,7-1 0,6-2 1,6-2-1,6-2-68,7 5 0,9 0 0,6-2 0,8-3 0,6-3 0,4-3 0,5-5 0,7-3 0,6-4 0,6-4 0,6-4 0,3-3 0,4-3 0,2-4 0,-9-10 0,3-4 0,3-1 0,3-4 0,2-2 0,2-2 0,2-2 0,2-2 0,0-2 0,-5-3 0,2-2 0,1-1 0,2-2 0,1-1 0,1-3 0,2-1 0,1-2 0,1-2 0,0-3 0,1-1 0,-11-2 0,-1-1 0,2-1 0,0-2 0,1-1 0,1-2 0,0-2 0,1-1 0,2-1 0,0-2 0,1-3 0,0-1 0,2-1 0,1-3 0,-16 2 0,2-3 0,1 0 0,2-3 0,0-1 0,2-1 0,0-2 0,1 0 0,0-2 0,0-1 0,0-1 0,1 0 0,-1-1 0,-1-1 0,0 0 0,-1 0 0,-1-1 0,-1 1 0,-1-1 0,-2 1 0,4-3 0,-2 1 0,0-1 0,-1-1 0,0 0 0,-1-1 0,-1 0 0,0-1 0,0 0 0,-1-1 0,-1-1 0,1 0 0,-2-1 0,1 0 0,-1-1 0,1-1 0,-1-1 0,-1 0 0,2-2 0,1-2 0,1-1 0,0-1 0,1-1 0,-1 0 0,0-2 0,-1 0 0,0 0 0,-2-1 0,-1 1 0,-2 0 0,-1 0 0,-3 0 0,-2 2 0,-3 0 0,-3 2 0,-3 0 0,15-13 0,-2-1 0,-5 1 0,-2 1 0,-3 0 0,-4 1 0,-3 1 0,-3 2 0,-4 1 0,-2 2 296,23-23 1,0 0 0,-9 4 0,-21 6 0,-30 10-297,-56-18 0,-45 24 0,22 41 0,-15 13 0,-8 9 0,-5 3 0,1-1 178,0-1 0,-4 2 1,-3 2-1,-1 1 1,-1 1-1,0 0-178,9 0 0,-2-1 0,-2 2 0,0 0 0,3 1 0,4 0 0,6 1 0,-23 8 0,5 1 0,8 0 0,9-2 1188,4-2 0,7-2 0,27-2-1188,33-4 5329,9 17-5329,29 13 0,11-7 0,2-3 0,1 5 0,24 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26.2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12716 872 24575,'99'3'0,"0"0"0,0-1 0,0 1 0,0-1 0,0 1 0,-1-1 0,-3 0 0,0 1 0,-1-1 0,0 1 0,-2-1 0,-2-1 0,-3 0-197,11 0 0,-3-1 1,-3 0-1,0 0 0,0-1 0,-1 1 0,0 0 1,0 0-1,-1 0 0,-2 0-49,12 0 0,-2 0 0,-2 0 0,-1 0 0,-6 0 0,-1 0 0,-1 0 0,-3 0-82,17 0 0,-3 0 0,-4 0 548,-9 0 0,-3 0 1,-2 0-221,21 0 0,-4 0 0,-12 0 0,-4 0 0,-17 0 0,-6 0 983,16 0 0,-23 0 0,-5 0-566,2-8 1,10-6-418,4-1 0,8-4 0,8-3 0,-5 0 0,9-3 0,4-2 0,-1 0 0,-5 1-123,-2-1 0,-3 2 0,-2-1 0,3 0 123,9-4 0,6-1 0,-7 1 0,-17 5 0,20-13 0,-103 18 0,-47 5 0,-26 3 0,18 1 0,-8-2 0,-5 0 0,-4-1-197,-3-1 0,-5-1 1,-4-1-1,-2 0 0,-2 0 56,21 3 1,-1 1-1,-2-1 1,-1 0-1,-1 0 1,0 1-1,0 0 0,-4 0 1,0 1-1,-1-1 1,0 2-1,0-1 1,1 1-1,1 1 13,3 1 1,0 0 0,0 0-1,1 1 1,0 1 0,2 1 0,1 0 127,-7 0 0,1 2 0,2 0 0,0 1 0,2 0 0,2 1-197,-4-1 0,1 1 1,2 1-1,3 0 0,2 1 128,-3-1 1,2 2-1,4 0 1,4 0 305,-3 1 1,4 0 0,6 0-238,-3 2 0,9 1 0,-3 5 0,42-2 983,16-1 0,-15 17 0,-37 34-492,8-7 1,-6 6-165,10-10 1,-2 3 0,1 0-108,-21 25 0,4 0-220,10-12 0,15-3 0,30 20 0,51-54 0,28-9 0,9-3 0,-8-3 0,8-2 0,7-3 0,4 0 0,3 0-123,-14-2 0,3 1 0,4-2 0,2 0 0,2 0 0,1 0 0,1-1 0,0 0 13,0 0 1,1-1 0,2 0 0,1 0-1,0 0 1,1-1 0,-1 0 0,-1-1-1,-1 0-13,6-1 0,1-1 0,-1 0 0,-1-1 0,0 0 0,-2-1 0,-1 0 0,-3 0-18,2-1 1,-2 0-1,0 0 1,-2-1-1,-4 0 1,-3 0-1,-5-1-105,22-4 0,-7 0 0,-6-1 0,-9 0-246,18-6 0,-18 2-492,-11 3 180,-69 12 804,-54 0 0,-9-3 0,-12-3 0,-1 0 0,-8-1 0,-6-2 245,-1 1 1,-6-2 0,-4 1 0,-3-1-83,22 4 1,-3 0 0,-2 0 0,-1 0 0,-1 1 0,-2 0-305,7 1 1,-2 1-1,-2 0 1,0 0-1,0 1 1,0 0-1,0 0 122,1 1 1,-1 0-1,1 0 1,-1 0 0,1 1-1,2 0 1,0 1 18,-4 0 0,-1 0 0,2 1 0,2 0 0,2 0 0,2 1-173,-21-1 1,4 2-1,4-1 1,7 1 172,4 1 0,6-1 0,9 2 0,-1 0 0,17 1 0,26 3 983,90-6-492,9-4 1,15-2-315,0 1 0,9-2 0,5 0 19,-25 1 1,4 0-1,2 0 1,1-1 0,0 1-123,5-1 1,2 1-1,1-1 1,0 1-1,-1 0-74,0 1 0,1 0 0,0 0 0,-2 0 0,-3 1 31,9 0 0,-3 0 0,-2 0 0,-7 1-31,2 1 0,-6 0 0,-8 0 0,5 0 0,-15 0 0,-17 2 0,-99 9 0,-29 1 0,-18 2 0,10-1 0,-7 1 0,-5 0 178,12-2 1,-4 1-1,-1 0 1,1 0-179,3-1 0,-1 1 0,3-1 0,3 1 0,-8 1 0,4 1 0,7-2 402,-9 2 0,20-1-402,37 2 0,97-11 0,49-5 0,-40-1 0,8-1 0,6-1 0,4-1 0,0-1-164,0 1 0,3-2 0,3 0 0,1-1 0,1 0 0,0-1 23,-8 0 1,2 0-1,1-1 1,0 0-1,0 0 1,-3-1-1,-2 0-23,3-1 0,-2-1 0,-1 0 0,-2-1 0,-4 1 0,-4-1 5,9-1 0,-5-1 0,-6 1 1,-7 0 158,30-3 0,-42 1 0,-74 4 0,-45 6 0,-38 7 0,-9 0-164,36-1 0,-5-1 0,-5 1 0,-3 0 0,-3 0 0,-2 0 41,4 0 0,-3 0 0,-2 0 0,-4 0 0,-1 0 0,-1 0 0,-2 0 0,0 0 24,10 0 1,-2 0 0,-2 0-1,-1 0 1,0 0 0,-1 0-1,-1 0 1,1 0 0,-1 0-1,1 0 9,7 0 1,1 0-1,-1 0 1,-1 0 0,1 0-1,0 0 1,-1 0 0,0 0-1,1 0 1,-1 0-1,0 0 0,-1 0 1,-1 0-1,0 0 1,0 0 0,0 0-1,0 0 1,0 0 0,1 0-1,0 0 1,2 0-1,0 0-9,-3 0 1,1 0 0,0 0-1,1 0 1,1 0 0,0 0-1,1 0 1,0 0 0,1 0-1,1 0-24,-13 0 0,0 0 0,1 0 0,0 0 0,2 0 0,1 0 0,2 0 0,1 0 107,0 0 1,1 0-1,2 0 1,1 0 0,1 0-1,2 0 1,1 0-149,-3 0 0,2 0 0,1 0 0,2 0 0,0 0 0,0 0 131,-11 0 0,1 0 1,1 0-1,0 0 1,2 0 32,4 0 0,0 0 0,2 0 0,-1 0 0,1 0 196,3 0 1,-1 0-1,1 0 1,1 0 0,0 0-97,-15 0 1,0 0-1,1 0 1,2 0 144,7-1 1,1 1 0,2 0 0,2 1 81,-16-1 1,3 1 0,1 4-1,4 2 1,2 4 0,1 4-1,4 4 1,2 4 0,2 6-1,-4 6 1,2 6 0,0 5-83,14-5 1,0 4 0,1 4 0,0 0-48,-2 5 1,0 2 0,0 3-1,2 1-198,-3 6 0,0 2 0,2 2 0,0 2-87,12-11 0,1 2 0,0 1 0,1 1 1,2 2 86,0 3 0,2 0 0,0 3 0,2 0 0,1 2 0,0 3 0,0 2 0,2 1 0,1 2 0,3 0 0,1 2 0,3 1 0,1 1 0,2 0 0,2 1 0,3 0 0,1 1 0,3 0 0,2 0 0,1 1 0,3-1 0,2 0 0,2 0 0,2 0 0,1 1 0,2 0 0,1 1 0,2 1 0,2-1 0,1 1 0,0 0 0,2 1 0,1 0 0,2 0 0,2 0 0,2 3 0,2 1 0,2 0 0,2-1 0,0-1 0,2-4 0,0-2 0,2 0 0,0-1 0,2-3 0,5 12 0,2-1 0,1-4 0,-1-3 267,6 9 0,-1-4 0,-1-9-267,2 2 0,-6-12 746,-5 12-746,-93-109 0,10-14 0,-12-15 0,-7-6-197,10 8 0,-5-5 1,-5-3-1,-2-3 0,-3-1 56,12 9 1,-4-3-1,-1-1 1,-2-1-1,-1 0 1,0-1-1,1 1 96,8 7 0,0-1 1,0-1-1,0 1 1,-1 0-1,2 0 1,0 1-1,1 1 45,-4-3 0,1 0 0,0 0 0,1 1 0,2 1 0,1 1 0,2 2 188,-11-8 0,1 2 0,3 1 0,3 2 0,6 2-188,-13-10 0,6 3 0,8 1 109,-8-8 0,11-2-109,18 3 0,6-4 0,3-15 0,2-8-308,4 14 1,-2-5-1,-1-2 308,-4-8 0,-1-2 0,-4 0 0,8 19 0,-2 0 0,-1 0 0,-2 2 0,0 3 0,-2 0 0,-1 2 0,1 2 0,-12-14 0,0 3 0,1 3 327,3 9 1,0 2 0,2 4 163,-11-10 1,3 5-1,14 14 1,2 5 491,-17-19 0,21 18-647,14 13 647,9 9-692,6 11-151,3 4-140,1-2 0,-4-3 0,-6-16 0,-11-18 0,-13-18 0,-9-17 0,-4 0 0,5 9 0,8 18 0,11 20 0,10 14 0,7 9 0,3 3 0,-2-4 0,-6-9 0,-8-7 0,-7-9 0,-4-1 0,3 5 0,7 3 0,6 7 0,8 8 0,4 2 0,3 5 0,1-3 0,-1-7 0,-1-17 0,-2-23 0,-4-23 0,-3-6 0,-1 8 0,0 24 0,2 23 0,2 15 0,3 7 0,-1 2 0,-3-3 0,-2-2 0,-2 1 0,3 0 0,3 6 0,4 27 0,3 38 0,1-8 0,3 8 0,2 17 0,3 4 0,2 4 0,2-1 0,-1-10 0,2-3 0,0-2 0,0-1 0,-2-9 0,0-2 0,-1-5 0,0-3 0,9 44 0,-7-38 0,-3-14 0,0 0 0,1 3 0,-2 1 0,-1 0 0,-1-6 0,-2-5 0,-1-4 0,0-2 0,-2 2 0,0 10 0,0 9 0,-2 10 0,0 5 0,0 4 0,0 2 0,0 2 0,0 4 0,0 1 0,-3 4 0,-1 1 0,-4-1 0,-2 0 0,0-2 0,-1-2 0,0-8 0,2-6 0,0-3 0,1-2 0,-2 3 0,-3 2 0,-1 4 0,-1 14 0,-2 16 0,9-40 0,0 2 0,-1 11 0,1 1 0,-1 6 0,0 1 0,2 6 0,1 2 0,1 5 0,0 0 0,2-1 0,1 0 0,2 2 0,0 0 0,0 1 0,0-1 0,0-3 0,0-1 0,0-4 0,0-2 0,0-6 0,0-3 0,1-5 0,1-1 0,1-2 0,1 1 0,3-1 0,2 0 0,2 1 0,2 0 0,1-1 0,0 0 0,1-5 0,-1-2 0,-2-5 0,-1-3 0,6 35 0,-6-17 0,0 2 0,-1 10 0,-1 19 0,-5-44 0,-1 0 0,-1 0 0,-1-2 0,0 36 0,-1-29 0,0-22 0,0-3 0,0 30 0,0-5 0,0 8 0,0 18 0,0 8-328,0-11 0,0 6 0,0 3 189,0-14 1,0 2-1,0 1 1,0 0 138,1 0 0,0 0 0,1 0 0,0 1 0,0 4 0,1 1 0,0 0 0,2-2 0,0-8 0,0-1 0,2-1 0,0-2-157,3 15 1,1-1 0,1-4 156,0-7 0,0-2 0,0-5 0,5 14 0,1-5 0,-3-13 0,2-1 0,3-2 0,3 1 0,3 6 0,3 1 0,5 6 0,3 0 0,4 2 0,1 0 491,-3-6 1,0-2-234,-4-9 1,-2-2-6,-5-10 1,-1-2-254,15 33 0,-5 2 0,-4-1 0,-6-6 0,-10-14 0,-8-6 0,-6 34 0,-3-25 0,0 6 0,-2 18 0,-2 4 0,-1-26 0,-2 2 0,-1-2 0,-6 25 0,-5-3 0,-2-12 0,-3-5 0,0-14 0,-2-5 0,-19 24 0,3-18 0,6-13 0,10-11 0,6-11 0,10-12 0,6-7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1:27.28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9489 24575,'0'56'0,"0"-1"0,0-3 0,0 0 0,0 41 0,0-18 0,0-19 0,0-21 0,0-17 0,0-11 0,2-49 0,4-38 0,5 9 0,6-12 0,4-9 0,1-10-110,-5 25 1,2-6 0,2-5 0,0-5-1,2-3 1,1-4 0,0-2 0,2-2-1,0 0 44,-6 22 0,2-1 1,-1-2-1,2-2 1,0-2-1,1-1 1,0-1-1,0-1 1,1-1-1,0-1 1,1 0-1,-1 0 1,1-1-1,-1 1 0,1 1 8,-1 4 0,0-1 0,0-1 0,0 0 0,1-1 1,0 0-1,1-1 0,-1 0 0,1 0 0,-1 0 0,1 0 1,-1 1-1,1-1 0,-1 1 0,1 0 0,-1 1 0,0 0-4,1-2 1,-1-1-1,1 0 1,0 0-1,0 0 1,0 0-1,0 1 1,-1-1 0,1 2-1,0 0 1,-1 1-1,0 1 1,0 1-1,0 1 1,-1 2-1,0 2-28,6-19 1,-1 1-1,1 1 1,-1 2 0,0 1-1,0 2 1,-2 2 0,1 2-1,-2 3 1,0 4-1,-1 2-74,8-24 0,-2 5 0,0 4 0,-2 5 0,-2 5 0,0 6-82,0-2 0,0 5 0,-3 7 0,-3 10-246,4-4 0,-7 15-492,-5 13 0,2 3 802,26-51 182,-1 6 0,9-13 245,-14 28 1,4-4 0,1-4 0,2 0-1,7-10 1,1-3 0,2 0 0,0-1-50,-10 18 1,0-1-1,1 0 1,0 1 0,0 1-77,8-11 1,0 1 0,0 2 0,-3 3 206,7-9 1,-2 4 0,-3 4-1,-10 14 1,-2 2 0,-3 4 163,6-8 1,-6 5-277,9-20 1,-28 43 0,-4 11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03.6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4718 13626 24575,'-57'0'0,"1"0"0,-13 0 0,-5 0 0,-18 0 0,-5 0 0,30 0 0,-1 0 0,3 0 0,-18 0 0,4 0 0,15 0 0,6 0 0,-11 0 0,33 0 0,10 0 0,-8 3 0,-21 8 0,-30 7 0,29-5 0,-4 1 0,-13 1 0,-5 0 0,-9 1 0,-3 0 0,-6 0 0,0 0 0,-1 0 0,2-1 0,10 0 0,2-1 0,10-3 0,3 0 0,11-2 0,3 1 0,-38 6 0,11 0 0,10-3 0,8-2 0,0 0 0,-8 4 0,-12 5 0,-12 3 0,47-11 0,-1 1 0,2-1 0,1-1 0,-43 10 0,12-3 0,15-5 0,18-4 0,10-3 0,7-1 0,0 1 0,-9 4 0,-4 6 0,-13 5 0,-9 6 0,-2 1 0,1 3 0,6 0 0,8 0 0,3 0 0,3-3 0,0 1 0,-5-1 0,0-2 0,-4 3 0,1 1 0,3 0 0,8-3 0,6-9 0,9-5 0,4-4 0,5-2 0,5 1 0,3-2 0,2-2 0,1-1 0,4 0 0,24-1 0,3 0 0,20-1 0,-7-1 0,0 0 0,0 0 0,1 0 0,0 0 0,0 0 0,2 0 0,6 0 0,3 0 0,10 0 0,5 0 0,11 0 0,7 0 0,-5 0 0,-5 0 0,-11 0 0,-9 0 0,-5-1 0,-4-3 0,-3-3 0,-1-3 0,-2-1 0,-3-1 0,1 0 0,4-4 0,7 0 0,3-1 0,10-3 0,-3 3 0,-5-1 0,-7 2 0,-14 3 0,-8 3 0,-9 2 0,-7 1 0,-4 0 0,-14-2 0,-16-1 0,-25 0 0,-21 0 0,-9-1 0,-3 2 0,11 2 0,7 3 0,9 4 0,9 0 0,5 0 0,8 0 0,4 0 0,1-3 0,0-1 0,1 1 0,7 0 0,6 3 0,6 0 0,3 0 0,0 0 0,-1-1 0,2-4 0,2-9 0,2-22 0,4-51 0,-1 2 0,2-14 0,2 24 0,2-7 0,2-6 0,4-3-547,0 9 1,3-5 0,1-2 0,3-3 0,1-3 0,2-1 284,0 8 0,2-2 0,1-2 0,1-2 0,3-1 0,0-1 1,1-1-1,1 0-66,-2 10 0,1-1 0,1-1 1,1-1-1,1-1 0,1 1 1,0-2-1,1 1 0,0 1 1,0-1 169,-1 6 1,0 1 0,1-2 0,1 1 0,-1 0 0,2-1 0,-1 1 0,1 1 0,-1-1 0,1 1 0,-1 1 157,2-6 0,1 1 0,1-1 0,-1 1 0,1 1 0,-1 0 0,0 0 0,0 2 0,-1 0 0,0 1-265,0 0 1,0 0-1,0 1 1,0 0-1,-1 2 1,0 0-1,-1 1 1,0 1 0,-1 0 264,6-12 0,-1 0 0,0 2 0,-1 0 0,-1 2 0,0 0 0,-1 2-209,2-7 0,-1 1 0,-1 2 0,-1 0 0,0 2 0,0 1 209,2-9 0,0 2 0,-1 1 0,-1 1 0,0 2 309,-3 7 0,0 0 1,0 2-1,-1 2 0,-1 3-309,3-5 0,-2 3 0,0 2 0,-2 6 1092,1-4 0,-1 6 0,-2 6-745,2 0 1,-3 11 2928,3 6-2857,-15 41 2618,-6 36-3037,-2 59 0,-1-19 0,2 8 0,0-15 0,2 3 0,-1 1 0,2 3 0,-1 1 0,2-3 0,4 21 0,2-7 881,-4-20 0,0-9-881,3 9 0,-3-39 0,-3-15 0,-3-7 0,0-14 0,-4-23 0,-3-23 0,-7-6 0,-8 13 0,-8 24 0,-3 21 0,0 23 0,3 25 0,2 23 0,0 15 0,1-1 0,-1-10 0,-1-6 0,2-7 0,0-5 0,-2 1 0,-1-4 0,-2-1 0,2 0 0,0 5 0,-1 10 0,0 11 0,-5 19 0,15-38 0,1 1 0,0 6 0,0 0 0,0 0 0,0-2 0,3-7 0,-1-4 0,-8 24 0,4-30 0,3-30 0,0-74 0,4-7 0,2-14 0,1 4 0,-1-6 0,1-4-334,1 12 0,0-3 0,1-2 1,0 2 333,-1-23 0,1 1 0,0 3 0,1 13 0,0 2 0,1 6 0,1-9 0,0 10 0,0-17 0,0 42 0,4 21 0,4 6 0,2 6 1335,3 2-1335,0 4 0,1 2 0,-1 3 0,-1 3 0,-2 0 0,-3 11 0,-2 18 0,1 38 0,1-10 0,0 6 0,2 17 0,1 4 0,2 8 0,1 0 0,0-4 0,-1-4 0,-2-15 0,0-5 0,4 21 0,-7-35 0,-4-23 0,-3-8 0,0 25 0,-6 35 0,-1-12 0,-2 6 0,-4 14 0,-2 1 0,0-5 0,-3-3 0,3-12 0,-2-7 0,-9 6 0,-6-86 0,9-30 0,3-26 0,1-12 0,4 15 0,2-9 0,0-6 0,1-7 0,0-4 0,1-5-298,3 24 0,0-5 0,1-3 0,0-4 0,0-2 0,0-3 0,1-1 0,0-1 1,1-2-1,0 0 0,0 0 63,1 10 1,0-2 0,0-1 0,0-1 0,0-1 0,1-1 0,-1-1 0,2-1 0,0 0 0,0 0 0,2-1 0,0 0 0,1 0 0,1 0 29,0 7 0,2 0 0,-1-2 0,2 0 1,0 0-1,1-1 0,0 0 0,1 0 0,0 0 1,1 0-1,0 0 0,0 1 0,1 1 0,0-1 1,1 2-1,0 1 98,1-8 1,0 0-1,1 0 1,0 0 0,0 1-1,1 0 1,1 1-1,0 0 1,1 2 0,0 0-1,1 2 1,0 1-1,1 2 1,1 2-116,3-8 1,0 1-1,1 1 1,1 2 0,1 2-1,0 1 1,1 1 0,0 2-1,1 2 1,0 2-1,0 1 222,6-13 0,0 3 0,2 1 0,0 2 0,0 4 0,0 2 0,-1 4 0,-1 5-77,6-11 0,-1 5 0,0 4 1,-1 6-1,0 3 77,10-14 0,-1 7 0,-2 9 1570,-1 5 0,-1 10-1570,28-11 3276,8 16-2567,-15 22 1,11 4-710,2 6 0,9 4 0,7 1 229,-17 3 0,6 1 1,3 1-1,5 1 1,3 0-230,-6 1 0,3 1 0,4 0 0,2 1 0,2 0 0,2 0 0,0 0-365,-11 0 1,1 1 0,2 0 0,1 0 0,1 0 0,1 0 0,-1 1 0,1-1 0,-2 0 305,2 0 0,1 0 0,0 0 0,0 0 1,0 0-1,-1 0 0,0 0 0,-1 0 1,-2 0 58,3 0 0,0 0 0,-1 0 0,0 0 0,-2 0 0,-2 0 0,-3 0 0,-4 0-131,21 0 1,-4 0 0,-4 0 0,-5 0-1,-7 0 131,11 0 0,-10 0 0,-11 0 0,-15 0 0,-13 0 0,-13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06.24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221 43 24575,'-53'-9'0,"1"-1"0,7 6 0,-26-15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5.10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5487 6884 24575,'27'66'0,"9"15"0,9 14 0,-5-14 0,4 5 0,3 9-164,-13-21 0,3 8 0,1 4 0,1 1 0,-2-3 0,-2-6-82,4 8 0,-1-7 0,-2 0 0,1 4 49,-2-2 0,2 7 1,-1-1-1,-4-6 0,-5-13-295,1 2 0,-6-8 0,2 10 0,-3-2 0,-8-15 0,-3-5 470,3 19 22,0-4 0,-7-53 983,-1-13-656,-1-51 1,-6-49 0,0-5-83,2 15 1,0-5 0,0-5 0,0-9-369,0 32 0,0-7 0,0-3 0,0-2 0,0-3 0,0 1 0,0 2 0,0 1-18,0-6 1,0 0-1,0 0 1,0 1-1,0 1 1,0 4-1,0 2 48,0-12 0,0 1 1,0 5-1,0 4 0,0 8 93,0-15 0,0 9 0,0 27 0,0 33 0,0 28 0,14 94 0,-6-34 0,2 15 0,2 9 0,0 3 0,1-2-197,1 6 0,2 2 1,0 1-1,1 4 0,0 4 74,-4-21 0,1 3 0,0 4 0,1 1 0,-1 0 0,1 0 0,0-2 0,1-3-41,2 15 0,2-2 0,0-1 0,-1-2 0,0-3 0,-1-3-33,-2 0 0,-1-4 1,0-1-1,-1-3 0,2-1 183,3 11 1,1 0 0,-1-5 0,-4-9 13,0 19 0,-3-9 0,1-2 0,-2-7 0,-4 19 983,-7-1 0,-5-10-492,-2-36 1,-2 1 491,-6 35-961,3-24 0,1 1-22,6-12 0,1 1 491,0 29 1,1-1 491,-2 6-492,3-32 1,-2-7 491,-7-21 0,-9-11-476,-43-9-507,-1-2 0,-13-3 0,3-4 0,-7-2 0,-6-2-246,2 0 0,-6-1 0,-2-1 0,4 2 95,12 1 0,1 1 1,2 0-1,1-1 151,-17-4 0,2-1 0,13 4 0,18 7 0,13 0 0,12 0 0,26-9 0,9-36 0,12-15 0,7-13 0,-1 8 0,2-4 0,4-4-246,2 6 0,4-3 0,2-2 0,-1-2 200,3-12 1,0-2 0,1-2-1,1 0-151,-3 13 0,1 0 1,1-1-1,-2 0 0,-2-2 103,-3-2 0,-2-2 1,-1 0-1,-1-1 0,0 1 94,2 3 0,0 0 0,-1 0 0,-2-2 0,-2-4 0,-6 5 0,-2-4 0,-2-1 0,-1-2 0,-1 0 0,0 0 0,2-3 0,0 1 0,-1-1 0,-2-2 0,-1 0 0,-2-2 0,-4 4 0,-2-1 0,-2-1 0,-1-1 0,-1 0 0,-1 0 0,2 1 0,0 0 0,0-1 0,0 0 0,-1 0 0,-1 3 0,-1 2 0,-2 5 0,-4-7 0,-3 5 0,-2 3 0,1 1 0,2-1 0,2 0 0,0 0 0,1 0 0,1 3 0,-1 4-328,-5-22 0,0 7 0,2-1 94,5-2 1,2 0 0,0-7 233,2 24 0,0-3 0,0-4 0,0-1 0,1-3 0,2 3 0,-1-4 0,1-1 0,1-1 0,-1-1 0,0 3-164,0 1 0,0 2 0,0 0 0,0-1 0,0-1 0,0-1 23,1 2 1,-1-2-1,1-2 1,-1 0-1,0 1 1,0 1-1,-2 4-56,0-15 0,-2 5 1,0 1-1,1-2 0,0-3 182,2 15 0,0-2 0,1-3 0,0 0 1,0 1-1,-1 2 0,0 4 15,-2-12 0,-1 4 0,0 3 0,1-1 0,0-1-197,2-7 0,1-4 1,1 2-1,-1 6 0,0 13-10,0-15 1,0 11 697,0-7 1,0 14 357,0 33 134,0-45-584,-4 71 584,2-4 0,-2 7 0,-1 9-395,-1-4 395,-31 16-656,-20 39 1,-17 29 0,1-2-1,14-21 1,0-3 0,-6 13-469,12-6 1,-5 10-1,-5 6 1,-1 5-1,1 0 1,3 0-1,5-5-56,-5 10 0,6-2 1,1 0-1,1 3 0,-1 5 56,4-6 1,-1 5-1,-1 4 1,1 0-1,2 0 1,2-3-1,4-6-56,1 3 0,4-4 1,2-3-1,2 0 0,0 0-49,-6 18 0,0 2 0,4-5 0,3-13-222,-1 1 0,4-12 468,-10 17 0,16-35 0,13-35 983,0 10 0,-41 28-492,-6 6 1,-15 7-165,1-9 1,-9 2 0,-8-1-525,19-17 0,-5 1 1,-3-1-1,-3-1 0,-2-1 152,7-5 0,-3 0 1,-1-1-1,-3-1 0,0-1 1,-2-1 44,-8 1 0,-3-2 0,-1-2 0,-1 0 0,0 0 0,2-1 0,6 0 0,1-1 0,0 0 0,0 0 0,0-1 0,-1 0-164,-4-2 0,-3 0 0,1-2 0,0 1 0,4 0 0,3 0-33,3 2 0,3 2 1,3-1-1,1-1 0,1-3-49,-9 0 0,1-2 0,3-1 0,7-1 22,-24 8 0,15-3 224,-9-3 0,48-18 983,14 0 0,14 0 0,-9 0 0,-18 0 0,2 0 0,-13 0 0,37 0-645,26-7-338,50-5 0,30-4 0,-21 0 0,7-3 0,7-3 0,7-2-141,-9 2 1,9-2-1,5-2 1,3-1-1,1-1 1,-2 0-1,-4 0 0,-7 1 1,-2 0-1,-2 0 1,1-1-1,0 0 1,0-2-1,1-1 0,10-3 1,3 0-1,1-2 1,0-1-1,-4-1 1,-5-4-1,-8-3-56,3-11 0,-6-5 1,-6-2-1,-6-2 0,-4-2-49,-1-7 0,-7-3 0,-5-2 0,-5-1 0,-3 2 0,-5-3 0,-4 0 0,-5 1-82,-5-18 0,-9 0 0,0-1 269,1 18 0,-1-1 0,-1 0 0,-1 5 59,-3-2 0,-2 4 0,4-3 0,3 0 0,3-4 0,-1 2 0,-2 9 0,-5-11 0,1 7 0,12-11 0,4 1 0,-8 16 0,0 4 491,2 8 1,1 4 491,8-21 0,-8 30 0,-12 3 0,8 16 0,-11-16 0,11 9-740,-6-18-243,6-8 0,2-11 0,-3 11 0,5 4 0,-1 20 0,9 12 0,11 13 0,-7 23 0,23 44 0,-36-11 0,-4 2 0,18 22 0,-18-3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7.03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3228 1 24575,'-32'21'0,"-29"5"0,-13-7 0,-11-2 0,5-2 0,-5 0 0,12 0 0,-5 0 0,7-1 0,-1-1 0,8 1 0,-24 17 0,34-3 0,21-5 0,5-2 0,3 0 0,3-9 0,-6 8 0,-4-3 0,4-1 0,-13 10 0,7-9 0,-26 19 0,2-3 0,-2 4 0,-5 0 0,17-15 0,-1-1 0,-33 18 0,0 0 0,30-19 0,1-2 0,-13 5 0,0-1 0,3-1 0,1 1 0,-5 2 0,-5 0 0,8-8 0,-5 0 0,1 2 0,-25 16 0,-1 1 0,18-15 0,-4-1 0,8 0 0,2 4 0,6-2 0,6-4 0,10-3 0,20-3 0,10 0 0,5 0 0,5-1 0,-3 1 0,-2 5 0,-6 0 0,-5 1 0,6-6 0,0-2 0,-5-3 0,3 5 0,-3-5 0,15-1 0,54-5 0,33 0 0,5 0 0,11 0 0,-56-5 0,10-1 0,-18-5 0,4 0 0,-4 1 0,4-6 0,1-1 0,16-7 0,-17 2 0,-4 7 0,-24 6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14:53:59.32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356 79 24575,'-37'31'0,"-2"2"0,-13 33 0,14-6 0,0 30 0,19-30 0,11-10 0,-2-15 0,4 2 0,0-2 0,1 12 0,1-10 0,2-4 0,-2-5 0,4-8 0,0-9 0,-5 0 0,4-1 0,-9 1 0,4 0 0,-5-5 0,-5 8 0,-1-2 0,5 10 0,3-6 0,32-45 0,11-19 0,7-22 0,-1 9 0,-19 28 0,1 12 0,-1 5 0,1 0 0,13-1 0,-5 0 0,7 2 0,-10-1 0,-1 4 0,-3-8 0,3 3 0,-9-5 0,19-42 0,-3-1-197,-1-11 0,0 1 1,-3 10-1,5-24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1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1125 24575,'-2'-6'0,"-2"0"0,-1 1 0,-1-1 0,0 1 0,-1 1 0,-1-1 0,0 2 0,1-1 0,1 2 0,2 0 0,2 0 0,0 0 0,1 1 0,-1-1 0,-2-2 0,-2 0 0,-1-2 0,-1 0 0,1 1 0,2 2 0,2 0 0,2 2 0,0-1 0,1 0 0,0-1 0,-1-2 0,0-1 0,-1 0 0,0 0 0,1 3 0,-1-2 0,-1-2 0,-1-2 0,0-1 0,0 0 0,1 2 0,1 2 0,1 4 0,1-1 0,0 1 0,0-1 0,0-2 0,0-3 0,0-3 0,1-1 0,0 0 0,2 0 0,0 0 0,-1 0 0,1 1 0,-1 0 0,1 2 0,-1 1 0,0 1 0,0 0 0,0-1 0,1 0 0,0 0 0,1 2 0,-2 1 0,1 1 0,-1 1 0,0 1 0,0 1 0,-1 2 0,1 4 0,2 6 0,3 7 0,2 4 0,7 5 0,0 0 0,0-5 0,-3-5 0,-6-7 0,-3-3 0,-1-2 0,-2 0 0,1 0 0,1 1 0,2 3 0,-1 1 0,1 2 0,0-1 0,-1 0 0,1 0 0,1 1 0,-1 0 0,-1-1 0,0-1 0,-2-2 0,-1-2 0,0-2 0,-1 1 0,1 2 0,0 3 0,0 4 0,1 1 0,0 2 0,0-1 0,-1 1 0,0 1 0,0-1 0,0 1 0,0-3 0,0-4 0,-1-2 0,0-4 0,1 1 0,0 0 0,0 6 0,1 7 0,-1 4 0,1 0 0,-1-4 0,-1-5 0,0-2 0,0-1 0,0-2 0,0-1 0,0-3 0,2-1 0,4-3 0,6-1 0,5 0 0,1 0 0,-3-1 0,-5-1 0,-3-1 0,-4-2 0,-1 1 0,-1-2 0,-1 1 0,0 1 0,0 0 0,1 2 0,1-1 0,3-2 0,1 0 0,0-2 0,0 2 0,-2 2 0,0 2 0,2 1 0,5 0 0,6 0 0,5 0 0,-2 0 0,-6 1 0,-7 0 0,-5 2 0,-2 0 0,1 1 0,-1 1 0,0 1 0,0 0 0,0 0 0,0 2 0,0 3 0,0 0 0,2-1 0,-1-2 0,2-2 0,-2-2 0,0-1 0,0 0 0,-1 0 0,0 2 0,1 0 0,-1 1 0,1 0 0,1 0 0,-1-2 0,0-2 0,1-2 0,0 0 0,-1-1 0,0-1 0,-1 0 0,-1 0 0,-1-1 0,-1 0 0,-7-4 0,-10-7 0,-8-5 0,-10-3 0,2 2 0,5 4 0,6 4 0,8 2 0,4 2 0,5 2 0,1 0 0,2 0 0,-2-1 0,-1-1 0,0 0 0,0 0 0,3 3 0,1 1 0,1 1 0,2 0 0,-1-1 0,0-2 0,0-3 0,0-3 0,-1-2 0,1-5 0,1-5 0,0-7 0,1-9 0,0-6 0,0-5 0,1 0 0,1 2 0,0 5 0,-1 5 0,-1 4 0,0 7 0,0 3 0,0 6 0,0 2 0,0 3 0,0 1 0,0 2 0,0 0 0,0 1 0,0 2 0,0 1 0,0 1 0,0 0 0,0 0 0,0-2 0,0-1 0,0-2 0,-1-2 0,-2 1 0,-1-1 0,-1 0 0,-1-2 0,0-2 0,-1 0 0,1-1 0,-1 3 0,2 3 0,1 3 0,2 3 0,-1 1 0,0-2 0,0-2 0,-1-2 0,-1-1 0,0 2 0,1 1 0,0 0 0,2 0 0,-2 0 0,0-2 0,0 2 0,1 0 0,0 2 0,1-1 0,0 0 0,0-1 0,0-2 0,0 2 0,0-1 0,1 1 0,0 1 0,0 1 0,0 0 0,0 0 0,0-2 0,-1 0 0,0 1 0,1 1 0,0 2 0,-1-1 0,0 1 0,0-1 0,0-1 0,0-1 0,0 1 0,0 2 0,2 1 0,-1 1 0,0-1 0,0 0 0,-1-2 0,1 0 0,0-1 0,-1 1 0,1 1 0,-1 1 0,0 0 0,1 1 0,0 0 0,0 0 0,-1-1 0,1 1 0,-1-1 0,0-1 0,0 1 0,0 0 0,0 0 0,-1 0 0,0 0 0,0 0 0,1 1 0,0 0 0,1 0 0,0 1 0,1-1 0,0 1 0,0-1 0,0 0 0,0-1 0,0 1 0,0 1 0,0-1 0,0 0 0,-1-1 0,0 0 0,0 0 0,-1 2 0,1 0 0,5 3 0,4 3 0,7 3 0,-1 0 0,-1-1 0,-4-3 0,-3-2 0,1-1 0,1 0 0,5 0 0,4 0 0,1 0 0,-1 0 0,-3 0 0,-5-1 0,-2-1 0,0-2 0,0-3 0,0 0 0,0 1 0,-2 2 0,-3 2 0,-1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1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3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7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8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2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30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38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381 355 24575,'-5'-8'0,"0"-2"0,0-1 0,-3-5 0,-1-5 0,-1 0 0,-3 0 0,1 4 0,3 6 0,0 3 0,3 6 0,1 1 0,-1 1 0,-3 0 0,-5 0 0,-2 0 0,0-1 0,3-1 0,4 1 0,4-1 0,3 2 0,0 2 0,1 1 0,0 3 0,2 0 0,-1-1 0,3 0 0,-1-1 0,2 0 0,0 0 0,0 1 0,1 0 0,1 0 0,-1 1 0,0 1 0,-1 1 0,0 0 0,-1-1 0,0 0 0,-2-2 0,1-1 0,0-1 0,0 1 0,2 0 0,-1 0 0,1-1 0,1-1 0,0-1 0,2 0 0,4-1 0,1-1 0,1-1 0,1-2 0,-4 0 0,-1 0 0,-1-1 0,0-4 0,2-2 0,2-2 0,-1-1 0,-1 2 0,-1-1 0,-2 0 0,-2 0 0,-1 0 0,-3 0 0,0 2 0,-1 2 0,-2 0 0,-2 1 0,-3 0 0,-3-1 0,0 1 0,-2-1 0,-1-1 0,0 0 0,2 2 0,1 0 0,3 4 0,3 1 0,0 0 0,1 0 0,-1 0 0,1 1 0,1 3 0,1 2 0,0 4 0,1 1 0,2 2 0,2 0 0,1 0 0,1-1 0,-1-1 0,0-2 0,0 1 0,0 0 0,1 1 0,-1 2 0,1 1 0,0 0 0,0 1 0,-1-3 0,-1 0 0,0-1 0,1-2 0,-1-1 0,-1-1 0,0-1 0,0 0 0,0 1 0,2 3 0,0 1 0,-1 0 0,0 0 0,-4-4 0,-2-5 0,-3-5 0,-4-7 0,-5-15 0,-4-8 0,-2-5 0,3 2 0,5 13 0,3 9 0,3 7 0,3 4 0,0 3 0,-1-1 0,-2-1 0,-1-3 0,1 0 0,0-2 0,1 2 0,1 1 0,1 2 0,1 3 0,0 0 0,-2 2 0,-2 0 0,-1 1 0,-3 1 0,-2 0 0,-1 0 0,0 1 0,2 0 0,2 0 0,3-1 0,2 0 0,1 0 0,0-1 0,-3 1 0,-3 0 0,-1 1 0,-1 0 0,0 0 0,2-1 0,2 0 0,1-2 0,3 0 0,0 0 0,-1 0 0,-2 0 0,-1 0 0,-1 0 0,0 0 0,2 0 0,1 0 0,0 0 0,-1 0 0,1 0 0,-1 0 0,2 0 0,1-1 0,1-1 0,0 0 0,0 0 0,-2-2 0,1 1 0,-1 0 0,2 0 0,2 1 0,1 0 0,2 2 0,0 0 0,1 2 0,1 0 0,0 3 0,2 1 0,1 2 0,1 0 0,-1 0 0,-1 0 0,1-3 0,1 1 0,3-1 0,0 0 0,-1 1 0,-4-2 0,-2-1 0,-2-1 0,0 1 0,-1 0 0,0 0 0,0 0 0,-2 0 0,1 0 0,-1-1 0,-4 0 0,-2 0 0,-4-2 0,-2 0 0,0-1 0,2-2 0,3 0 0,2-1 0,3 3 0,1-1 0,-1 0 0,0-1 0,-1-1 0,-2 0 0,-1 0 0,0-1 0,-1 1 0,1 0 0,1 2 0,1-1 0,0 0 0,1 0 0,0 1 0,0 0 0,1 0 0,1-1 0,-1 1 0,1 0 0,1 0 0,-1 0 0,1 0 0,0 0 0,0-1 0,0 1 0,0-1 0,0-1 0,0 0 0,0 0 0,2 1 0,1 2 0,3 1 0,8 5 0,0 3 0,5 7 0,-4 3 0,4 4 0,1 4 0,2 1 0,-3-4 0,-5-6 0,-5-5 0,-3-3 0,-1-2 0,0 0 0,0-1 0,1 1 0,-1-1 0,-1 1 0,0-1 0,-1 0 0,2 0 0,-1 0 0,2 0 0,1-1 0,-1 1 0,1-1 0,-1 1 0,-1 0 0,0-1 0,0 1 0,-1-1 0,0 0 0,-1-1 0,0 1 0,0 1 0,0 1 0,0-1 0,0 1 0,1-1 0,-1 1 0,0-1 0,0 1 0,0-1 0,1 2 0,0 1 0,0 2 0,-1-1 0,0 0 0,-1-3 0,0 0 0,-1-1 0,0 1 0,0-1 0,0 0 0,-1-2 0,1 1 0,-1-1 0,1 1 0,0-1 0,-1 1 0,0 0 0,0-1 0,1 0 0,-1-2 0,1 1 0,0 0 0,1 1 0,0 1 0,1 1 0,-1 1 0,1 2 0,0 2 0,1 4 0,1 3 0,1 3 0,0 5 0,0 1 0,-1 3 0,0-1 0,1 1 0,-1 2 0,0 3 0,0 5 0,-2 5 0,-1 1 0,0-3 0,-1-7 0,0-7 0,0-9 0,2-8 0,-2-7 0,1-3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09:03:41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175 535 24575,'4'7'0,"1"0"0,0 1 0,-1 0 0,-1-3 0,-1 0 0,1 0 0,0 0 0,2 1 0,1 1 0,-1-1 0,1 0 0,-1-1 0,-1-2 0,0-2 0,-1-1 0,-2 0 0,1-2 0,-1-1 0,0-1 0,0 0 0,-1-1 0,0 1 0,0-1 0,0 0 0,0 1 0,0-1 0,0 1 0,0 0 0,0 1 0,0 1 0,0 1 0,-2 0 0,1 1 0,-2 0 0,1-1 0,-5-9 0,-3-10 0,-5-7 0,-1-2 0,3 5 0,3 6 0,2 5 0,0 0 0,0 2 0,-1-1 0,0-1 0,1-1 0,1 0 0,1 1 0,1 2 0,0 0 0,1-1 0,-1-1 0,1-1 0,-1-1 0,-1 0 0,1-2 0,-1 0 0,0-3 0,-1-1 0,2-3 0,0-1 0,0 0 0,2 1 0,0 2 0,0 4 0,1 5 0,-3 4 0,-2 6 0,3 2 0,-2 1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29.24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12123 5498 24575,'-8'61'0,"-1"0"0,-8 19 0,-6 11 0,-4 12 0,4-21 0,-3 9 0,-3 5 0,-1 4 0,-1 2 0,0 1-123,3-13 0,0 2 0,-1 3 0,0 1 0,-1 0 0,-1 2 0,1-1 0,0 0 13,2-9 1,0 1 0,0 1 0,-1 0-1,1-1 1,-1 1 0,1-1 0,0 0-1,0-1-13,-1 7 0,-1 0 0,0 0 0,0 0 0,1-2 0,1-1 0,1-3 0,2-1-41,-3 8 0,3-3 0,0-2 0,2-1 0,0-3 0,0 0-33,-2 4 0,1-1 1,1-3-1,0-1 0,1-3-49,-2 6 0,0-2 0,1-3 0,2-5 197,0 0 1,3-4-1,0-7 49,-1 6 0,2-10 0,1 8 0,13-41 983,3-14 0,0-6 0,0-3 0,3 15 0,-2 39-492,1 3 1,-1 10-442,0-10 1,-2 5 0,0 2-195,-2 8 0,-1 2 0,-2-2 144,-1-6 0,-1-2 0,-2-5 0,-5 10 0,-8-10 0,-9-19 0,-11-9 0,-27-9 0,-14-8 0,-1-2 0,-10-2 0,-8 2-164,30-6 0,-5 1 0,-4-1 0,-3 2 0,-2 0 0,-2 1 41,7-2 0,-3 2 0,-2 0 0,-1 0 0,-3 1 0,0 0 0,-2 1 0,-1-1 24,9-1 1,-1 0 0,-2 0-1,0 1 1,-2 0 0,0 0-1,-1-1 1,-1 1 0,0 0-1,0-1 9,2 0 1,-1 0-1,-1 0 1,-1 0 0,0 0-1,0-1 1,-1 1 0,0-1-1,1 1 1,-1-1-1,1-1 0,1 0 1,-2 1-1,1-1 1,-1 0 0,1 0-1,0-1 1,0 0 0,0 0-1,1 0 1,2-1-1,0-1-20,-12 2 1,1-1 0,0-1 0,1 1-1,1-2 1,1 1 0,1-2 0,1 0-1,2 0-13,-2-1 0,2-1 0,1 0 0,0-1 0,2 0 0,2 0 0,1-2 0,1 1-41,-12 0 0,3-1 0,1-1 0,2 0 0,2-1 0,2-1-33,-1 0 0,2-2 1,2 0-1,1-1 0,1 0-49,-17-2 0,1-1 0,1-1 0,1-2 0,0-2 0,0-1 0,0-2 0,1 0 0,3 0 0,0-2 0,0 0 0,0 0 45,-2-1 1,0 0 0,0-1 0,1 1 200,2 1 0,0 1 0,0 0 0,2 1 245,7 2 1,1 1 0,0 1 0,1 0-82,2 0 1,0 1-1,1 1 1,2 1 162,-14 0 1,1 1 0,4 1-1,12 1 1,3 1 0,5 0 163,-12 1 1,8 0 491,-22 0 0,46-4 0,29-9 0,13-22-492,4-12 1,5-12-165,8-16 1,7-13 0,5-7-525,-1 11 0,4-7 1,3-5-1,2-3 0,3-2 74,-7 23 0,1-2 0,2-2 0,2-2 0,1-1 0,0 0 0,1-1 0,0 2 79,3-5 1,1-1 0,1 0 0,0-1 0,1 1 0,1 0 0,-1 2 0,0 0 43,-3 6 0,2-1 0,-1 1 0,0 1 0,1 1 0,-1 1 0,-1 2 0,-1 2 0,7-10 0,-1 1 0,0 3 0,-1 2 0,-2 3 0,-2 3-167,6-10 0,-2 3 1,-3 5-1,-1 3 167,2-3 0,-3 5 0,-3 3 0,4-9 0,-4 4 0,-5 9 0,-2 1 0,0 0 0,0-2 0,3-9 0,2-2 0,-6 14 0,0-2 0,2-2 327,4-10 1,2-3 0,0-2-1,4-6 1,0-2 0,1-1-83,-8 19 1,-1 0 0,1-1 0,0 0-91,-1 0 1,-1 1 0,0 0 0,0 0-156,10-21 0,-1 1 0,0 0 0,0 2 0,-1-1 0,-1 1 0,-2 5 0,0 0 0,-1-1 0,2-5 0,-1-1 0,-1 0 0,-8 18 0,0 0 0,-1-1 0,0-1-159,2-2 0,-1-1 0,0-1 0,0 1 159,0-2 0,1 0 0,-1 1 0,1 1 0,5-15 0,0 2 0,0 2-81,-4 10 1,1 2 0,-2 3 80,9-16 0,-2 7 0,-7 22 0,0 5 0,-4 10 0,4 3 0,7 2 0,9 1 0,12 0 0,10 0 0,10-2-164,-12 8 0,7-2 0,4 0 0,6-2 0,4-1 0,4 0 65,-13 5 1,3 0 0,4-1-1,3-1 1,3 0 0,2-1-1,3-1 1,1 0 0,3-1-1,1 0 37,-19 8 1,1-1-1,2-1 1,2 0-1,2-1 1,0 0-1,2 0 1,1 0 0,1-1-1,2 0 1,0 0-1,1 0 1,0 0-1,1 1 1,1-1-1,0 0 12,-7 4 1,1-1 0,1 0 0,0 0 0,2-1 0,0 1-1,1 0 1,1-1 0,0 1 0,1-1 0,0 1 0,1-1 0,0 1-1,1 0 1,0 0 0,1 0 0,-1 0 0,1 1 0,0-1-1,0 1 7,-7 2 0,1 0 0,0 1 1,1-1-1,0 0 0,0 0 0,1 0 1,0 0-1,1 1 0,-1-1 0,1 1 1,1 0-1,-1 0 0,1 0 0,0 0 1,-1 1-1,1 0 0,1 0 0,-1 1 1,0-1-1,0 2 0,0-1 0,1 1 2,-4 1 0,1 0 0,0 0 0,0 1 0,1-1 0,-1 1 0,1 0 0,0 0 0,0 1 0,1 0 0,-1 0 0,0 0 0,1 0 0,-1 1 0,0 1 0,1-1 0,-1 1 0,0 0 0,0 1 0,0 0 0,-1 0 0,1 1 0,-1 0 0,0 0-4,5 1 0,1-1 0,-1 1 1,0 0-1,0 1 0,0 1 1,-1-1-1,1 1 0,0 0 1,0 1-1,-1 0 0,0 1 1,1-1-1,-1 2 0,0-1 1,0 1-1,-1 0 0,1 0 1,-1 1-1,0-1 0,0 2 0,0-1-2,0 0 0,1 1 0,-1 0 0,0 1 0,0 0 1,0 0-1,0 0 0,-1 1 0,1 0 0,-1 0 1,0 0-1,0 1 0,0 1 0,-1-1 0,0 1 1,0 1-1,0-1 0,-1 1 0,0 1 0,0-1 0,-1 2-8,10-1 0,-1 1 1,0 0-1,-1 1 0,1 0 1,-1 0-1,-1 1 1,0 1-1,0 0 0,0 0 1,0 0-1,-1 1 1,0 0-1,-1 1 0,1 0 1,-1 0-1,0 1 0,-1-1-3,2 2 0,-1-1 0,0 1 0,-1 0 0,1 1 1,-1 0-1,-1 0 0,1 1 0,-1 0 0,0 0 0,0 1 1,-1 0-1,0 0 0,0 1 0,0 0 0,0 0 0,-1 1-4,3 0 1,-1 0-1,0 1 1,1 0-1,-1 1 1,0 0-1,-1 0 1,0 1 0,0 0-1,-1 0 1,0 0-1,0 1 1,-2 0-1,0 0 1,0 0-1,-2 1-14,12 1 0,-1 2 1,0 0-1,-2 0 0,1 0 1,-2 1-1,0 0 1,-1 0-1,-1 1 0,0-1 1,-1 0-1,-1 0 0,-1-1-14,8 2 1,-1 1-1,0-1 1,-2 0 0,0 0-1,-1 1 1,-1-1 0,-2 0-1,-1-1 1,-2 1-1,-2-1 31,13 2 1,-1 1-1,-3 0 1,-1-1-1,-3 0 1,-2-1-1,-2 0 1,-4-2 221,5 2 1,-3-2 0,-3 0 0,-3 0 0,-2-2 0,-1 0-45,19 4 0,-3 0 1,-4-2-1,-5-2 208,4-1 1,-6-1 0,-4-3 163,20 0 1,-7-3-1,-16-4 1,-5-2-1,-16-1 1,-6-1 491,17 2 0,-35 5 0,-19 3 0,-9 5 0,-4 4 0,0 16 0,0 32-492,1-7 1,-2 7-1,-4 21 1,-5 6-165,-2-23 1,-3 1 0,-7 0-299,-8 5 1,-7-1 0,-10-6-30,-18-1 0,-13-6 0,-10-6-197,18-20 0,-7-4 1,-4-2-1,-3-3 0,-4-1 33,0-3 0,-4-1 0,-3-3 0,-3-1 0,0-1 0,-1 0 23,9-3 1,-2 0-1,-1-2 1,-1 0-1,1 0 1,0-1-1,1 1 39,4-2 1,0 0-1,0 0 1,0 0 0,3 0-1,1-1 1,4 1 101,-14 1 0,2 0 0,3 0 0,5 1 0,5 1-4,-14 4 1,8 1-1,12 8 4,2 17 0,17 14 0,23 25 0,16 16-246,6-27 0,3 7 0,3 5 0,2 4 82,1-9 0,2 4 0,2 3 0,2 3 0,1 1 0,2 1 23,2 0 1,2 1-1,2 3 1,1 1-1,2 0 1,2 1-1,1 0 18,0-7 0,1 1 0,2 1 0,1 0 0,1 0 0,1-1 0,2-1 0,0-2-18,4 8 1,1-1-1,2-1 1,1-1-1,1-2 1,0-2-1,1-4 235,1-1 0,1-2 1,1-3-1,0-2 1,-1-4-1,-1-4-94,7 10 0,-2-4 0,-1-7 0,-2-6 4,15 14 0,-3-14-4,-14-24 0,0-7 983,30 8-492,-24-20 1,4-1-1,7 2 1,3-1-1,6-1 1,1-4-1,2-2 1,0-10-1,3-18 1,-2-17-165,-16-7 1,-2-11 0,-1-5-276,5-14 0,-1-8 1,-2-5-53,-8 6 0,0-5 0,-1-3 0,0 1 0,0-1 0,-1-1 0,0 0 0,-1 1 0,0 1 0,-1 0 0,1 0 0,0 0 0,2-3 0,0-1 0,1 0 0,-2 2 0,-3 6 0,0 1 0,-2 1 0,1 0 0,0-3 0,-1 0 0,0 0 0,-2 1 0,-1 4 0,-1 0 0,-2 1 0,0 3-80,2-10 0,-2 3 0,-2 4 80,10-19 0,-4 9 0,-12 29 0,-2 10 0,2-1 0,-8 22 0,3-9 983,16-31-602,-9 11 1,3-6-251,7-10 0,1-2-131,-1 1 0,0 3 0,-5 9 0,-1 6 0,17-15 0,-7 28 0,5 18 0,11 11 0,21 32 0,-28 15 0,-3 14 0,-10 2 0,-2 10 0,-3 5-328,6 19 0,-3 7 0,-2 6 101,-9-12 1,-1 5-1,-2 2 1,-2 1 29,-3-16 0,-2 2 1,-1 1-1,0-1 0,-2 0-49,2 19 0,-1 0 0,-2-1 0,-2-1 215,-1-4 0,-2-2 0,0 0 0,-1-2-215,-1-8 0,0-1 0,-1 0 0,-1-2 194,1-2 0,-1-1 1,0 0-1,-1 1 52,1 3 0,0 1 0,0 1 0,0 1-246,2 7 0,1 2 0,0 1 0,1 2 78,1-14 1,1 2 0,0 1 0,0 0 0,1 0 167,0 2 0,1 0 0,0 0 0,1 1 0,0 0 0,1 2 0,0 0 0,1 1 0,0 0 0,0 0 0,-1 1 0,1 1 0,-1-1 0,-1 0 0,0 0 0,-1-3 0,0 0 0,-2-1 0,1 0 0,-1-1 0,0-1 0,-1 0 0,0-1 0,-1-2 0,-2-2 189,-2 7 0,-2-2 1,-1-3-1,-3-4-189,-3 6 0,-3-5 0,-4-7 491,-8 8 1,-7-11-80,-2-23 0,-4-11 571,-41 3-718,-9-21 226,33-12 1,-2-7-1,-15-13 1,-4-9-308,-9-12 1,-1-8-184,21 5 1,0-5 0,1-3-2,-3-5 0,1-3 0,1-1 0,2 1 0,2-1 0,0 0 0,1 1 0,0-1 0,0 1 0,1 3 0,0 1 0,0 1 0,1 2 0,0 0 0,-1 2 0,-2 1 0,-1 2 0,0 1 0,-1 1 0,-1 2 0,-1 0 0,-8-2 0,-3 1 0,-3 2 0,-9-2 0,-5 2 0,-1 1-246,18 8 0,-2 1 0,-1 0 0,0 0 63,-4 0 1,-1 0 0,0 0 0,1 0 182,0 0 0,1 0 0,1 0 0,1-1 0,5 1 0,1-1 0,1-1 0,2 1-116,-14-7 0,1 0 1,5 1 115,12 6 0,2 0 0,6 3 0,-6-4 0,8 4 0,-19-4 752,31 16-752,14 8 983,6 5-214,-11 6-372,-28 15-397,-28 19 0,34-13 0,-3 3 0,-3 3 0,-2 0 0,1-2 0,-1 0 0,-2-2 0,0-2 0,0-1 0,0-2 0,0-1 0,1-2 0,2-3 0,2-1 0,3-2 0,2-1 0,3-2 0,1-1 0,-35 10 0,12 2 0,14 3 0,9 2 0,-6 3 0,-16 10 0,28-15 0,-3 0 0,-14 6 0,-6-1 0,8-8 0,-5-1 0,-2-1-328,-8 1 0,-3-2 0,-2-1 294,-11 0 0,-3-1 1,-1-3 33,20-4 0,0-2 0,-1-1 0,2 0 0,-19 0 0,2-2 0,1-1 0,5-1 0,2-2 0,3 0-42,11-1 0,4 0 0,0 0 42,-22 0 0,2 0 0,0 0 0,-2 0 0,-6 0 0,-3 0 0,26 0 0,-2 0 0,-1-1-328,-4 0 0,-1-2 0,-3 0 303,-11-3 0,-3-1 0,-2 0-221,19 0 0,-2 0 0,-1 0 0,-1-1 48,-6 0 1,-1-1 0,-2 0 0,0 1 197,-3 0 0,-2 1 0,1 1 0,-1 0 0,2 2 0,1 0 0,-2 1 0,-1 0-197,15 1 0,-2 1 1,0-1-1,-1 1 0,0 1 97,-2-1 0,0 1 0,-1 0 0,0 0 0,-2 1 100,-6-2 0,-1 1 0,-1-1 0,-2 1 0,0 2-164,11 0 0,-2 1 0,0 0 0,0 1 0,-1 2 0,-1 0 0,-3 2 0,-1 2 0,0 0 0,-1 2 0,0 0 0,-1 1 29,10-1 0,0 1 0,-1 1 0,0 0 0,-1 0 0,1 1 0,0 0 135,0 1 0,-1 1 0,1 0 0,0 1 0,0 0 0,0-1 0,0-1 0,2 0 0,0 0 0,0 0 0,0 0 0,1-1 0,0-1 0,1 0 0,-10 0 0,1 0 0,1-2 0,0 0 0,1 0 0,-1-2-164,4-1 0,0 0 0,0-1 0,1-1 0,0 0 0,0-1 90,4-1 1,0-1-1,1-1 1,-1 0-1,1 0 1,0-1 73,-15 0 0,1-1 0,-1 0 0,1-1 0,-2 0 0,17 0 0,-1 0 0,1 0 0,-1 0 0,0 0 0,-1 0 0,0 0 0,-1 0 0,0 0 0,0 0 0,0 0 0,0 0 0,-1 0 0,0 0 0,1 0 0,-1 0 0,0 0 0,1 0 0,0 0 0,-1 0 0,1 0 0,-1 0 0,2 0 0,1 0-63,-12 0 0,2 0 1,0-1-1,1 1 0,2 1 63,6 0 0,1 0 0,0 0 0,2 1 0,1 1 188,-14 1 1,1 1 0,2 1 0,3 1-189,11 1 0,3 0 0,2 0 0,2 2 327,-10 3 1,4 1 0,6 0 163,-5 4 1,11 1 491,-3 8 0,40-5 0,20-5 0,6-1 0,4 1 0,5 2 0,14 13-406,21 15-577,34 15 0,-16-23 0,9 0 0,-6-9 0,7 0 0,5-1-246,2-2 0,5 0 0,5 0 0,4-1 82,-14-5 0,3-1 0,3 0 0,1 0 0,2 0 0,1-1 0,6 1 0,3 0 0,1 0 0,0-1 0,1-1 0,-1-1 0,1 0 0,1 0 0,0-2 0,0 0 0,-2-1 0,-2-1-33,8 0 0,-1-1 1,-2-2-1,-3 0 0,-5-2-49,1-1 0,-4-1 0,-4-1 0,-4-1-82,6-1 0,-5-1 0,-6-1 277,6-2 0,-9-3 51,23-4 983,-35-4 0,-24-2 0,-16 3 0,-8-1 0,-8-9 0,-3-51-656,-1 14 1,0-11 0,0-7-301,0-9 0,0-8 0,0-5 1,0-2-225,0 5 0,0-3 1,0-2-1,0-1 0,0 1 0,0 0 0,0-2 1,0 0-1,0 3 0,0 3-49,-1-5 0,0 2 0,0 5 0,0 7 195,0 8 0,-1 6 1,1 9 50,-4-31 0,1 88 0,7 74 0,11 7 0,8 13 0,5-3 0,6 7 0,5 5-197,-8-25 0,3 2 1,1 3-1,3 0 0,1 1 0,6 9 0,3 2 1,1 0-1,1 1 0,0-2 67,-1-2 0,1-1 1,0 0-1,0-1 0,-1-1 130,-4-7 0,0-1 0,0-1 0,-1-1 0,-2-4 245,3 2 1,-2-2 0,-2-4 0,-1-3 245,16 26 1,-6-11-359,-14-22 1,-5-9-134,2-4 0,-14-21 0,-4-14 983,0-32-492,-3-44 1,-3-31-296,-1 21 1,1-12-1,-1-9 1,2-7 0,-1-4-307,-1 26 1,0-4 0,0-3 0,1-3-1,0-4 1,0-1 0,0-2 0,2-2-1,-1 0 34,0 17 0,-1-2 1,1-2-1,1-2 0,-1 0 1,1-2-1,0-1 1,1 0-1,0 0 0,-1 0 1,1 0-1,1 0 0,-1 2 0,1-2 0,-1-1 1,1 0-1,1 0 0,-1 0 1,1-1-1,0 1 1,0 1-1,0-1 0,1 2 1,-1 0-1,1 2 0,0 1-14,2-8 1,0 0-1,-1 1 1,1 1 0,1 1-1,-1 0 1,1 2 0,1 1-1,0 2 1,0 2-1,1 2-33,4-13 0,1 1 0,0 1 0,1 3 0,0 2 0,1 5 0,1 3 0,1 5-74,7-11 0,1 5 1,1 6-1,1 5 0,4 6-49,3 2 0,2 6 0,2 7 0,2 8-246,35-9 0,-1 18 39,-21 19 0,-5 4 453,18-23 983,-47-34-492,-35 6 1,-18-12-165,-8 2 1,-12-7 0,-8-3-132,9 20 1,-5-2-1,-5-2 1,-2 0 0,-4 0-34,0 4 1,-3 0 0,-3-1 0,-2 1 0,-1 2 0,-1 1-86,-2 0 1,-1 2 0,-2 0 0,0 3 0,-2 1 0,1 2-79,3 5 0,-1 2 0,-1 1 0,1 2 0,0 3 0,0 2-197,-5 0 0,0 2 1,0 2-1,1 4 0,2 2 148,-8 0 0,1 5 0,2 1 0,1 2-102,-15-5 0,3 3 0,3 1 151,14 5 0,2 2 0,3-1 0,-17-6 0,6-2 0,16 3 0,3-3 491,8 0 1,3-2-1,7-2 1,2-3-1,-3-14 1,2-8-1,-2-13 1,3-8-165,13 17 1,2-4 0,1 0-314,2-4 1,1-1 0,3 2 286,0-19 1,4 5-302,6 17 0,2 8 0,3-8 0,3 33 0,0 10 0,0 1 0,0-6 0,0-3 0,0-2 0,0-16 0,0-22 0,-5-31 0,1 39 0,-3 0 0,-1 3 0,-1 3 0,-10-27 0,1 37 0,3 29 0,-3 26 0,-21 60 0,8-6 0,-5 16 0,-4 9-164,12-23 0,-2 5 0,-2 5 0,-1 4 0,-1 3 0,-1 3 54,5-12 1,-2 4 0,0 3 0,-2 2-1,0 2 1,0 1 0,-1 2 0,0 0-1,1-1 20,2-6 1,-1 1-1,1 1 1,-1 1 0,-1 1-1,1 0 1,-1 1 0,1 0-1,0-1 1,1 0-1,0-2-9,-2 8 1,0-1 0,0 1-1,0 0 1,1-1 0,0 0-1,0 0 1,1-2 0,1-1-1,0-1-24,-4 10 0,1-1 0,0 0 0,0-1 0,2-2 0,1-3 0,1-2 0,2-5-74,-6 18 0,2-3 1,2-6-1,3-4 0,3-7-131,-2 9 0,4-8 0,4-10-164,3-8 0,3-12-492,5-14 1967,-11-24-740,-50-10-243,-12-3 0,-16-2 0,26 1 0,-7 0 0,-3 1 0,-2-1 196,5 1 1,-2-1-1,-2 1 1,-1 1 0,0-1-1,-7 1 1,-2 0-1,-1 1 1,0 0 0,1 0-1,1 0 1,1 1-1,0 0 1,1 0 0,0 0-3,5 0 1,0 0 0,1 0 0,0 0 0,1 0-285,-17 0 1,1 0 0,2-1 0,1 0 89,10-1 0,1 1 0,2-2 0,2-1-218,-16 0 0,3-2 0,2-7 218,8-7 0,3-8 0,4-7 0,6-6 0,4-8 0,4-6 0,3-11 0,5-8 0,3-3 0,2-8 0,3-4 0,3 0 0,5 7 0,3 0 0,1 3 0,2 6 0,1 3 0,0 3 0,-6-8 0,1 7 0,8 18 0,2 6 983,-18-19 0,0 8 0,-1-3-30,-4-5-137,-5-6-816,-2-3 0,-5-7 0,0-1 0,3 0 0,7-3 0,9 7 0,10 14 0,6 21 0,3 19 0,3 14 0,-6 19 0,-7 30 0,4 6 0,-4 11 0,0 1 0,-4 6 0,-2 6-246,0 0 0,-3 4 0,-2 4 0,-2 3 49,2-4 0,-2 3 1,-1 2-1,0 2 0,-1 1 33,5-7 0,0 2 0,-1 2 0,-1 0 0,1 1 0,1 1 23,3-10 1,1 1-1,-1 1 1,1 0-1,0 1 1,1-2-1,1 0-23,-4 10 0,1-2 0,0 0 0,2 0 0,0 0 0,0 1 0,1-1 0,1 1 0,0 0 0,1-1 0,1 0 0,1-2-33,-3 10 0,1-1 1,2-1-1,0-1 0,2-2 0,4-8 0,1-1 1,1-1-1,1-1 0,1 0-49,-5 16 0,1 1 0,1-3 0,3-2 156,3-12 0,3-2 0,0-1 0,0-1 90,1 0 0,0-1 0,0 0 0,1 0 0,-5 22 0,0 0 0,2-2 327,1-7 1,2-2 0,0-2-1,1-8 1,1-2 0,1-2 163,-1 23 1,2-6-1,3-14 1,3-6-1,1-15 1,1-4 491,3 22-738,26-3 1,-19-40 0,18 8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30.626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4019 4254 24575,'-38'-42'0,"0"0"0,-3-4 0,-6-5 0,-3-2 0,-2 0 0,-5-4 0,-1-1 0,-1 0-246,-2-5 0,-2-1 0,1-1 0,0 2 227,1 1 1,1 0-1,0 2 1,0 0-228,3 5 0,0 1 0,0 0 0,-1 2 74,-2 0 0,0 1 0,-1 1 0,-2-2 172,-7-3 0,-2-2 0,-2 1 0,1-1-246,-4-3 0,-1 0 0,0 0 0,0-1 165,1 2 0,0 0 1,1 0-1,2 0 81,3 1 0,1 1 0,2-2 0,2 1-246,3 1 0,1-1 0,2 0 0,2 1 185,-13-15 0,4 0 1,1 1 30,5 1 1,2 1 0,3 1 29,9 9 0,3 1 0,3 2 491,-9-17 1,4 2-345,7 7 1,3 0 343,3 6 1,2 0-6,2 1 1,0 1 4,-1 2 1,1 0-281,1 3 1,0 1 113,0 2 1,-1 1-326,2 3 0,0 2 0,-20-31 0,7 18 0,12 15 0,7 14 0,6 9 0,7 8 0,3 4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4T15:21:36.99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3047 3073 24575,'-16'-82'0,"-6"12"0,-10 6 0,-4 4 0,1 5 0,2-6 0,8 5 0,2 11 0,6 8 0,-4 5 0,-5-2 0,-10-5 0,-23-16 0,17 20 0,-4-3 0,-11-8 0,-5-3 0,-10-5 0,-2-2 0,-5-5 0,-1 1-156,25 19 0,-1-1 0,0 2 156,-1 0 0,0 1 0,0 1 0,0-1 0,-1 0 0,1 1 0,-3 0 0,1 0 0,-1 0 0,0-2 0,-1-1 0,0 0 0,-1-3 0,0 1 0,0-2 0,-2-1 0,1-1 0,0 1 0,4 1 0,0 1 0,2 0 0,-20-17 0,4 2 0,12 6 0,5 2 0,12 9 0,5 2 0,-17-23 0,21 20 0,17 19 0,11 9 468,3 3-468,0 1 0,-4-6 0,-9-12 0,-12-16 0,-12-15 0,-5-6 0,1 3 0,8 14 0,14 17 0,12 12 0,50 7 0,28 7 0,23 2 0,-9 0 0,13-1 0,9 1 0,7 0-123,-26 2 0,5-1 0,4 1 0,5 0 0,3 0 0,2 0 0,3 0 0,1 1 41,-17-1 0,2 1 0,2 0 0,2 0 0,2 0 0,2 0 0,0 0 0,2 0 0,0 1 0,1-1 0,0 0 0,-1 0 11,-6 0 1,1 0 0,0 1 0,2-1-1,-1 0 1,2 0 0,0 0 0,0 0 0,1 1-1,0-1 1,0 1 0,0-1 0,1 1-1,-1 0 9,-8 0 1,0 1-1,0-1 1,1 0-1,0 0 1,1 1-1,-1-1 1,1 1 0,0-1-1,0 1 1,-1 1-1,1-1 1,-1 1-1,0 0 1,0 0-1,0 0-4,4 2 0,0-1 1,0 0-1,0 1 1,0 0-1,-1 0 1,1 0-1,-1 1 1,1 0-1,-2 0 1,1 1-1,-1 0 1,0 0-1,0 1 0,-1 0-5,3 1 1,-1 0 0,0 0 0,-1 1-1,0 0 1,0 1 0,0-1 0,-1 2 0,0-1-1,0 1 1,-1 0 0,1 0 0,-1 1-1,0 0-5,4 1 0,1 1 1,-1 0-1,0 1 0,0-1 1,0 2-1,0-1 1,-2 1-1,0 0 0,-1 0 1,-1 0-1,-1 1 0,-1-1-14,4 2 1,-1 0-1,0 1 1,-2 0 0,-1 0-1,0 0 1,-1 0 0,-2 1-1,0-2 1,-1 1-1,-2-1-20,8 2 1,-1 0 0,-2 0 0,0-1-1,-2 0 1,-1 0 0,-1 0 0,-1-1-1,-1 0-31,10 1 1,-2 0-1,-1 0 1,-2-1-1,-2-1 1,0 0-1,-3 0-23,1-2 0,-2 1 0,-2-2 0,-1 0 0,-1 0 0,1-1-33,11 2 0,1 0 1,-2-1-1,-1 0 0,0-1 0,-8 0 0,0-1 1,-1-1-1,0 0 0,0 0 0,3 0 0,0 0 1,1-1-1,0 1 0,-1-1 76,-1-1 0,0 1 0,0-1 0,0 0 0,-1 0 366,19 1 1,-2 0 0,0 0 0,0-1-1,-3 0 1,0-1 0,0 0 0,0-1-224,0 0 1,-1 0 0,1-2 0,1 1-23,-17-1 0,2-1 0,0 1 0,0-1 0,0 1 0,1-1 0,1 0 0,-1 1 0,1-1 0,1 0 196,4 1 1,1 0-1,0 0 1,1 0 0,0 0-1,5 2 1,0-1-1,1 1 1,1-1 0,1 0-97,-10-1 0,0-1 0,2 0 0,0 0 0,1 0 0,2 0-100,-9-1 0,1 0 0,1-1 0,1 0 0,0 1 0,1-1 0,1-1-141,5 1 1,1-1-1,1 1 1,1-1-1,0-1 1,2 1-1,1 0 59,-6-1 1,1 0 0,1 0 0,1 0 0,0 0 0,2 0 0,0 0 0,0 0-29,-4 0 1,0 0 0,1 0 0,0 0-1,1 0 1,1 0 0,-1 0 0,1 0-1,0 0 11,-8 0 1,1 0 0,0 0-1,1 0 1,-1 0 0,1 0-1,0 0 1,-1 0 0,0 0-1,-1 0 74,9 0 1,0 0-1,0 0 1,0 0-1,-1 0 1,0 0 0,-1 0-1,-1 0 1,-1 0-59,5 0 1,-1 0-1,0 0 1,-2 0 0,0 0-1,-1 0 1,-1 0 0,-1 0 82,3-1 0,0 0 0,-1 0 0,-2 0 0,-1 0 0,0 0 0,-2-1 51,6 1 1,0 0 0,-3-1 0,0 1 0,-1-1 0,-2 0-52,9 0 0,-1-1 0,-2 0 0,0 0 0,-2 0 196,-4 0 1,-2 0-1,0 0 1,-1 0 0,-1 1-133,-5 0 0,-1 1 0,-1 0 0,0 0 0,-1 0-64,16-2 0,-2 0 0,0 0 0,-1 1 245,-4-1 1,0 1 0,-2-1 0,-1 0-1,-7-1 1,0 0 0,-2 0 0,-1-2 52,16-2 0,-3-1 0,-2-1 29,-7 0 1,-2-1 0,-1-1-1,-5 0 1,0-2 0,-2 0-28,-4-2 1,-1 0-1,0-1-300,31-7 0,0-1 0,-4 1 0,-1 0 0,-5 1 0,0 1 491,-4 3 1,-1 1-1,-7 3 1,-3 0-1,-5 1 1,-3 2-1,-6 0 1,-3 2 491,40-8 0,-12-2 0,-4 2-967,-1-5-16,7-4 0,5-2 0,-41 13 0,1-1 0,1-1 0,1-1 0,-1 0 0,1-1 0,0 0 0,0-1 0,-2 1 0,-1-1 0,43-18 0,-13 1 0,-12 5 0,-3-1 0,-3-4 0,-1-4 0,0-3 0,-6 0 0,0 3 0,4-3 0,2 0 0,6 2 0,10-1 0,4 2 0,5 1 0,-2 2 0,-15 8 0,-12 11 0,-17 8 0,-15 8 0,-8 4 0,-4 2 0,2 10 0,6 18 0,9 22 0,10 18 0,4 6 0,-1-1 0,-6 3 0,-9 6 0,-9 14 0,-11-45 0,-2 1 0,-2-1 0,-1-1 0,-1 38 0,0-22 0,0-14 0,-1-5 0,-2 6 0,-5 19 0,-1 20 0,5-39 0,1 3 0,0 6 0,2 0 0,0 2 0,2-1 0,-1 2 0,0-1 0,-2-2 0,0-1 0,-1-1 0,-2-1 0,-1-2 0,-1-2 0,-1-4 0,-1-1 0,-8 43 0,-2-15 0,-1-8 0,-3 0 0,-1 1 0,-3 15 0,14-37 0,0 3 0,-1 6 0,0 1 0,-2 5 0,0 1 0,0 0 0,-1-2 0,0-6 0,-1-3 0,-14 38 0,4-28 0,0-26 0,-5-17 0,-30-13 0,4-7 0,-10-3 0,5-2 0,-6-2 0,-3-3-328,-13-3 0,-5-3 0,-1-4 260,19 2 0,-2-3 0,0-2 0,3 0 68,-20-9 0,1-2 0,6 0 0,13 3 0,4-1 0,4 2 0,-7-4 0,9 3 0,-6-3 0,39 12 0,7 0 0,-17-23 983,-19-20-847,24 25 1,-1 0-137,-31-32 0,9 27 0,-17 21 0,15 18 0,-10 9 0,3 9 0,-7 6 0,-3 7-246,1 4 0,-3 6 0,-2 4 0,-2 5 49,5 1 0,-1 5 1,-2 3-1,0 4 0,-1 4 56,13-7 1,-2 3-1,1 3 1,-1 2-1,-1 3 1,-1 1-1,0 1 31,8-6 1,-1 1 0,0 2 0,-1 1-1,0 1 1,0 1 0,-1 1 0,0 1-1,0 0 11,2-1 1,-1 2 0,-1 0-1,1 1 1,-1 1 0,0 0-1,1 1 1,-1-1 0,1 0-1,1 0 0,0-1 1,0 1 0,1 0-1,-1 0 1,1 0 0,0 0-1,0 0 1,2-2 0,1 0-1,0-2-24,-6 9 0,0 0 0,1-1 0,1-1 0,1-1 0,2-2 0,2-2 0,3-2-41,-3 3 0,2-2 0,1-1 0,4-4 0,2-3 0,5-5-164,-15 19 0,7-8 0,7-9-164,5-8 0,8-12-492,2-14 1229,-18-22 1,30-4 0,-22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8D9B-B5EF-94AC-5699-C4CE7927A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731E9-9CA6-04D8-BB33-9E76FDD90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C38CD-A4A7-B665-5834-BA71A1E8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3BD8D-EBB7-FCCF-A0AA-DF719E03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90C1-FA46-4853-6B2D-DAF48D6B6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9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AA86-AB92-4AC7-B8F5-2E0440D2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C1529-1775-728B-4E1E-9E3B5ECB4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78DEB-AEDB-4133-F0CB-50CA5E8D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6308D-C43C-D43A-8C8D-2F006DEB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276D0-D15D-E68C-E7BB-8263155E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3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A902A-D4D7-B62C-C531-82A88EC5B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40D0-3DEE-25D8-BCEC-437E8F776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7053E-CEB1-6DBA-0FE1-D33162A4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284B23-17EE-55FA-ADB8-78F5AF05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DCBD5-8C44-695B-F270-B6A7AF7D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09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2D4A-8DE5-4CD4-1F5A-309323662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C59C8-0AA1-DFE0-6AFA-91D61AAB79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5B475-46F7-AAA9-09FD-DD97A6550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AF907-98EA-5169-A9A9-0E99BE426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92BD7-7BF8-7B58-912B-CAD334AA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6E679-5723-70AA-B5D9-790DD6C3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35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EABAF-2B06-35C6-1520-70AB0CC05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9CFDA-B77A-7346-E310-63F5520DC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DE608-94E4-BF31-371A-E59D2247B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AEC82-9A5E-8695-0C08-04164BECC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ACFB6B-6680-B9F3-BAB2-298C8C794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D8539F-4BF3-03A7-C3B2-2907E064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4A9BBC-D344-88D6-36AC-C7B72D549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69FC5E-0E70-C474-3D0A-C229331DE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33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E4D48-D941-E268-5F47-C962345F1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F8C9F8-494E-22DA-17D5-85695B8B5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A1021C-D507-CE26-E116-365A9E0C6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8658B-9B21-EC32-CD94-B36D9485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1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871F4B-4874-95DF-4F14-6402DB72D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E3D304-0C74-025A-D08A-B63D95A8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91FFF-D285-A45F-5D7D-2B39884F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62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F413-F955-16EE-F751-8DB7B9EA0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5F19F-2E1E-7EF2-11D9-309FC1F79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2393C-F73B-5C3D-BF95-B26BFACB1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48D72-5C10-AB32-B50E-D11E2B9A2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B2A8C-433C-A81C-455E-76F4C3984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DD8C5-C10B-F234-8157-BF9A2900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211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0825-C135-534B-6031-E3A62006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66A53-30B6-BCE8-51B7-64D555BD92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A236A-980D-23B0-5D36-F6592FFAD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CB831-BF22-44D3-E2A2-2969944F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C68D4-514A-74B4-AA39-18A32385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62970-ABF0-7F02-EE87-9541DEA0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18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5ABC-B406-C826-A2D8-FD130D71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BBF38-1D1B-3B60-6A49-2E9F488B7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261FA-768A-E149-9FF0-AD847F85C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9003E-C58D-95FE-80BB-59D0522D2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5112-5390-F431-58EC-E1E7989A0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67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5DB59-88E9-6C71-2A3F-414637F3B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EAE84-E1A2-CCAF-0DE5-77F6084A0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0F637-3535-766A-E127-DD171E479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17423-D147-C59B-39CA-8423D8560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3FB5A-CE12-9AC6-B977-8843C643E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36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2466E8-3F24-5A72-78A3-0A2F38A6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AB572-09F0-366D-DD3F-799D64EE8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718CE-6BB2-37FA-A1BB-8257FB473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C690E-CEA7-2543-91AD-13B4D457BDA4}" type="datetimeFigureOut">
              <a:rPr lang="en-US" smtClean="0"/>
              <a:t>1/27/26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3249-507A-13BE-BB92-A1BD06DD2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50E49-BFD3-B2B1-0085-EF70156F9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98F93-6CB1-F143-AAF3-CD4DB40D3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71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0.png"/><Relationship Id="rId42" Type="http://schemas.openxmlformats.org/officeDocument/2006/relationships/customXml" Target="../ink/ink20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3.xml"/><Relationship Id="rId84" Type="http://schemas.openxmlformats.org/officeDocument/2006/relationships/customXml" Target="../ink/ink45.xml"/><Relationship Id="rId89" Type="http://schemas.openxmlformats.org/officeDocument/2006/relationships/image" Target="../media/image40.png"/><Relationship Id="rId16" Type="http://schemas.openxmlformats.org/officeDocument/2006/relationships/customXml" Target="../ink/ink7.xml"/><Relationship Id="rId11" Type="http://schemas.openxmlformats.org/officeDocument/2006/relationships/image" Target="../media/image5.png"/><Relationship Id="rId32" Type="http://schemas.openxmlformats.org/officeDocument/2006/relationships/customXml" Target="../ink/ink15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8.xml"/><Relationship Id="rId74" Type="http://schemas.openxmlformats.org/officeDocument/2006/relationships/customXml" Target="../ink/ink36.xml"/><Relationship Id="rId79" Type="http://schemas.openxmlformats.org/officeDocument/2006/relationships/customXml" Target="../ink/ink41.xml"/><Relationship Id="rId5" Type="http://schemas.openxmlformats.org/officeDocument/2006/relationships/image" Target="../media/image2.png"/><Relationship Id="rId90" Type="http://schemas.openxmlformats.org/officeDocument/2006/relationships/customXml" Target="../ink/ink48.xml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30" Type="http://schemas.openxmlformats.org/officeDocument/2006/relationships/customXml" Target="../ink/ink14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4.png"/><Relationship Id="rId77" Type="http://schemas.openxmlformats.org/officeDocument/2006/relationships/customXml" Target="../ink/ink39.xml"/><Relationship Id="rId8" Type="http://schemas.openxmlformats.org/officeDocument/2006/relationships/customXml" Target="../ink/ink3.xml"/><Relationship Id="rId51" Type="http://schemas.openxmlformats.org/officeDocument/2006/relationships/image" Target="../media/image25.png"/><Relationship Id="rId72" Type="http://schemas.openxmlformats.org/officeDocument/2006/relationships/customXml" Target="../ink/ink35.xml"/><Relationship Id="rId80" Type="http://schemas.openxmlformats.org/officeDocument/2006/relationships/customXml" Target="../ink/ink42.xml"/><Relationship Id="rId85" Type="http://schemas.openxmlformats.org/officeDocument/2006/relationships/image" Target="../media/image38.png"/><Relationship Id="rId3" Type="http://schemas.microsoft.com/office/2007/relationships/hdphoto" Target="../media/hdphoto1.wdp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customXml" Target="../ink/ink37.xml"/><Relationship Id="rId83" Type="http://schemas.openxmlformats.org/officeDocument/2006/relationships/image" Target="../media/image37.png"/><Relationship Id="rId88" Type="http://schemas.openxmlformats.org/officeDocument/2006/relationships/customXml" Target="../ink/ink47.xml"/><Relationship Id="rId91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4.xml"/><Relationship Id="rId31" Type="http://schemas.openxmlformats.org/officeDocument/2006/relationships/image" Target="../media/image15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40.xml"/><Relationship Id="rId81" Type="http://schemas.openxmlformats.org/officeDocument/2006/relationships/customXml" Target="../ink/ink43.xml"/><Relationship Id="rId86" Type="http://schemas.openxmlformats.org/officeDocument/2006/relationships/customXml" Target="../ink/ink46.xml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39" Type="http://schemas.openxmlformats.org/officeDocument/2006/relationships/image" Target="../media/image19.png"/><Relationship Id="rId34" Type="http://schemas.openxmlformats.org/officeDocument/2006/relationships/customXml" Target="../ink/ink16.xml"/><Relationship Id="rId50" Type="http://schemas.openxmlformats.org/officeDocument/2006/relationships/customXml" Target="../ink/ink24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image" Target="../media/image1.png"/><Relationship Id="rId29" Type="http://schemas.openxmlformats.org/officeDocument/2006/relationships/image" Target="../media/image14.png"/><Relationship Id="rId24" Type="http://schemas.openxmlformats.org/officeDocument/2006/relationships/customXml" Target="../ink/ink11.xml"/><Relationship Id="rId40" Type="http://schemas.openxmlformats.org/officeDocument/2006/relationships/customXml" Target="../ink/ink19.xml"/><Relationship Id="rId45" Type="http://schemas.openxmlformats.org/officeDocument/2006/relationships/image" Target="../media/image22.png"/><Relationship Id="rId66" Type="http://schemas.openxmlformats.org/officeDocument/2006/relationships/customXml" Target="../ink/ink32.xml"/><Relationship Id="rId87" Type="http://schemas.openxmlformats.org/officeDocument/2006/relationships/image" Target="../media/image39.png"/><Relationship Id="rId61" Type="http://schemas.openxmlformats.org/officeDocument/2006/relationships/image" Target="../media/image30.png"/><Relationship Id="rId82" Type="http://schemas.openxmlformats.org/officeDocument/2006/relationships/customXml" Target="../ink/ink44.xml"/><Relationship Id="rId1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0.xml"/><Relationship Id="rId21" Type="http://schemas.openxmlformats.org/officeDocument/2006/relationships/image" Target="../media/image50.png"/><Relationship Id="rId42" Type="http://schemas.openxmlformats.org/officeDocument/2006/relationships/customXml" Target="../ink/ink68.xml"/><Relationship Id="rId47" Type="http://schemas.openxmlformats.org/officeDocument/2006/relationships/image" Target="../media/image63.png"/><Relationship Id="rId63" Type="http://schemas.openxmlformats.org/officeDocument/2006/relationships/image" Target="../media/image71.png"/><Relationship Id="rId68" Type="http://schemas.openxmlformats.org/officeDocument/2006/relationships/customXml" Target="../ink/ink81.xml"/><Relationship Id="rId84" Type="http://schemas.openxmlformats.org/officeDocument/2006/relationships/customXml" Target="../ink/ink93.xml"/><Relationship Id="rId89" Type="http://schemas.openxmlformats.org/officeDocument/2006/relationships/image" Target="../media/image79.png"/><Relationship Id="rId16" Type="http://schemas.openxmlformats.org/officeDocument/2006/relationships/customXml" Target="../ink/ink55.xml"/><Relationship Id="rId11" Type="http://schemas.openxmlformats.org/officeDocument/2006/relationships/image" Target="../media/image45.png"/><Relationship Id="rId32" Type="http://schemas.openxmlformats.org/officeDocument/2006/relationships/customXml" Target="../ink/ink63.xml"/><Relationship Id="rId37" Type="http://schemas.openxmlformats.org/officeDocument/2006/relationships/image" Target="../media/image58.png"/><Relationship Id="rId53" Type="http://schemas.openxmlformats.org/officeDocument/2006/relationships/image" Target="../media/image66.png"/><Relationship Id="rId58" Type="http://schemas.openxmlformats.org/officeDocument/2006/relationships/customXml" Target="../ink/ink76.xml"/><Relationship Id="rId74" Type="http://schemas.openxmlformats.org/officeDocument/2006/relationships/customXml" Target="../ink/ink84.xml"/><Relationship Id="rId79" Type="http://schemas.openxmlformats.org/officeDocument/2006/relationships/customXml" Target="../ink/ink89.xml"/><Relationship Id="rId5" Type="http://schemas.openxmlformats.org/officeDocument/2006/relationships/image" Target="../media/image42.png"/><Relationship Id="rId90" Type="http://schemas.openxmlformats.org/officeDocument/2006/relationships/customXml" Target="../ink/ink96.xml"/><Relationship Id="rId14" Type="http://schemas.openxmlformats.org/officeDocument/2006/relationships/customXml" Target="../ink/ink54.xml"/><Relationship Id="rId22" Type="http://schemas.openxmlformats.org/officeDocument/2006/relationships/customXml" Target="../ink/ink58.xml"/><Relationship Id="rId27" Type="http://schemas.openxmlformats.org/officeDocument/2006/relationships/image" Target="../media/image53.png"/><Relationship Id="rId30" Type="http://schemas.openxmlformats.org/officeDocument/2006/relationships/customXml" Target="../ink/ink62.xml"/><Relationship Id="rId35" Type="http://schemas.openxmlformats.org/officeDocument/2006/relationships/image" Target="../media/image57.png"/><Relationship Id="rId43" Type="http://schemas.openxmlformats.org/officeDocument/2006/relationships/image" Target="../media/image61.png"/><Relationship Id="rId48" Type="http://schemas.openxmlformats.org/officeDocument/2006/relationships/customXml" Target="../ink/ink71.xml"/><Relationship Id="rId56" Type="http://schemas.openxmlformats.org/officeDocument/2006/relationships/customXml" Target="../ink/ink75.xml"/><Relationship Id="rId64" Type="http://schemas.openxmlformats.org/officeDocument/2006/relationships/customXml" Target="../ink/ink79.xml"/><Relationship Id="rId69" Type="http://schemas.openxmlformats.org/officeDocument/2006/relationships/image" Target="../media/image74.png"/><Relationship Id="rId77" Type="http://schemas.openxmlformats.org/officeDocument/2006/relationships/customXml" Target="../ink/ink87.xml"/><Relationship Id="rId8" Type="http://schemas.openxmlformats.org/officeDocument/2006/relationships/customXml" Target="../ink/ink51.xml"/><Relationship Id="rId51" Type="http://schemas.openxmlformats.org/officeDocument/2006/relationships/image" Target="../media/image65.png"/><Relationship Id="rId72" Type="http://schemas.openxmlformats.org/officeDocument/2006/relationships/customXml" Target="../ink/ink83.xml"/><Relationship Id="rId80" Type="http://schemas.openxmlformats.org/officeDocument/2006/relationships/customXml" Target="../ink/ink90.xml"/><Relationship Id="rId85" Type="http://schemas.openxmlformats.org/officeDocument/2006/relationships/image" Target="../media/image77.png"/><Relationship Id="rId3" Type="http://schemas.microsoft.com/office/2007/relationships/hdphoto" Target="../media/hdphoto2.wdp"/><Relationship Id="rId12" Type="http://schemas.openxmlformats.org/officeDocument/2006/relationships/customXml" Target="../ink/ink53.xml"/><Relationship Id="rId17" Type="http://schemas.openxmlformats.org/officeDocument/2006/relationships/image" Target="../media/image48.png"/><Relationship Id="rId25" Type="http://schemas.openxmlformats.org/officeDocument/2006/relationships/image" Target="../media/image52.png"/><Relationship Id="rId33" Type="http://schemas.openxmlformats.org/officeDocument/2006/relationships/image" Target="../media/image56.png"/><Relationship Id="rId38" Type="http://schemas.openxmlformats.org/officeDocument/2006/relationships/customXml" Target="../ink/ink66.xml"/><Relationship Id="rId46" Type="http://schemas.openxmlformats.org/officeDocument/2006/relationships/customXml" Target="../ink/ink70.xml"/><Relationship Id="rId59" Type="http://schemas.openxmlformats.org/officeDocument/2006/relationships/image" Target="../media/image69.png"/><Relationship Id="rId67" Type="http://schemas.openxmlformats.org/officeDocument/2006/relationships/image" Target="../media/image73.png"/><Relationship Id="rId20" Type="http://schemas.openxmlformats.org/officeDocument/2006/relationships/customXml" Target="../ink/ink57.xml"/><Relationship Id="rId41" Type="http://schemas.openxmlformats.org/officeDocument/2006/relationships/image" Target="../media/image60.png"/><Relationship Id="rId54" Type="http://schemas.openxmlformats.org/officeDocument/2006/relationships/customXml" Target="../ink/ink74.xml"/><Relationship Id="rId62" Type="http://schemas.openxmlformats.org/officeDocument/2006/relationships/customXml" Target="../ink/ink78.xml"/><Relationship Id="rId70" Type="http://schemas.openxmlformats.org/officeDocument/2006/relationships/customXml" Target="../ink/ink82.xml"/><Relationship Id="rId75" Type="http://schemas.openxmlformats.org/officeDocument/2006/relationships/customXml" Target="../ink/ink85.xml"/><Relationship Id="rId83" Type="http://schemas.openxmlformats.org/officeDocument/2006/relationships/image" Target="../media/image76.png"/><Relationship Id="rId88" Type="http://schemas.openxmlformats.org/officeDocument/2006/relationships/customXml" Target="../ink/ink95.xml"/><Relationship Id="rId91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0.xml"/><Relationship Id="rId15" Type="http://schemas.openxmlformats.org/officeDocument/2006/relationships/image" Target="../media/image47.png"/><Relationship Id="rId23" Type="http://schemas.openxmlformats.org/officeDocument/2006/relationships/image" Target="../media/image51.png"/><Relationship Id="rId28" Type="http://schemas.openxmlformats.org/officeDocument/2006/relationships/customXml" Target="../ink/ink61.xml"/><Relationship Id="rId36" Type="http://schemas.openxmlformats.org/officeDocument/2006/relationships/customXml" Target="../ink/ink65.xml"/><Relationship Id="rId49" Type="http://schemas.openxmlformats.org/officeDocument/2006/relationships/image" Target="../media/image64.png"/><Relationship Id="rId57" Type="http://schemas.openxmlformats.org/officeDocument/2006/relationships/image" Target="../media/image68.png"/><Relationship Id="rId10" Type="http://schemas.openxmlformats.org/officeDocument/2006/relationships/customXml" Target="../ink/ink52.xml"/><Relationship Id="rId31" Type="http://schemas.openxmlformats.org/officeDocument/2006/relationships/image" Target="../media/image55.png"/><Relationship Id="rId44" Type="http://schemas.openxmlformats.org/officeDocument/2006/relationships/customXml" Target="../ink/ink69.xml"/><Relationship Id="rId52" Type="http://schemas.openxmlformats.org/officeDocument/2006/relationships/customXml" Target="../ink/ink73.xml"/><Relationship Id="rId60" Type="http://schemas.openxmlformats.org/officeDocument/2006/relationships/customXml" Target="../ink/ink77.xml"/><Relationship Id="rId65" Type="http://schemas.openxmlformats.org/officeDocument/2006/relationships/image" Target="../media/image72.png"/><Relationship Id="rId73" Type="http://schemas.openxmlformats.org/officeDocument/2006/relationships/image" Target="../media/image36.png"/><Relationship Id="rId78" Type="http://schemas.openxmlformats.org/officeDocument/2006/relationships/customXml" Target="../ink/ink88.xml"/><Relationship Id="rId81" Type="http://schemas.openxmlformats.org/officeDocument/2006/relationships/customXml" Target="../ink/ink91.xml"/><Relationship Id="rId86" Type="http://schemas.openxmlformats.org/officeDocument/2006/relationships/customXml" Target="../ink/ink94.xml"/><Relationship Id="rId4" Type="http://schemas.openxmlformats.org/officeDocument/2006/relationships/customXml" Target="../ink/ink49.xml"/><Relationship Id="rId9" Type="http://schemas.openxmlformats.org/officeDocument/2006/relationships/image" Target="../media/image44.png"/><Relationship Id="rId13" Type="http://schemas.openxmlformats.org/officeDocument/2006/relationships/image" Target="../media/image46.png"/><Relationship Id="rId18" Type="http://schemas.openxmlformats.org/officeDocument/2006/relationships/customXml" Target="../ink/ink56.xml"/><Relationship Id="rId39" Type="http://schemas.openxmlformats.org/officeDocument/2006/relationships/image" Target="../media/image59.png"/><Relationship Id="rId34" Type="http://schemas.openxmlformats.org/officeDocument/2006/relationships/customXml" Target="../ink/ink64.xml"/><Relationship Id="rId50" Type="http://schemas.openxmlformats.org/officeDocument/2006/relationships/customXml" Target="../ink/ink72.xml"/><Relationship Id="rId55" Type="http://schemas.openxmlformats.org/officeDocument/2006/relationships/image" Target="../media/image67.png"/><Relationship Id="rId76" Type="http://schemas.openxmlformats.org/officeDocument/2006/relationships/customXml" Target="../ink/ink86.xml"/><Relationship Id="rId7" Type="http://schemas.openxmlformats.org/officeDocument/2006/relationships/image" Target="../media/image43.png"/><Relationship Id="rId71" Type="http://schemas.openxmlformats.org/officeDocument/2006/relationships/image" Target="../media/image75.png"/><Relationship Id="rId2" Type="http://schemas.openxmlformats.org/officeDocument/2006/relationships/image" Target="../media/image1.png"/><Relationship Id="rId29" Type="http://schemas.openxmlformats.org/officeDocument/2006/relationships/image" Target="../media/image54.png"/><Relationship Id="rId24" Type="http://schemas.openxmlformats.org/officeDocument/2006/relationships/customXml" Target="../ink/ink59.xml"/><Relationship Id="rId40" Type="http://schemas.openxmlformats.org/officeDocument/2006/relationships/customXml" Target="../ink/ink67.xml"/><Relationship Id="rId45" Type="http://schemas.openxmlformats.org/officeDocument/2006/relationships/image" Target="../media/image62.png"/><Relationship Id="rId66" Type="http://schemas.openxmlformats.org/officeDocument/2006/relationships/customXml" Target="../ink/ink80.xml"/><Relationship Id="rId87" Type="http://schemas.openxmlformats.org/officeDocument/2006/relationships/image" Target="../media/image78.png"/><Relationship Id="rId61" Type="http://schemas.openxmlformats.org/officeDocument/2006/relationships/image" Target="../media/image70.png"/><Relationship Id="rId82" Type="http://schemas.openxmlformats.org/officeDocument/2006/relationships/customXml" Target="../ink/ink92.xml"/><Relationship Id="rId19" Type="http://schemas.openxmlformats.org/officeDocument/2006/relationships/image" Target="../media/image49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8.xml"/><Relationship Id="rId21" Type="http://schemas.openxmlformats.org/officeDocument/2006/relationships/image" Target="../media/image88.png"/><Relationship Id="rId42" Type="http://schemas.openxmlformats.org/officeDocument/2006/relationships/customXml" Target="../ink/ink116.xml"/><Relationship Id="rId47" Type="http://schemas.openxmlformats.org/officeDocument/2006/relationships/image" Target="../media/image101.png"/><Relationship Id="rId63" Type="http://schemas.openxmlformats.org/officeDocument/2006/relationships/image" Target="../media/image108.png"/><Relationship Id="rId68" Type="http://schemas.openxmlformats.org/officeDocument/2006/relationships/customXml" Target="../ink/ink129.xml"/><Relationship Id="rId84" Type="http://schemas.openxmlformats.org/officeDocument/2006/relationships/customXml" Target="../ink/ink141.xml"/><Relationship Id="rId89" Type="http://schemas.openxmlformats.org/officeDocument/2006/relationships/image" Target="../media/image117.png"/><Relationship Id="rId16" Type="http://schemas.openxmlformats.org/officeDocument/2006/relationships/customXml" Target="../ink/ink103.xml"/><Relationship Id="rId11" Type="http://schemas.openxmlformats.org/officeDocument/2006/relationships/image" Target="../media/image84.png"/><Relationship Id="rId32" Type="http://schemas.openxmlformats.org/officeDocument/2006/relationships/customXml" Target="../ink/ink111.xml"/><Relationship Id="rId37" Type="http://schemas.openxmlformats.org/officeDocument/2006/relationships/image" Target="../media/image96.png"/><Relationship Id="rId53" Type="http://schemas.openxmlformats.org/officeDocument/2006/relationships/image" Target="../media/image103.png"/><Relationship Id="rId58" Type="http://schemas.openxmlformats.org/officeDocument/2006/relationships/customXml" Target="../ink/ink124.xml"/><Relationship Id="rId74" Type="http://schemas.openxmlformats.org/officeDocument/2006/relationships/customXml" Target="../ink/ink132.xml"/><Relationship Id="rId79" Type="http://schemas.openxmlformats.org/officeDocument/2006/relationships/customXml" Target="../ink/ink137.xml"/><Relationship Id="rId5" Type="http://schemas.openxmlformats.org/officeDocument/2006/relationships/image" Target="../media/image81.png"/><Relationship Id="rId90" Type="http://schemas.openxmlformats.org/officeDocument/2006/relationships/customXml" Target="../ink/ink144.xml"/><Relationship Id="rId14" Type="http://schemas.openxmlformats.org/officeDocument/2006/relationships/customXml" Target="../ink/ink102.xml"/><Relationship Id="rId22" Type="http://schemas.openxmlformats.org/officeDocument/2006/relationships/customXml" Target="../ink/ink106.xml"/><Relationship Id="rId27" Type="http://schemas.openxmlformats.org/officeDocument/2006/relationships/image" Target="../media/image91.png"/><Relationship Id="rId30" Type="http://schemas.openxmlformats.org/officeDocument/2006/relationships/customXml" Target="../ink/ink110.xml"/><Relationship Id="rId35" Type="http://schemas.openxmlformats.org/officeDocument/2006/relationships/image" Target="../media/image95.png"/><Relationship Id="rId43" Type="http://schemas.openxmlformats.org/officeDocument/2006/relationships/image" Target="../media/image99.png"/><Relationship Id="rId48" Type="http://schemas.openxmlformats.org/officeDocument/2006/relationships/customXml" Target="../ink/ink119.xml"/><Relationship Id="rId56" Type="http://schemas.openxmlformats.org/officeDocument/2006/relationships/customXml" Target="../ink/ink123.xml"/><Relationship Id="rId64" Type="http://schemas.openxmlformats.org/officeDocument/2006/relationships/customXml" Target="../ink/ink127.xml"/><Relationship Id="rId69" Type="http://schemas.openxmlformats.org/officeDocument/2006/relationships/image" Target="../media/image111.png"/><Relationship Id="rId77" Type="http://schemas.openxmlformats.org/officeDocument/2006/relationships/customXml" Target="../ink/ink135.xml"/><Relationship Id="rId8" Type="http://schemas.openxmlformats.org/officeDocument/2006/relationships/customXml" Target="../ink/ink99.xml"/><Relationship Id="rId51" Type="http://schemas.openxmlformats.org/officeDocument/2006/relationships/image" Target="../media/image102.png"/><Relationship Id="rId72" Type="http://schemas.openxmlformats.org/officeDocument/2006/relationships/customXml" Target="../ink/ink131.xml"/><Relationship Id="rId80" Type="http://schemas.openxmlformats.org/officeDocument/2006/relationships/customXml" Target="../ink/ink138.xml"/><Relationship Id="rId85" Type="http://schemas.openxmlformats.org/officeDocument/2006/relationships/image" Target="../media/image115.png"/><Relationship Id="rId3" Type="http://schemas.microsoft.com/office/2007/relationships/hdphoto" Target="../media/hdphoto2.wdp"/><Relationship Id="rId12" Type="http://schemas.openxmlformats.org/officeDocument/2006/relationships/customXml" Target="../ink/ink101.xml"/><Relationship Id="rId17" Type="http://schemas.openxmlformats.org/officeDocument/2006/relationships/image" Target="../media/image48.png"/><Relationship Id="rId25" Type="http://schemas.openxmlformats.org/officeDocument/2006/relationships/image" Target="../media/image90.png"/><Relationship Id="rId33" Type="http://schemas.openxmlformats.org/officeDocument/2006/relationships/image" Target="../media/image94.png"/><Relationship Id="rId38" Type="http://schemas.openxmlformats.org/officeDocument/2006/relationships/customXml" Target="../ink/ink114.xml"/><Relationship Id="rId46" Type="http://schemas.openxmlformats.org/officeDocument/2006/relationships/customXml" Target="../ink/ink118.xml"/><Relationship Id="rId59" Type="http://schemas.openxmlformats.org/officeDocument/2006/relationships/image" Target="../media/image106.png"/><Relationship Id="rId67" Type="http://schemas.openxmlformats.org/officeDocument/2006/relationships/image" Target="../media/image110.png"/><Relationship Id="rId20" Type="http://schemas.openxmlformats.org/officeDocument/2006/relationships/customXml" Target="../ink/ink105.xml"/><Relationship Id="rId41" Type="http://schemas.openxmlformats.org/officeDocument/2006/relationships/image" Target="../media/image98.png"/><Relationship Id="rId54" Type="http://schemas.openxmlformats.org/officeDocument/2006/relationships/customXml" Target="../ink/ink122.xml"/><Relationship Id="rId62" Type="http://schemas.openxmlformats.org/officeDocument/2006/relationships/customXml" Target="../ink/ink126.xml"/><Relationship Id="rId70" Type="http://schemas.openxmlformats.org/officeDocument/2006/relationships/customXml" Target="../ink/ink130.xml"/><Relationship Id="rId75" Type="http://schemas.openxmlformats.org/officeDocument/2006/relationships/customXml" Target="../ink/ink133.xml"/><Relationship Id="rId83" Type="http://schemas.openxmlformats.org/officeDocument/2006/relationships/image" Target="../media/image114.png"/><Relationship Id="rId88" Type="http://schemas.openxmlformats.org/officeDocument/2006/relationships/customXml" Target="../ink/ink143.xml"/><Relationship Id="rId91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98.xml"/><Relationship Id="rId15" Type="http://schemas.openxmlformats.org/officeDocument/2006/relationships/image" Target="../media/image86.png"/><Relationship Id="rId23" Type="http://schemas.openxmlformats.org/officeDocument/2006/relationships/image" Target="../media/image89.png"/><Relationship Id="rId28" Type="http://schemas.openxmlformats.org/officeDocument/2006/relationships/customXml" Target="../ink/ink109.xml"/><Relationship Id="rId36" Type="http://schemas.openxmlformats.org/officeDocument/2006/relationships/customXml" Target="../ink/ink113.xml"/><Relationship Id="rId49" Type="http://schemas.openxmlformats.org/officeDocument/2006/relationships/image" Target="../media/image64.png"/><Relationship Id="rId57" Type="http://schemas.openxmlformats.org/officeDocument/2006/relationships/image" Target="../media/image105.png"/><Relationship Id="rId10" Type="http://schemas.openxmlformats.org/officeDocument/2006/relationships/customXml" Target="../ink/ink100.xml"/><Relationship Id="rId31" Type="http://schemas.openxmlformats.org/officeDocument/2006/relationships/image" Target="../media/image93.png"/><Relationship Id="rId44" Type="http://schemas.openxmlformats.org/officeDocument/2006/relationships/customXml" Target="../ink/ink117.xml"/><Relationship Id="rId52" Type="http://schemas.openxmlformats.org/officeDocument/2006/relationships/customXml" Target="../ink/ink121.xml"/><Relationship Id="rId60" Type="http://schemas.openxmlformats.org/officeDocument/2006/relationships/customXml" Target="../ink/ink125.xml"/><Relationship Id="rId65" Type="http://schemas.openxmlformats.org/officeDocument/2006/relationships/image" Target="../media/image109.png"/><Relationship Id="rId73" Type="http://schemas.openxmlformats.org/officeDocument/2006/relationships/image" Target="../media/image113.png"/><Relationship Id="rId78" Type="http://schemas.openxmlformats.org/officeDocument/2006/relationships/customXml" Target="../ink/ink136.xml"/><Relationship Id="rId81" Type="http://schemas.openxmlformats.org/officeDocument/2006/relationships/customXml" Target="../ink/ink139.xml"/><Relationship Id="rId86" Type="http://schemas.openxmlformats.org/officeDocument/2006/relationships/customXml" Target="../ink/ink142.xml"/><Relationship Id="rId4" Type="http://schemas.openxmlformats.org/officeDocument/2006/relationships/customXml" Target="../ink/ink97.xml"/><Relationship Id="rId9" Type="http://schemas.openxmlformats.org/officeDocument/2006/relationships/image" Target="../media/image83.png"/><Relationship Id="rId13" Type="http://schemas.openxmlformats.org/officeDocument/2006/relationships/image" Target="../media/image85.png"/><Relationship Id="rId18" Type="http://schemas.openxmlformats.org/officeDocument/2006/relationships/customXml" Target="../ink/ink104.xml"/><Relationship Id="rId39" Type="http://schemas.openxmlformats.org/officeDocument/2006/relationships/image" Target="../media/image97.png"/><Relationship Id="rId34" Type="http://schemas.openxmlformats.org/officeDocument/2006/relationships/customXml" Target="../ink/ink112.xml"/><Relationship Id="rId50" Type="http://schemas.openxmlformats.org/officeDocument/2006/relationships/customXml" Target="../ink/ink120.xml"/><Relationship Id="rId55" Type="http://schemas.openxmlformats.org/officeDocument/2006/relationships/image" Target="../media/image104.png"/><Relationship Id="rId76" Type="http://schemas.openxmlformats.org/officeDocument/2006/relationships/customXml" Target="../ink/ink134.xml"/><Relationship Id="rId7" Type="http://schemas.openxmlformats.org/officeDocument/2006/relationships/image" Target="../media/image82.png"/><Relationship Id="rId71" Type="http://schemas.openxmlformats.org/officeDocument/2006/relationships/image" Target="../media/image112.png"/><Relationship Id="rId2" Type="http://schemas.openxmlformats.org/officeDocument/2006/relationships/image" Target="../media/image1.png"/><Relationship Id="rId29" Type="http://schemas.openxmlformats.org/officeDocument/2006/relationships/image" Target="../media/image92.png"/><Relationship Id="rId24" Type="http://schemas.openxmlformats.org/officeDocument/2006/relationships/customXml" Target="../ink/ink107.xml"/><Relationship Id="rId40" Type="http://schemas.openxmlformats.org/officeDocument/2006/relationships/customXml" Target="../ink/ink115.xml"/><Relationship Id="rId45" Type="http://schemas.openxmlformats.org/officeDocument/2006/relationships/image" Target="../media/image100.png"/><Relationship Id="rId66" Type="http://schemas.openxmlformats.org/officeDocument/2006/relationships/customXml" Target="../ink/ink128.xml"/><Relationship Id="rId87" Type="http://schemas.openxmlformats.org/officeDocument/2006/relationships/image" Target="../media/image116.png"/><Relationship Id="rId61" Type="http://schemas.openxmlformats.org/officeDocument/2006/relationships/image" Target="../media/image107.png"/><Relationship Id="rId82" Type="http://schemas.openxmlformats.org/officeDocument/2006/relationships/customXml" Target="../ink/ink140.xml"/><Relationship Id="rId19" Type="http://schemas.openxmlformats.org/officeDocument/2006/relationships/image" Target="../media/image87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colorTemperature colorTemp="78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99F8BE1-EB6F-C664-FDF6-0A94A15A0255}"/>
                  </a:ext>
                </a:extLst>
              </p14:cNvPr>
              <p14:cNvContentPartPr/>
              <p14:nvPr/>
            </p14:nvContentPartPr>
            <p14:xfrm>
              <a:off x="1698015" y="1571100"/>
              <a:ext cx="4430520" cy="1459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99F8BE1-EB6F-C664-FDF6-0A94A15A02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5015" y="1508460"/>
                <a:ext cx="4556160" cy="158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BDBCA9E-1F5F-4D34-67E3-105E1C3B18FE}"/>
                  </a:ext>
                </a:extLst>
              </p14:cNvPr>
              <p14:cNvContentPartPr/>
              <p14:nvPr/>
            </p14:nvContentPartPr>
            <p14:xfrm>
              <a:off x="397335" y="427020"/>
              <a:ext cx="3883320" cy="4623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BDBCA9E-1F5F-4D34-67E3-105E1C3B18F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4335" y="364380"/>
                <a:ext cx="4008960" cy="47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12CEA4B-4382-83B8-2777-3654579A2532}"/>
                  </a:ext>
                </a:extLst>
              </p14:cNvPr>
              <p14:cNvContentPartPr/>
              <p14:nvPr/>
            </p14:nvContentPartPr>
            <p14:xfrm>
              <a:off x="4407375" y="3498540"/>
              <a:ext cx="3371040" cy="928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12CEA4B-4382-83B8-2777-3654579A253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44375" y="3435900"/>
                <a:ext cx="3496680" cy="10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FEF3570-3AF4-48D3-FCA4-BFDE335B1AFE}"/>
                  </a:ext>
                </a:extLst>
              </p14:cNvPr>
              <p14:cNvContentPartPr/>
              <p14:nvPr/>
            </p14:nvContentPartPr>
            <p14:xfrm>
              <a:off x="301575" y="1239540"/>
              <a:ext cx="4313160" cy="5018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FEF3570-3AF4-48D3-FCA4-BFDE335B1A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8575" y="1176540"/>
                <a:ext cx="4438800" cy="514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D66DA97-AB3B-E858-0303-25BB28A50917}"/>
                  </a:ext>
                </a:extLst>
              </p14:cNvPr>
              <p14:cNvContentPartPr/>
              <p14:nvPr/>
            </p14:nvContentPartPr>
            <p14:xfrm>
              <a:off x="4746135" y="6024660"/>
              <a:ext cx="5041800" cy="471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D66DA97-AB3B-E858-0303-25BB28A5091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83135" y="5961660"/>
                <a:ext cx="516744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B29DDF5-AD12-16C2-3845-AE9F5C9A9C97}"/>
                  </a:ext>
                </a:extLst>
              </p14:cNvPr>
              <p14:cNvContentPartPr/>
              <p14:nvPr/>
            </p14:nvContentPartPr>
            <p14:xfrm>
              <a:off x="7742055" y="2758740"/>
              <a:ext cx="1696680" cy="2993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B29DDF5-AD12-16C2-3845-AE9F5C9A9C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79415" y="2696100"/>
                <a:ext cx="1822320" cy="31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F17A3AD-2D1D-3938-0948-97B9D027E6AB}"/>
                  </a:ext>
                </a:extLst>
              </p14:cNvPr>
              <p14:cNvContentPartPr/>
              <p14:nvPr/>
            </p14:nvContentPartPr>
            <p14:xfrm>
              <a:off x="627735" y="517380"/>
              <a:ext cx="9995760" cy="5347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F17A3AD-2D1D-3938-0948-97B9D027E6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5095" y="454380"/>
                <a:ext cx="10121400" cy="54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C3355C0-20C4-1F42-DD95-0534C78C3454}"/>
                  </a:ext>
                </a:extLst>
              </p14:cNvPr>
              <p14:cNvContentPartPr/>
              <p14:nvPr/>
            </p14:nvContentPartPr>
            <p14:xfrm>
              <a:off x="625935" y="370860"/>
              <a:ext cx="10318680" cy="5680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C3355C0-20C4-1F42-DD95-0534C78C345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3295" y="307860"/>
                <a:ext cx="10444320" cy="58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7BA270A-CFE1-D2B0-8C97-E042568D943B}"/>
                  </a:ext>
                </a:extLst>
              </p14:cNvPr>
              <p14:cNvContentPartPr/>
              <p14:nvPr/>
            </p14:nvContentPartPr>
            <p14:xfrm>
              <a:off x="3548775" y="555900"/>
              <a:ext cx="6784920" cy="5948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7BA270A-CFE1-D2B0-8C97-E042568D943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86135" y="493260"/>
                <a:ext cx="6910560" cy="60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E863722-FFEB-E920-8E48-7CC69902527B}"/>
                  </a:ext>
                </a:extLst>
              </p14:cNvPr>
              <p14:cNvContentPartPr/>
              <p14:nvPr/>
            </p14:nvContentPartPr>
            <p14:xfrm>
              <a:off x="2801314" y="343131"/>
              <a:ext cx="8780400" cy="20998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E863722-FFEB-E920-8E48-7CC69902527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38674" y="280131"/>
                <a:ext cx="8906040" cy="22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50ED573-DAE1-49BA-C007-3FD299443862}"/>
                  </a:ext>
                </a:extLst>
              </p14:cNvPr>
              <p14:cNvContentPartPr/>
              <p14:nvPr/>
            </p14:nvContentPartPr>
            <p14:xfrm>
              <a:off x="307234" y="179331"/>
              <a:ext cx="3375000" cy="92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50ED573-DAE1-49BA-C007-3FD29944386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4594" y="116331"/>
                <a:ext cx="35006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076F0D3-A7D3-D45B-744C-F44FB2FF323E}"/>
                  </a:ext>
                </a:extLst>
              </p14:cNvPr>
              <p14:cNvContentPartPr/>
              <p14:nvPr/>
            </p14:nvContentPartPr>
            <p14:xfrm>
              <a:off x="3213874" y="207411"/>
              <a:ext cx="4355640" cy="394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076F0D3-A7D3-D45B-744C-F44FB2FF323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51234" y="144411"/>
                <a:ext cx="448128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77C320E-5A35-B5E9-457E-ECE6CFD12933}"/>
                  </a:ext>
                </a:extLst>
              </p14:cNvPr>
              <p14:cNvContentPartPr/>
              <p14:nvPr/>
            </p14:nvContentPartPr>
            <p14:xfrm>
              <a:off x="6779314" y="195171"/>
              <a:ext cx="4668840" cy="108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77C320E-5A35-B5E9-457E-ECE6CFD1293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16314" y="132531"/>
                <a:ext cx="479448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0FBD484-FB57-C3FF-056E-D552325CD1A5}"/>
                  </a:ext>
                </a:extLst>
              </p14:cNvPr>
              <p14:cNvContentPartPr/>
              <p14:nvPr/>
            </p14:nvContentPartPr>
            <p14:xfrm>
              <a:off x="513154" y="1171491"/>
              <a:ext cx="11342880" cy="54417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0FBD484-FB57-C3FF-056E-D552325CD1A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0154" y="1108851"/>
                <a:ext cx="11468520" cy="55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9C36E81-16F2-6BC1-1E97-90D204EFC3E4}"/>
                  </a:ext>
                </a:extLst>
              </p14:cNvPr>
              <p14:cNvContentPartPr/>
              <p14:nvPr/>
            </p14:nvContentPartPr>
            <p14:xfrm>
              <a:off x="7951834" y="1112811"/>
              <a:ext cx="3864960" cy="40928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9C36E81-16F2-6BC1-1E97-90D204EFC3E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89194" y="1049811"/>
                <a:ext cx="3990600" cy="42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073CF71-E6AA-EBCD-E626-53784224248C}"/>
                  </a:ext>
                </a:extLst>
              </p14:cNvPr>
              <p14:cNvContentPartPr/>
              <p14:nvPr/>
            </p14:nvContentPartPr>
            <p14:xfrm>
              <a:off x="1278874" y="286611"/>
              <a:ext cx="10692720" cy="29844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073CF71-E6AA-EBCD-E626-53784224248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15874" y="223611"/>
                <a:ext cx="10818360" cy="31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21B4EE6-8640-9510-C054-577D80DE79DA}"/>
                  </a:ext>
                </a:extLst>
              </p14:cNvPr>
              <p14:cNvContentPartPr/>
              <p14:nvPr/>
            </p14:nvContentPartPr>
            <p14:xfrm>
              <a:off x="1030114" y="4029891"/>
              <a:ext cx="8195760" cy="1883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21B4EE6-8640-9510-C054-577D80DE79D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67474" y="3966891"/>
                <a:ext cx="8321400" cy="20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4F68B00-560C-9E52-B520-249BF7DE1306}"/>
                  </a:ext>
                </a:extLst>
              </p14:cNvPr>
              <p14:cNvContentPartPr/>
              <p14:nvPr/>
            </p14:nvContentPartPr>
            <p14:xfrm>
              <a:off x="368074" y="1757571"/>
              <a:ext cx="10362600" cy="47844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4F68B00-560C-9E52-B520-249BF7DE130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5434" y="1694931"/>
                <a:ext cx="10488240" cy="49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983A0B90-6B2E-AD9F-3CEF-65638336C8E5}"/>
                  </a:ext>
                </a:extLst>
              </p14:cNvPr>
              <p14:cNvContentPartPr/>
              <p14:nvPr/>
            </p14:nvContentPartPr>
            <p14:xfrm>
              <a:off x="4941154" y="6521451"/>
              <a:ext cx="3124440" cy="896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983A0B90-6B2E-AD9F-3CEF-65638336C8E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78154" y="6458451"/>
                <a:ext cx="32500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E4F1BD3A-6C37-DEDA-C45F-514F65B84C88}"/>
                  </a:ext>
                </a:extLst>
              </p14:cNvPr>
              <p14:cNvContentPartPr/>
              <p14:nvPr/>
            </p14:nvContentPartPr>
            <p14:xfrm>
              <a:off x="8924760" y="4639320"/>
              <a:ext cx="243360" cy="2786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E4F1BD3A-6C37-DEDA-C45F-514F65B84C8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16120" y="4630320"/>
                <a:ext cx="26100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5F4D0CA-8C5C-29C0-EE24-E2D17E3BF820}"/>
                  </a:ext>
                </a:extLst>
              </p14:cNvPr>
              <p14:cNvContentPartPr/>
              <p14:nvPr/>
            </p14:nvContentPartPr>
            <p14:xfrm>
              <a:off x="8785080" y="5043600"/>
              <a:ext cx="43200" cy="317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5F4D0CA-8C5C-29C0-EE24-E2D17E3BF82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76080" y="5034600"/>
                <a:ext cx="608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8E145C2A-AAC9-E22E-59F4-2F16D6D555B7}"/>
                  </a:ext>
                </a:extLst>
              </p14:cNvPr>
              <p14:cNvContentPartPr/>
              <p14:nvPr/>
            </p14:nvContentPartPr>
            <p14:xfrm>
              <a:off x="2827166" y="6340457"/>
              <a:ext cx="360" cy="75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8E145C2A-AAC9-E22E-59F4-2F16D6D555B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791166" y="6304817"/>
                <a:ext cx="720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C58CB89D-B7BF-BE18-FB2C-7762162C1BDA}"/>
                  </a:ext>
                </a:extLst>
              </p14:cNvPr>
              <p14:cNvContentPartPr/>
              <p14:nvPr/>
            </p14:nvContentPartPr>
            <p14:xfrm>
              <a:off x="258206" y="388937"/>
              <a:ext cx="10150200" cy="59421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C58CB89D-B7BF-BE18-FB2C-7762162C1BD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5206" y="325937"/>
                <a:ext cx="10275840" cy="606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B22F4E7D-73D9-5628-1DF8-5B851C36573A}"/>
                  </a:ext>
                </a:extLst>
              </p14:cNvPr>
              <p14:cNvContentPartPr/>
              <p14:nvPr/>
            </p14:nvContentPartPr>
            <p14:xfrm>
              <a:off x="2858846" y="3552257"/>
              <a:ext cx="7344720" cy="28339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B22F4E7D-73D9-5628-1DF8-5B851C36573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95846" y="3489617"/>
                <a:ext cx="7470360" cy="2959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EB4364D-F724-1434-854A-AD72E3F9A065}"/>
              </a:ext>
            </a:extLst>
          </p:cNvPr>
          <p:cNvGrpSpPr/>
          <p:nvPr/>
        </p:nvGrpSpPr>
        <p:grpSpPr>
          <a:xfrm>
            <a:off x="193834" y="542580"/>
            <a:ext cx="11688052" cy="6190997"/>
            <a:chOff x="193834" y="542580"/>
            <a:chExt cx="11688052" cy="619099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625174D-4CE8-CD2B-29EB-3BF99FC71A61}"/>
                    </a:ext>
                  </a:extLst>
                </p14:cNvPr>
                <p14:cNvContentPartPr/>
                <p14:nvPr/>
              </p14:nvContentPartPr>
              <p14:xfrm>
                <a:off x="8205735" y="675780"/>
                <a:ext cx="280800" cy="209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625174D-4CE8-CD2B-29EB-3BF99FC71A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97095" y="666780"/>
                  <a:ext cx="298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9DEE285-926D-F39F-CC25-25F1B775D4FE}"/>
                    </a:ext>
                  </a:extLst>
                </p14:cNvPr>
                <p14:cNvContentPartPr/>
                <p14:nvPr/>
              </p14:nvContentPartPr>
              <p14:xfrm>
                <a:off x="1987815" y="542580"/>
                <a:ext cx="7596000" cy="3228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9DEE285-926D-F39F-CC25-25F1B775D4F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78815" y="533940"/>
                  <a:ext cx="7613640" cy="32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53CDFB0-6D62-0626-B52B-A778C96883D4}"/>
                    </a:ext>
                  </a:extLst>
                </p14:cNvPr>
                <p14:cNvContentPartPr/>
                <p14:nvPr/>
              </p14:nvContentPartPr>
              <p14:xfrm>
                <a:off x="193834" y="848211"/>
                <a:ext cx="6605280" cy="4688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53CDFB0-6D62-0626-B52B-A778C96883D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1194" y="785211"/>
                  <a:ext cx="6730920" cy="48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E35F82-3D15-F223-EB02-7C3C67FC153E}"/>
                    </a:ext>
                  </a:extLst>
                </p14:cNvPr>
                <p14:cNvContentPartPr/>
                <p14:nvPr/>
              </p14:nvContentPartPr>
              <p14:xfrm>
                <a:off x="439714" y="2120451"/>
                <a:ext cx="1273680" cy="3596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E35F82-3D15-F223-EB02-7C3C67FC15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6714" y="2057811"/>
                  <a:ext cx="1399320" cy="37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C2B9D68-58A0-CAF9-7FD4-45F3419B67D0}"/>
                    </a:ext>
                  </a:extLst>
                </p14:cNvPr>
                <p14:cNvContentPartPr/>
                <p14:nvPr/>
              </p14:nvContentPartPr>
              <p14:xfrm>
                <a:off x="1194206" y="1455617"/>
                <a:ext cx="3254400" cy="5277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C2B9D68-58A0-CAF9-7FD4-45F3419B67D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58566" y="1419617"/>
                  <a:ext cx="3326040" cy="53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90325A4-EADE-9081-11ED-F491DD1A5453}"/>
                    </a:ext>
                  </a:extLst>
                </p14:cNvPr>
                <p14:cNvContentPartPr/>
                <p14:nvPr/>
              </p14:nvContentPartPr>
              <p14:xfrm>
                <a:off x="1424966" y="1070417"/>
                <a:ext cx="79920" cy="15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90325A4-EADE-9081-11ED-F491DD1A545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61966" y="1007777"/>
                  <a:ext cx="2055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9968CD7-7E54-08BD-D82C-0AD226AD05D5}"/>
                    </a:ext>
                  </a:extLst>
                </p14:cNvPr>
                <p14:cNvContentPartPr/>
                <p14:nvPr/>
              </p14:nvContentPartPr>
              <p14:xfrm>
                <a:off x="8926455" y="1872780"/>
                <a:ext cx="2521800" cy="3904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9968CD7-7E54-08BD-D82C-0AD226AD05D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63455" y="1809780"/>
                  <a:ext cx="2647440" cy="40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4F44BCE-6260-3C8C-D1C7-7A77DE640242}"/>
                    </a:ext>
                  </a:extLst>
                </p14:cNvPr>
                <p14:cNvContentPartPr/>
                <p14:nvPr/>
              </p14:nvContentPartPr>
              <p14:xfrm>
                <a:off x="9600015" y="6039780"/>
                <a:ext cx="1162440" cy="452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4F44BCE-6260-3C8C-D1C7-7A77DE6402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37375" y="5977140"/>
                  <a:ext cx="1288080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617118-F712-BCAD-8368-0CDBDDF92DB2}"/>
                    </a:ext>
                  </a:extLst>
                </p14:cNvPr>
                <p14:cNvContentPartPr/>
                <p14:nvPr/>
              </p14:nvContentPartPr>
              <p14:xfrm>
                <a:off x="8574375" y="4347420"/>
                <a:ext cx="231120" cy="311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617118-F712-BCAD-8368-0CDBDDF92DB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11735" y="4284780"/>
                  <a:ext cx="35676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A312A32-51B6-BBB3-CE49-1D7C9B99F2B4}"/>
                    </a:ext>
                  </a:extLst>
                </p14:cNvPr>
                <p14:cNvContentPartPr/>
                <p14:nvPr/>
              </p14:nvContentPartPr>
              <p14:xfrm>
                <a:off x="9158760" y="5158800"/>
                <a:ext cx="177840" cy="543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A312A32-51B6-BBB3-CE49-1D7C9B99F2B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49760" y="5149800"/>
                  <a:ext cx="19548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4BC040B-1070-BD8F-4832-F2702F25ACA0}"/>
                    </a:ext>
                  </a:extLst>
                </p14:cNvPr>
                <p14:cNvContentPartPr/>
                <p14:nvPr/>
              </p14:nvContentPartPr>
              <p14:xfrm>
                <a:off x="9093240" y="4895280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4BC040B-1070-BD8F-4832-F2702F25ACA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84600" y="48862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D8F5AD8-FCBC-CD4A-DE65-632A5C5EA71B}"/>
                    </a:ext>
                  </a:extLst>
                </p14:cNvPr>
                <p14:cNvContentPartPr/>
                <p14:nvPr/>
              </p14:nvContentPartPr>
              <p14:xfrm>
                <a:off x="9121680" y="4898160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D8F5AD8-FCBC-CD4A-DE65-632A5C5EA71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13040" y="48895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8956445-897F-ED99-9E0C-4FC045687301}"/>
                    </a:ext>
                  </a:extLst>
                </p14:cNvPr>
                <p14:cNvContentPartPr/>
                <p14:nvPr/>
              </p14:nvContentPartPr>
              <p14:xfrm>
                <a:off x="9093240" y="4902480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8956445-897F-ED99-9E0C-4FC04568730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84240" y="48938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EE39EA4-531F-F661-ECA6-FB8D4137750A}"/>
                    </a:ext>
                  </a:extLst>
                </p14:cNvPr>
                <p14:cNvContentPartPr/>
                <p14:nvPr/>
              </p14:nvContentPartPr>
              <p14:xfrm>
                <a:off x="8857440" y="4845240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EE39EA4-531F-F661-ECA6-FB8D4137750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48440" y="48366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74DAAAB-D203-DA2E-3380-095D6664E4D0}"/>
                    </a:ext>
                  </a:extLst>
                </p14:cNvPr>
                <p14:cNvContentPartPr/>
                <p14:nvPr/>
              </p14:nvContentPartPr>
              <p14:xfrm>
                <a:off x="8849160" y="4766040"/>
                <a:ext cx="360" cy="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74DAAAB-D203-DA2E-3380-095D6664E4D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40520" y="4757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6831B74-18AD-CEF1-4DA4-BA295DCB3F40}"/>
                    </a:ext>
                  </a:extLst>
                </p14:cNvPr>
                <p14:cNvContentPartPr/>
                <p14:nvPr/>
              </p14:nvContentPartPr>
              <p14:xfrm>
                <a:off x="8858160" y="4839120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6831B74-18AD-CEF1-4DA4-BA295DCB3F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49520" y="48304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1ABA37E-07EF-571D-0BB4-DC3C2AC96B7C}"/>
                    </a:ext>
                  </a:extLst>
                </p14:cNvPr>
                <p14:cNvContentPartPr/>
                <p14:nvPr/>
              </p14:nvContentPartPr>
              <p14:xfrm>
                <a:off x="8780760" y="4749120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1ABA37E-07EF-571D-0BB4-DC3C2AC96B7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71760" y="47404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4958422-8052-09BA-67EA-3C0677081216}"/>
                    </a:ext>
                  </a:extLst>
                </p14:cNvPr>
                <p14:cNvContentPartPr/>
                <p14:nvPr/>
              </p14:nvContentPartPr>
              <p14:xfrm>
                <a:off x="8994960" y="4605120"/>
                <a:ext cx="360" cy="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4958422-8052-09BA-67EA-3C06770812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86320" y="45964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593952D-C5CF-0662-D829-0BD2E07E4E9D}"/>
                    </a:ext>
                  </a:extLst>
                </p14:cNvPr>
                <p14:cNvContentPartPr/>
                <p14:nvPr/>
              </p14:nvContentPartPr>
              <p14:xfrm>
                <a:off x="9011520" y="4556160"/>
                <a:ext cx="36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593952D-C5CF-0662-D829-0BD2E07E4E9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02880" y="4547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C33E7FA-BC3D-673F-5695-5846897210B2}"/>
                    </a:ext>
                  </a:extLst>
                </p14:cNvPr>
                <p14:cNvContentPartPr/>
                <p14:nvPr/>
              </p14:nvContentPartPr>
              <p14:xfrm>
                <a:off x="9041040" y="4775760"/>
                <a:ext cx="158760" cy="399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C33E7FA-BC3D-673F-5695-5846897210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32040" y="4766760"/>
                  <a:ext cx="1764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D507600-7904-75CD-A932-80F4CAD72E06}"/>
                    </a:ext>
                  </a:extLst>
                </p14:cNvPr>
                <p14:cNvContentPartPr/>
                <p14:nvPr/>
              </p14:nvContentPartPr>
              <p14:xfrm>
                <a:off x="8732160" y="4914000"/>
                <a:ext cx="89640" cy="223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D507600-7904-75CD-A932-80F4CAD72E0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23160" y="4905360"/>
                  <a:ext cx="1072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58AC645-55A1-6653-F4E5-9979F7FC9F2C}"/>
                    </a:ext>
                  </a:extLst>
                </p14:cNvPr>
                <p14:cNvContentPartPr/>
                <p14:nvPr/>
              </p14:nvContentPartPr>
              <p14:xfrm>
                <a:off x="813686" y="941537"/>
                <a:ext cx="10185840" cy="4591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58AC645-55A1-6653-F4E5-9979F7FC9F2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0686" y="878537"/>
                  <a:ext cx="10311480" cy="47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E85B5BE-5204-4651-5C09-ADD9B96994D3}"/>
                    </a:ext>
                  </a:extLst>
                </p14:cNvPr>
                <p14:cNvContentPartPr/>
                <p14:nvPr/>
              </p14:nvContentPartPr>
              <p14:xfrm>
                <a:off x="1688126" y="1693937"/>
                <a:ext cx="1446840" cy="1531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E85B5BE-5204-4651-5C09-ADD9B96994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25126" y="1630937"/>
                  <a:ext cx="1572480" cy="16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2EBD511-41D5-9592-BD60-41FF28200B87}"/>
                    </a:ext>
                  </a:extLst>
                </p14:cNvPr>
                <p14:cNvContentPartPr/>
                <p14:nvPr/>
              </p14:nvContentPartPr>
              <p14:xfrm>
                <a:off x="591206" y="590177"/>
                <a:ext cx="11290680" cy="2610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2EBD511-41D5-9592-BD60-41FF28200B8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8566" y="527177"/>
                  <a:ext cx="11416320" cy="2735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86BFF00-8ED3-FDB3-C685-9921C2D4A72C}"/>
              </a:ext>
            </a:extLst>
          </p:cNvPr>
          <p:cNvSpPr txBox="1"/>
          <p:nvPr/>
        </p:nvSpPr>
        <p:spPr>
          <a:xfrm>
            <a:off x="265935" y="387553"/>
            <a:ext cx="44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lgerian" panose="04020705040A02060702" pitchFamily="82" charset="77"/>
              </a:rPr>
              <a:t>SENTINEL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06C396-59AB-3CB5-5DAA-7339E236615A}"/>
              </a:ext>
            </a:extLst>
          </p:cNvPr>
          <p:cNvSpPr txBox="1"/>
          <p:nvPr/>
        </p:nvSpPr>
        <p:spPr>
          <a:xfrm>
            <a:off x="8645734" y="633821"/>
            <a:ext cx="298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Date        Inspo       Log-In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0A11798-97D9-28B1-7E39-A4151DD7A9F2}"/>
              </a:ext>
            </a:extLst>
          </p:cNvPr>
          <p:cNvSpPr txBox="1"/>
          <p:nvPr/>
        </p:nvSpPr>
        <p:spPr>
          <a:xfrm>
            <a:off x="796328" y="2261924"/>
            <a:ext cx="59653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Motivation is a False God. </a:t>
            </a:r>
          </a:p>
          <a:p>
            <a:r>
              <a:rPr lang="en-US" sz="3200" dirty="0">
                <a:solidFill>
                  <a:schemeClr val="bg1"/>
                </a:solidFill>
              </a:rPr>
              <a:t>DISCIPLINE is Manhood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047C67E-FB1C-A24A-1B23-5C809CE39A8E}"/>
              </a:ext>
            </a:extLst>
          </p:cNvPr>
          <p:cNvSpPr/>
          <p:nvPr/>
        </p:nvSpPr>
        <p:spPr>
          <a:xfrm>
            <a:off x="813686" y="5047547"/>
            <a:ext cx="4802765" cy="52395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&gt; Take Control… |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E1AE21-86A0-2BFF-878B-206C4FA1BB9B}"/>
              </a:ext>
            </a:extLst>
          </p:cNvPr>
          <p:cNvSpPr txBox="1"/>
          <p:nvPr/>
        </p:nvSpPr>
        <p:spPr>
          <a:xfrm>
            <a:off x="774452" y="3444324"/>
            <a:ext cx="6782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AI Brother that helps men rebuild Confidence, Discipline, and Self-Respect one day at a time</a:t>
            </a:r>
          </a:p>
        </p:txBody>
      </p:sp>
    </p:spTree>
    <p:extLst>
      <p:ext uri="{BB962C8B-B14F-4D97-AF65-F5344CB8AC3E}">
        <p14:creationId xmlns:p14="http://schemas.microsoft.com/office/powerpoint/2010/main" val="1288131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colorTemperature colorTemp="78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ABF6C2-7C8D-188F-CD9F-440842971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90EE4E5-356F-975F-A00D-6596F2FEA50F}"/>
                  </a:ext>
                </a:extLst>
              </p14:cNvPr>
              <p14:cNvContentPartPr/>
              <p14:nvPr/>
            </p14:nvContentPartPr>
            <p14:xfrm>
              <a:off x="1698015" y="1571100"/>
              <a:ext cx="4430520" cy="1459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90EE4E5-356F-975F-A00D-6596F2FEA50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5015" y="1508084"/>
                <a:ext cx="4556160" cy="1585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773FF6A-BB9C-30C1-9329-1E920CCD12D6}"/>
                  </a:ext>
                </a:extLst>
              </p14:cNvPr>
              <p14:cNvContentPartPr/>
              <p14:nvPr/>
            </p14:nvContentPartPr>
            <p14:xfrm>
              <a:off x="397335" y="427020"/>
              <a:ext cx="3883320" cy="46231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773FF6A-BB9C-30C1-9329-1E920CCD12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4335" y="364020"/>
                <a:ext cx="4008960" cy="47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8536268-2CBA-D9FD-F4D1-E711AA21570E}"/>
                  </a:ext>
                </a:extLst>
              </p14:cNvPr>
              <p14:cNvContentPartPr/>
              <p14:nvPr/>
            </p14:nvContentPartPr>
            <p14:xfrm>
              <a:off x="4407375" y="3498540"/>
              <a:ext cx="3371040" cy="928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8536268-2CBA-D9FD-F4D1-E711AA2157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44375" y="3435540"/>
                <a:ext cx="3496680" cy="10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0DBE934-EAE6-1FA8-04E9-7860096EC670}"/>
                  </a:ext>
                </a:extLst>
              </p14:cNvPr>
              <p14:cNvContentPartPr/>
              <p14:nvPr/>
            </p14:nvContentPartPr>
            <p14:xfrm>
              <a:off x="301575" y="1239540"/>
              <a:ext cx="4313160" cy="50180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0DBE934-EAE6-1FA8-04E9-7860096EC6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8580" y="1176540"/>
                <a:ext cx="4438790" cy="514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B7478F1-38DF-CA17-E885-4425AD1F9093}"/>
                  </a:ext>
                </a:extLst>
              </p14:cNvPr>
              <p14:cNvContentPartPr/>
              <p14:nvPr/>
            </p14:nvContentPartPr>
            <p14:xfrm>
              <a:off x="4746135" y="6024660"/>
              <a:ext cx="5041800" cy="471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B7478F1-38DF-CA17-E885-4425AD1F909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83135" y="5961660"/>
                <a:ext cx="516744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6C43F8F-8F37-95A0-6842-12047CD81A94}"/>
                  </a:ext>
                </a:extLst>
              </p14:cNvPr>
              <p14:cNvContentPartPr/>
              <p14:nvPr/>
            </p14:nvContentPartPr>
            <p14:xfrm>
              <a:off x="7742055" y="2758740"/>
              <a:ext cx="1696680" cy="2993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6C43F8F-8F37-95A0-6842-12047CD81A9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79055" y="2695740"/>
                <a:ext cx="1822320" cy="31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3C929D7-7A3B-682A-EA8F-A5C8EBDC469A}"/>
                  </a:ext>
                </a:extLst>
              </p14:cNvPr>
              <p14:cNvContentPartPr/>
              <p14:nvPr/>
            </p14:nvContentPartPr>
            <p14:xfrm>
              <a:off x="627735" y="517380"/>
              <a:ext cx="9995760" cy="5347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3C929D7-7A3B-682A-EA8F-A5C8EBDC469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4735" y="454380"/>
                <a:ext cx="10121400" cy="54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0519229-28C3-0311-227F-3F014AECEB26}"/>
                  </a:ext>
                </a:extLst>
              </p14:cNvPr>
              <p14:cNvContentPartPr/>
              <p14:nvPr/>
            </p14:nvContentPartPr>
            <p14:xfrm>
              <a:off x="625935" y="370860"/>
              <a:ext cx="10318680" cy="5680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0519229-28C3-0311-227F-3F014AECEB2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2935" y="307860"/>
                <a:ext cx="10444320" cy="58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2C61E7A-26D7-F24E-2C68-FDD40CC26D74}"/>
                  </a:ext>
                </a:extLst>
              </p14:cNvPr>
              <p14:cNvContentPartPr/>
              <p14:nvPr/>
            </p14:nvContentPartPr>
            <p14:xfrm>
              <a:off x="3548775" y="555900"/>
              <a:ext cx="6784920" cy="594828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2C61E7A-26D7-F24E-2C68-FDD40CC26D7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85775" y="492896"/>
                <a:ext cx="6910560" cy="60739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AC1DB36-DBC0-288E-1242-87479BBD5108}"/>
                  </a:ext>
                </a:extLst>
              </p14:cNvPr>
              <p14:cNvContentPartPr/>
              <p14:nvPr/>
            </p14:nvContentPartPr>
            <p14:xfrm>
              <a:off x="2801314" y="343131"/>
              <a:ext cx="8780400" cy="20998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AC1DB36-DBC0-288E-1242-87479BBD510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38314" y="280131"/>
                <a:ext cx="8906040" cy="22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5314E65-0F9D-9225-9CF0-1E8CD7B85B4B}"/>
                  </a:ext>
                </a:extLst>
              </p14:cNvPr>
              <p14:cNvContentPartPr/>
              <p14:nvPr/>
            </p14:nvContentPartPr>
            <p14:xfrm>
              <a:off x="307234" y="179331"/>
              <a:ext cx="3375000" cy="92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5314E65-0F9D-9225-9CF0-1E8CD7B85B4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4234" y="116331"/>
                <a:ext cx="35006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4ACFE06-4762-22FB-4153-FE8E08CD9C82}"/>
                  </a:ext>
                </a:extLst>
              </p14:cNvPr>
              <p14:cNvContentPartPr/>
              <p14:nvPr/>
            </p14:nvContentPartPr>
            <p14:xfrm>
              <a:off x="3213874" y="207411"/>
              <a:ext cx="4355640" cy="394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4ACFE06-4762-22FB-4153-FE8E08CD9C8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50869" y="144468"/>
                <a:ext cx="4481290" cy="5200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1C1C247-4B90-CAEA-C2DD-B0D57503EFCA}"/>
                  </a:ext>
                </a:extLst>
              </p14:cNvPr>
              <p14:cNvContentPartPr/>
              <p14:nvPr/>
            </p14:nvContentPartPr>
            <p14:xfrm>
              <a:off x="6779314" y="195171"/>
              <a:ext cx="4668840" cy="108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1C1C247-4B90-CAEA-C2DD-B0D57503EFC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16319" y="132171"/>
                <a:ext cx="479447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3B168D1-9D1C-1A64-5F19-A4BB18F1B0E4}"/>
                  </a:ext>
                </a:extLst>
              </p14:cNvPr>
              <p14:cNvContentPartPr/>
              <p14:nvPr/>
            </p14:nvContentPartPr>
            <p14:xfrm>
              <a:off x="513154" y="1171491"/>
              <a:ext cx="11342880" cy="54417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3B168D1-9D1C-1A64-5F19-A4BB18F1B0E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0154" y="1108491"/>
                <a:ext cx="11468520" cy="55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0CF87A2D-9FA7-8C64-BEBE-0108D6F2712D}"/>
                  </a:ext>
                </a:extLst>
              </p14:cNvPr>
              <p14:cNvContentPartPr/>
              <p14:nvPr/>
            </p14:nvContentPartPr>
            <p14:xfrm>
              <a:off x="7951834" y="1112811"/>
              <a:ext cx="3864960" cy="40928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0CF87A2D-9FA7-8C64-BEBE-0108D6F2712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88834" y="1049811"/>
                <a:ext cx="3990600" cy="42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E7BE8E1-C41C-E7D6-B618-7E25AB98F5D0}"/>
                  </a:ext>
                </a:extLst>
              </p14:cNvPr>
              <p14:cNvContentPartPr/>
              <p14:nvPr/>
            </p14:nvContentPartPr>
            <p14:xfrm>
              <a:off x="1278874" y="286611"/>
              <a:ext cx="10692720" cy="29844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E7BE8E1-C41C-E7D6-B618-7E25AB98F5D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15874" y="223611"/>
                <a:ext cx="10818360" cy="31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C1B361D9-4645-AB20-12DC-E4AE9014880D}"/>
                  </a:ext>
                </a:extLst>
              </p14:cNvPr>
              <p14:cNvContentPartPr/>
              <p14:nvPr/>
            </p14:nvContentPartPr>
            <p14:xfrm>
              <a:off x="1030114" y="4029891"/>
              <a:ext cx="8195760" cy="1883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C1B361D9-4645-AB20-12DC-E4AE9014880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67114" y="3966891"/>
                <a:ext cx="8321400" cy="20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3750514-CCA3-0C5D-8FFD-4B0C35416557}"/>
                  </a:ext>
                </a:extLst>
              </p14:cNvPr>
              <p14:cNvContentPartPr/>
              <p14:nvPr/>
            </p14:nvContentPartPr>
            <p14:xfrm>
              <a:off x="368074" y="1757571"/>
              <a:ext cx="10362600" cy="47844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3750514-CCA3-0C5D-8FFD-4B0C3541655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5072" y="1694571"/>
                <a:ext cx="10488244" cy="49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8E2DC8A-F0C0-7B26-907F-BE06F91DF609}"/>
                  </a:ext>
                </a:extLst>
              </p14:cNvPr>
              <p14:cNvContentPartPr/>
              <p14:nvPr/>
            </p14:nvContentPartPr>
            <p14:xfrm>
              <a:off x="4941154" y="6521451"/>
              <a:ext cx="3124440" cy="896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8E2DC8A-F0C0-7B26-907F-BE06F91DF60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78161" y="6458703"/>
                <a:ext cx="3250066" cy="214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980F5D9-D7DA-5B83-3D14-0B6FD7276614}"/>
                  </a:ext>
                </a:extLst>
              </p14:cNvPr>
              <p14:cNvContentPartPr/>
              <p14:nvPr/>
            </p14:nvContentPartPr>
            <p14:xfrm>
              <a:off x="8924760" y="4639320"/>
              <a:ext cx="243360" cy="2786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980F5D9-D7DA-5B83-3D14-0B6FD727661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15760" y="4630320"/>
                <a:ext cx="26100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FDEFB19-FB82-F79B-955E-288450221112}"/>
                  </a:ext>
                </a:extLst>
              </p14:cNvPr>
              <p14:cNvContentPartPr/>
              <p14:nvPr/>
            </p14:nvContentPartPr>
            <p14:xfrm>
              <a:off x="8785080" y="5043600"/>
              <a:ext cx="43200" cy="3175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FDEFB19-FB82-F79B-955E-28845022111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76080" y="5034600"/>
                <a:ext cx="608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419D1B27-E9D7-FF99-F276-7583CCDCA5DB}"/>
                  </a:ext>
                </a:extLst>
              </p14:cNvPr>
              <p14:cNvContentPartPr/>
              <p14:nvPr/>
            </p14:nvContentPartPr>
            <p14:xfrm>
              <a:off x="2827166" y="6340457"/>
              <a:ext cx="360" cy="75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419D1B27-E9D7-FF99-F276-7583CCDCA5D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791166" y="6304457"/>
                <a:ext cx="720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EE3B205-A2E4-955E-6A8A-E2A80F398037}"/>
                  </a:ext>
                </a:extLst>
              </p14:cNvPr>
              <p14:cNvContentPartPr/>
              <p14:nvPr/>
            </p14:nvContentPartPr>
            <p14:xfrm>
              <a:off x="258206" y="388937"/>
              <a:ext cx="10150200" cy="59421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EE3B205-A2E4-955E-6A8A-E2A80F39803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5206" y="325937"/>
                <a:ext cx="10275840" cy="606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DB2E4325-2765-4D10-B891-447524C7ECCF}"/>
                  </a:ext>
                </a:extLst>
              </p14:cNvPr>
              <p14:cNvContentPartPr/>
              <p14:nvPr/>
            </p14:nvContentPartPr>
            <p14:xfrm>
              <a:off x="2858846" y="3552257"/>
              <a:ext cx="7344720" cy="28339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DB2E4325-2765-4D10-B891-447524C7ECC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95846" y="3489249"/>
                <a:ext cx="7470360" cy="2959576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8608A424-57D4-5288-72E2-50FBA364F578}"/>
              </a:ext>
            </a:extLst>
          </p:cNvPr>
          <p:cNvGrpSpPr/>
          <p:nvPr/>
        </p:nvGrpSpPr>
        <p:grpSpPr>
          <a:xfrm>
            <a:off x="193834" y="542580"/>
            <a:ext cx="11688052" cy="6190997"/>
            <a:chOff x="193834" y="542580"/>
            <a:chExt cx="11688052" cy="619099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64F09BC-B711-BF94-05CE-DF226DDA4CB5}"/>
                    </a:ext>
                  </a:extLst>
                </p14:cNvPr>
                <p14:cNvContentPartPr/>
                <p14:nvPr/>
              </p14:nvContentPartPr>
              <p14:xfrm>
                <a:off x="8205735" y="675780"/>
                <a:ext cx="280800" cy="209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64F09BC-B711-BF94-05CE-DF226DDA4CB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96735" y="666780"/>
                  <a:ext cx="298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26332B3-2088-A50E-873B-3394B23A612D}"/>
                    </a:ext>
                  </a:extLst>
                </p14:cNvPr>
                <p14:cNvContentPartPr/>
                <p14:nvPr/>
              </p14:nvContentPartPr>
              <p14:xfrm>
                <a:off x="1987815" y="542580"/>
                <a:ext cx="7596000" cy="3228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26332B3-2088-A50E-873B-3394B23A612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78815" y="533579"/>
                  <a:ext cx="7613640" cy="32464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F0243AA-9DA0-2C0E-EBB4-B4C818898187}"/>
                    </a:ext>
                  </a:extLst>
                </p14:cNvPr>
                <p14:cNvContentPartPr/>
                <p14:nvPr/>
              </p14:nvContentPartPr>
              <p14:xfrm>
                <a:off x="193834" y="848211"/>
                <a:ext cx="6605280" cy="4688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F0243AA-9DA0-2C0E-EBB4-B4C81889818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0831" y="785211"/>
                  <a:ext cx="6730927" cy="48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2502E57-1476-07DA-BB6A-435CF11F42FA}"/>
                    </a:ext>
                  </a:extLst>
                </p14:cNvPr>
                <p14:cNvContentPartPr/>
                <p14:nvPr/>
              </p14:nvContentPartPr>
              <p14:xfrm>
                <a:off x="439714" y="2120451"/>
                <a:ext cx="1273680" cy="3596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2502E57-1476-07DA-BB6A-435CF11F42F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6732" y="2057445"/>
                  <a:ext cx="1399284" cy="3721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DA4B6F3-3808-201A-99DE-377A13822A25}"/>
                    </a:ext>
                  </a:extLst>
                </p14:cNvPr>
                <p14:cNvContentPartPr/>
                <p14:nvPr/>
              </p14:nvContentPartPr>
              <p14:xfrm>
                <a:off x="1194206" y="1455617"/>
                <a:ext cx="3254400" cy="52779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DA4B6F3-3808-201A-99DE-377A13822A2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58206" y="1419617"/>
                  <a:ext cx="3326040" cy="53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AA716A0-5CB9-2CA1-ADB1-5D041CDEF8C7}"/>
                    </a:ext>
                  </a:extLst>
                </p14:cNvPr>
                <p14:cNvContentPartPr/>
                <p14:nvPr/>
              </p14:nvContentPartPr>
              <p14:xfrm>
                <a:off x="1424966" y="1070417"/>
                <a:ext cx="79920" cy="15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AA716A0-5CB9-2CA1-ADB1-5D041CDEF8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61966" y="1005952"/>
                  <a:ext cx="205560" cy="144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23B4248-2CFD-C635-9B49-AE2E9172AF44}"/>
                    </a:ext>
                  </a:extLst>
                </p14:cNvPr>
                <p14:cNvContentPartPr/>
                <p14:nvPr/>
              </p14:nvContentPartPr>
              <p14:xfrm>
                <a:off x="8926455" y="1872780"/>
                <a:ext cx="2521800" cy="3904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23B4248-2CFD-C635-9B49-AE2E9172AF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63455" y="1809780"/>
                  <a:ext cx="2647440" cy="40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96030B-8239-80AC-2E48-46DC1112526E}"/>
                    </a:ext>
                  </a:extLst>
                </p14:cNvPr>
                <p14:cNvContentPartPr/>
                <p14:nvPr/>
              </p14:nvContentPartPr>
              <p14:xfrm>
                <a:off x="9600015" y="6039780"/>
                <a:ext cx="1162440" cy="452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96030B-8239-80AC-2E48-46DC1112526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36995" y="5976780"/>
                  <a:ext cx="1288119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04E1C86-B3E2-DAB0-10F9-F4BE04A88A43}"/>
                    </a:ext>
                  </a:extLst>
                </p14:cNvPr>
                <p14:cNvContentPartPr/>
                <p14:nvPr/>
              </p14:nvContentPartPr>
              <p14:xfrm>
                <a:off x="8574375" y="4347420"/>
                <a:ext cx="231120" cy="311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04E1C86-B3E2-DAB0-10F9-F4BE04A88A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11375" y="4284347"/>
                  <a:ext cx="356760" cy="4375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80F5104-6E28-186E-1F6F-F5B2E4579831}"/>
                    </a:ext>
                  </a:extLst>
                </p14:cNvPr>
                <p14:cNvContentPartPr/>
                <p14:nvPr/>
              </p14:nvContentPartPr>
              <p14:xfrm>
                <a:off x="9158760" y="5158800"/>
                <a:ext cx="177840" cy="543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80F5104-6E28-186E-1F6F-F5B2E457983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49760" y="5149800"/>
                  <a:ext cx="19548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B7B07E4-4A2E-18A9-A94F-94B890307264}"/>
                    </a:ext>
                  </a:extLst>
                </p14:cNvPr>
                <p14:cNvContentPartPr/>
                <p14:nvPr/>
              </p14:nvContentPartPr>
              <p14:xfrm>
                <a:off x="9093240" y="4895280"/>
                <a:ext cx="360" cy="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B7B07E4-4A2E-18A9-A94F-94B89030726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84240" y="48862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F0BF635-BB43-C6ED-631F-0E5CEBBE85D5}"/>
                    </a:ext>
                  </a:extLst>
                </p14:cNvPr>
                <p14:cNvContentPartPr/>
                <p14:nvPr/>
              </p14:nvContentPartPr>
              <p14:xfrm>
                <a:off x="9121680" y="4898160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F0BF635-BB43-C6ED-631F-0E5CEBBE85D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12680" y="4889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1E00713-46DF-1D2F-CC11-D15F8DD9FC5F}"/>
                    </a:ext>
                  </a:extLst>
                </p14:cNvPr>
                <p14:cNvContentPartPr/>
                <p14:nvPr/>
              </p14:nvContentPartPr>
              <p14:xfrm>
                <a:off x="9093240" y="4902480"/>
                <a:ext cx="3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1E00713-46DF-1D2F-CC11-D15F8DD9FC5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84240" y="48934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318AA4A-0DA5-68F8-D89D-FC15285F6224}"/>
                    </a:ext>
                  </a:extLst>
                </p14:cNvPr>
                <p14:cNvContentPartPr/>
                <p14:nvPr/>
              </p14:nvContentPartPr>
              <p14:xfrm>
                <a:off x="8857440" y="4845240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318AA4A-0DA5-68F8-D89D-FC15285F622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48440" y="4836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29F9B14-5E81-6511-DB98-CAD39C91900F}"/>
                    </a:ext>
                  </a:extLst>
                </p14:cNvPr>
                <p14:cNvContentPartPr/>
                <p14:nvPr/>
              </p14:nvContentPartPr>
              <p14:xfrm>
                <a:off x="8849160" y="4766040"/>
                <a:ext cx="360" cy="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29F9B14-5E81-6511-DB98-CAD39C91900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40160" y="4757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B935C0A-2EEE-923D-8C74-E27C4607B0C9}"/>
                    </a:ext>
                  </a:extLst>
                </p14:cNvPr>
                <p14:cNvContentPartPr/>
                <p14:nvPr/>
              </p14:nvContentPartPr>
              <p14:xfrm>
                <a:off x="8858160" y="4839120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B935C0A-2EEE-923D-8C74-E27C4607B0C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49160" y="4830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C2C1016-68C4-5C3C-2721-0E7AFFF1870C}"/>
                    </a:ext>
                  </a:extLst>
                </p14:cNvPr>
                <p14:cNvContentPartPr/>
                <p14:nvPr/>
              </p14:nvContentPartPr>
              <p14:xfrm>
                <a:off x="8780760" y="4749120"/>
                <a:ext cx="360" cy="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C2C1016-68C4-5C3C-2721-0E7AFFF1870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71760" y="4740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0F1D7CA-77F2-CEE5-EA9C-F65D50928432}"/>
                    </a:ext>
                  </a:extLst>
                </p14:cNvPr>
                <p14:cNvContentPartPr/>
                <p14:nvPr/>
              </p14:nvContentPartPr>
              <p14:xfrm>
                <a:off x="8994960" y="4605120"/>
                <a:ext cx="360" cy="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0F1D7CA-77F2-CEE5-EA9C-F65D5092843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85960" y="4596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5596D52-C8DE-3C96-710D-7CA66E77611D}"/>
                    </a:ext>
                  </a:extLst>
                </p14:cNvPr>
                <p14:cNvContentPartPr/>
                <p14:nvPr/>
              </p14:nvContentPartPr>
              <p14:xfrm>
                <a:off x="9011520" y="4556160"/>
                <a:ext cx="36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5596D52-C8DE-3C96-710D-7CA66E77611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02520" y="4547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9ABB1A3-A495-3FCE-5CC2-8883F196B335}"/>
                    </a:ext>
                  </a:extLst>
                </p14:cNvPr>
                <p14:cNvContentPartPr/>
                <p14:nvPr/>
              </p14:nvContentPartPr>
              <p14:xfrm>
                <a:off x="9041040" y="4775760"/>
                <a:ext cx="158760" cy="399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9ABB1A3-A495-3FCE-5CC2-8883F196B3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32040" y="4766760"/>
                  <a:ext cx="1764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F3E567C-B6D5-764D-475F-8426E52982F7}"/>
                    </a:ext>
                  </a:extLst>
                </p14:cNvPr>
                <p14:cNvContentPartPr/>
                <p14:nvPr/>
              </p14:nvContentPartPr>
              <p14:xfrm>
                <a:off x="8732160" y="4914000"/>
                <a:ext cx="89640" cy="223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F3E567C-B6D5-764D-475F-8426E52982F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23160" y="4904985"/>
                  <a:ext cx="107280" cy="2408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7402456-28F5-AE5C-8BF0-DB3A3FFBD90E}"/>
                    </a:ext>
                  </a:extLst>
                </p14:cNvPr>
                <p14:cNvContentPartPr/>
                <p14:nvPr/>
              </p14:nvContentPartPr>
              <p14:xfrm>
                <a:off x="813686" y="941537"/>
                <a:ext cx="10185840" cy="45914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7402456-28F5-AE5C-8BF0-DB3A3FFBD9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0686" y="878537"/>
                  <a:ext cx="10311480" cy="47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AF0F077-6749-E22C-BD51-E3454D12317D}"/>
                    </a:ext>
                  </a:extLst>
                </p14:cNvPr>
                <p14:cNvContentPartPr/>
                <p14:nvPr/>
              </p14:nvContentPartPr>
              <p14:xfrm>
                <a:off x="1688126" y="1693937"/>
                <a:ext cx="1446840" cy="15314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AF0F077-6749-E22C-BD51-E3454D12317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25142" y="1630952"/>
                  <a:ext cx="1572449" cy="16570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C9EC1F-4E6A-9F41-A670-15B3CD58D05E}"/>
                    </a:ext>
                  </a:extLst>
                </p14:cNvPr>
                <p14:cNvContentPartPr/>
                <p14:nvPr/>
              </p14:nvContentPartPr>
              <p14:xfrm>
                <a:off x="591206" y="590177"/>
                <a:ext cx="11290680" cy="2610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C9EC1F-4E6A-9F41-A670-15B3CD58D05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8206" y="527177"/>
                  <a:ext cx="11416320" cy="2735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36E9B91-0B5F-2825-771E-08D800673828}"/>
              </a:ext>
            </a:extLst>
          </p:cNvPr>
          <p:cNvSpPr txBox="1"/>
          <p:nvPr/>
        </p:nvSpPr>
        <p:spPr>
          <a:xfrm>
            <a:off x="3643851" y="320694"/>
            <a:ext cx="44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Engravers MT" panose="02090707080505020304" pitchFamily="18" charset="77"/>
              </a:rPr>
              <a:t>SENTINEL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948A26-7EA5-F927-29B1-CF46D2DE5FA1}"/>
              </a:ext>
            </a:extLst>
          </p:cNvPr>
          <p:cNvSpPr txBox="1"/>
          <p:nvPr/>
        </p:nvSpPr>
        <p:spPr>
          <a:xfrm>
            <a:off x="10804114" y="535843"/>
            <a:ext cx="11340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29 Jan’26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Inspo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Log-In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6465C2-9B8F-BDE7-2BE2-28392F8B30A8}"/>
              </a:ext>
            </a:extLst>
          </p:cNvPr>
          <p:cNvSpPr txBox="1"/>
          <p:nvPr/>
        </p:nvSpPr>
        <p:spPr>
          <a:xfrm>
            <a:off x="2918252" y="2219481"/>
            <a:ext cx="59653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Motivation is a False God.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</a:rPr>
              <a:t>DISCIPLINE is Manhood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2909D73-A398-14B3-0816-8A1AEEF9DAD4}"/>
              </a:ext>
            </a:extLst>
          </p:cNvPr>
          <p:cNvSpPr/>
          <p:nvPr/>
        </p:nvSpPr>
        <p:spPr>
          <a:xfrm>
            <a:off x="4301797" y="5130953"/>
            <a:ext cx="3174373" cy="52395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&gt; Take Control… |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776656-4F15-C69E-0C4F-D5FD780D2852}"/>
              </a:ext>
            </a:extLst>
          </p:cNvPr>
          <p:cNvSpPr txBox="1"/>
          <p:nvPr/>
        </p:nvSpPr>
        <p:spPr>
          <a:xfrm>
            <a:off x="2594793" y="3732190"/>
            <a:ext cx="6782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The AI Brother that helps men rebuild Confidence, Discipline, and Self-Respect one day at a time</a:t>
            </a:r>
          </a:p>
        </p:txBody>
      </p:sp>
    </p:spTree>
    <p:extLst>
      <p:ext uri="{BB962C8B-B14F-4D97-AF65-F5344CB8AC3E}">
        <p14:creationId xmlns:p14="http://schemas.microsoft.com/office/powerpoint/2010/main" val="99393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colorTemperature colorTemp="78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9AC544-D87D-76E5-CFD8-14AFCCA34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FE1DAC7-5425-C276-DBBB-421A868EC86E}"/>
                  </a:ext>
                </a:extLst>
              </p14:cNvPr>
              <p14:cNvContentPartPr/>
              <p14:nvPr/>
            </p14:nvContentPartPr>
            <p14:xfrm>
              <a:off x="1698015" y="1571100"/>
              <a:ext cx="4430520" cy="1459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FE1DAC7-5425-C276-DBBB-421A868EC8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5015" y="1508084"/>
                <a:ext cx="4556160" cy="1585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E5D32E7-7D9C-6429-C4DB-477B6216A3AE}"/>
                  </a:ext>
                </a:extLst>
              </p14:cNvPr>
              <p14:cNvContentPartPr/>
              <p14:nvPr/>
            </p14:nvContentPartPr>
            <p14:xfrm>
              <a:off x="397335" y="427020"/>
              <a:ext cx="3883320" cy="4623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E5D32E7-7D9C-6429-C4DB-477B6216A3A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4335" y="364020"/>
                <a:ext cx="4008960" cy="47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FA84291-6EF8-9FBC-AB29-1F05AEEF602A}"/>
                  </a:ext>
                </a:extLst>
              </p14:cNvPr>
              <p14:cNvContentPartPr/>
              <p14:nvPr/>
            </p14:nvContentPartPr>
            <p14:xfrm>
              <a:off x="4407375" y="3498540"/>
              <a:ext cx="3371040" cy="9284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FA84291-6EF8-9FBC-AB29-1F05AEEF60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44375" y="3435540"/>
                <a:ext cx="3496680" cy="10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291AB9C-D582-F8FD-F94C-148D2326EC43}"/>
                  </a:ext>
                </a:extLst>
              </p14:cNvPr>
              <p14:cNvContentPartPr/>
              <p14:nvPr/>
            </p14:nvContentPartPr>
            <p14:xfrm>
              <a:off x="301575" y="1239540"/>
              <a:ext cx="4313160" cy="50180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291AB9C-D582-F8FD-F94C-148D2326EC4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8580" y="1176540"/>
                <a:ext cx="4438790" cy="514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BDABFB8-F17A-5550-FE67-066BA40D0176}"/>
                  </a:ext>
                </a:extLst>
              </p14:cNvPr>
              <p14:cNvContentPartPr/>
              <p14:nvPr/>
            </p14:nvContentPartPr>
            <p14:xfrm>
              <a:off x="4746135" y="6024660"/>
              <a:ext cx="5041800" cy="4712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BDABFB8-F17A-5550-FE67-066BA40D017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83135" y="5961660"/>
                <a:ext cx="516744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96E1151-FCE3-DE72-1963-9C91AEE0B352}"/>
                  </a:ext>
                </a:extLst>
              </p14:cNvPr>
              <p14:cNvContentPartPr/>
              <p14:nvPr/>
            </p14:nvContentPartPr>
            <p14:xfrm>
              <a:off x="7742055" y="2758740"/>
              <a:ext cx="1696680" cy="29930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96E1151-FCE3-DE72-1963-9C91AEE0B35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79055" y="2695740"/>
                <a:ext cx="1822320" cy="31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CCDC4F5-4ABE-4BFC-1765-9355E5ED6721}"/>
                  </a:ext>
                </a:extLst>
              </p14:cNvPr>
              <p14:cNvContentPartPr/>
              <p14:nvPr/>
            </p14:nvContentPartPr>
            <p14:xfrm>
              <a:off x="627735" y="517380"/>
              <a:ext cx="9995760" cy="5347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CCDC4F5-4ABE-4BFC-1765-9355E5ED672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64735" y="454380"/>
                <a:ext cx="10121400" cy="54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23C8609-9D02-E0E1-8831-225ABB23955E}"/>
                  </a:ext>
                </a:extLst>
              </p14:cNvPr>
              <p14:cNvContentPartPr/>
              <p14:nvPr/>
            </p14:nvContentPartPr>
            <p14:xfrm>
              <a:off x="625935" y="370860"/>
              <a:ext cx="10318680" cy="56804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23C8609-9D02-E0E1-8831-225ABB23955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62935" y="307860"/>
                <a:ext cx="10444320" cy="580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FAB5306-6D61-66BD-B960-72ABA6E3E2FA}"/>
                  </a:ext>
                </a:extLst>
              </p14:cNvPr>
              <p14:cNvContentPartPr/>
              <p14:nvPr/>
            </p14:nvContentPartPr>
            <p14:xfrm>
              <a:off x="3548775" y="555900"/>
              <a:ext cx="6784920" cy="59482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FAB5306-6D61-66BD-B960-72ABA6E3E2F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85775" y="492896"/>
                <a:ext cx="6910560" cy="60739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017D6CC-A56B-29C7-667F-B56EA1E4EDC2}"/>
                  </a:ext>
                </a:extLst>
              </p14:cNvPr>
              <p14:cNvContentPartPr/>
              <p14:nvPr/>
            </p14:nvContentPartPr>
            <p14:xfrm>
              <a:off x="2801314" y="343131"/>
              <a:ext cx="8780400" cy="20998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017D6CC-A56B-29C7-667F-B56EA1E4EDC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38314" y="280131"/>
                <a:ext cx="8906040" cy="222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7A0850C-E891-69E4-E242-1FE9C1F3C62B}"/>
                  </a:ext>
                </a:extLst>
              </p14:cNvPr>
              <p14:cNvContentPartPr/>
              <p14:nvPr/>
            </p14:nvContentPartPr>
            <p14:xfrm>
              <a:off x="307234" y="179331"/>
              <a:ext cx="3375000" cy="921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7A0850C-E891-69E4-E242-1FE9C1F3C62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4234" y="116331"/>
                <a:ext cx="35006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48C8E72-0D17-3991-9302-A5D0F8FFF438}"/>
                  </a:ext>
                </a:extLst>
              </p14:cNvPr>
              <p14:cNvContentPartPr/>
              <p14:nvPr/>
            </p14:nvContentPartPr>
            <p14:xfrm>
              <a:off x="3213874" y="207411"/>
              <a:ext cx="4355640" cy="3945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48C8E72-0D17-3991-9302-A5D0F8FFF43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50869" y="144468"/>
                <a:ext cx="4481290" cy="5200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06A0969-34F1-A4FA-7C18-69E1B1D71793}"/>
                  </a:ext>
                </a:extLst>
              </p14:cNvPr>
              <p14:cNvContentPartPr/>
              <p14:nvPr/>
            </p14:nvContentPartPr>
            <p14:xfrm>
              <a:off x="6779314" y="195171"/>
              <a:ext cx="4668840" cy="1083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06A0969-34F1-A4FA-7C18-69E1B1D7179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16319" y="132171"/>
                <a:ext cx="479447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5F5C903-7405-1374-732C-2CA92C0F803E}"/>
                  </a:ext>
                </a:extLst>
              </p14:cNvPr>
              <p14:cNvContentPartPr/>
              <p14:nvPr/>
            </p14:nvContentPartPr>
            <p14:xfrm>
              <a:off x="513154" y="1171491"/>
              <a:ext cx="11342880" cy="54417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5F5C903-7405-1374-732C-2CA92C0F803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50154" y="1108491"/>
                <a:ext cx="11468520" cy="55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53D83E7-284F-58D2-D625-B2515870BC91}"/>
                  </a:ext>
                </a:extLst>
              </p14:cNvPr>
              <p14:cNvContentPartPr/>
              <p14:nvPr/>
            </p14:nvContentPartPr>
            <p14:xfrm>
              <a:off x="7951834" y="1112811"/>
              <a:ext cx="3864960" cy="40928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53D83E7-284F-58D2-D625-B2515870BC9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888834" y="1049811"/>
                <a:ext cx="3990600" cy="42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18405FF-48AB-A7C6-2ED4-0A53E1A97CAB}"/>
                  </a:ext>
                </a:extLst>
              </p14:cNvPr>
              <p14:cNvContentPartPr/>
              <p14:nvPr/>
            </p14:nvContentPartPr>
            <p14:xfrm>
              <a:off x="1278874" y="286611"/>
              <a:ext cx="10692720" cy="29844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18405FF-48AB-A7C6-2ED4-0A53E1A97CA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15874" y="223611"/>
                <a:ext cx="10818360" cy="31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9EC1B27-D111-FCFF-4CA5-39A0A09065DF}"/>
                  </a:ext>
                </a:extLst>
              </p14:cNvPr>
              <p14:cNvContentPartPr/>
              <p14:nvPr/>
            </p14:nvContentPartPr>
            <p14:xfrm>
              <a:off x="1030114" y="4029891"/>
              <a:ext cx="8195760" cy="18838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9EC1B27-D111-FCFF-4CA5-39A0A09065D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67114" y="3966891"/>
                <a:ext cx="8321400" cy="20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4AB3BF6-AE11-3507-8C56-FFD22255F61D}"/>
                  </a:ext>
                </a:extLst>
              </p14:cNvPr>
              <p14:cNvContentPartPr/>
              <p14:nvPr/>
            </p14:nvContentPartPr>
            <p14:xfrm>
              <a:off x="368074" y="1757571"/>
              <a:ext cx="10362600" cy="47844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4AB3BF6-AE11-3507-8C56-FFD22255F61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5072" y="1694571"/>
                <a:ext cx="10488244" cy="49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69E6506-BAD7-9BD0-A399-D3E79EB4C695}"/>
                  </a:ext>
                </a:extLst>
              </p14:cNvPr>
              <p14:cNvContentPartPr/>
              <p14:nvPr/>
            </p14:nvContentPartPr>
            <p14:xfrm>
              <a:off x="4941154" y="6521451"/>
              <a:ext cx="3124440" cy="896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69E6506-BAD7-9BD0-A399-D3E79EB4C69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78161" y="6458703"/>
                <a:ext cx="3250066" cy="214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DFC98BA5-C5AC-0755-B80C-4C3282F720C0}"/>
                  </a:ext>
                </a:extLst>
              </p14:cNvPr>
              <p14:cNvContentPartPr/>
              <p14:nvPr/>
            </p14:nvContentPartPr>
            <p14:xfrm>
              <a:off x="8924760" y="4639320"/>
              <a:ext cx="243360" cy="2786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DFC98BA5-C5AC-0755-B80C-4C3282F720C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15760" y="4630320"/>
                <a:ext cx="26100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A4EC12D5-A327-97A8-EC6F-1045371569A0}"/>
                  </a:ext>
                </a:extLst>
              </p14:cNvPr>
              <p14:cNvContentPartPr/>
              <p14:nvPr/>
            </p14:nvContentPartPr>
            <p14:xfrm>
              <a:off x="8785080" y="5043600"/>
              <a:ext cx="43200" cy="3175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A4EC12D5-A327-97A8-EC6F-1045371569A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76080" y="5034600"/>
                <a:ext cx="608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B80A3861-3E6B-BBD1-E24E-E940CBAFEF82}"/>
                  </a:ext>
                </a:extLst>
              </p14:cNvPr>
              <p14:cNvContentPartPr/>
              <p14:nvPr/>
            </p14:nvContentPartPr>
            <p14:xfrm>
              <a:off x="2827166" y="6340457"/>
              <a:ext cx="360" cy="75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B80A3861-3E6B-BBD1-E24E-E940CBAFEF8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791166" y="6304457"/>
                <a:ext cx="720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E6E0C84-4E99-9CD5-8130-12FC2A8BED0F}"/>
                  </a:ext>
                </a:extLst>
              </p14:cNvPr>
              <p14:cNvContentPartPr/>
              <p14:nvPr/>
            </p14:nvContentPartPr>
            <p14:xfrm>
              <a:off x="258206" y="388937"/>
              <a:ext cx="10150200" cy="59421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E6E0C84-4E99-9CD5-8130-12FC2A8BED0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95206" y="325937"/>
                <a:ext cx="10275840" cy="606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DBD9A4E-6216-8887-F1DF-B5F676823747}"/>
                  </a:ext>
                </a:extLst>
              </p14:cNvPr>
              <p14:cNvContentPartPr/>
              <p14:nvPr/>
            </p14:nvContentPartPr>
            <p14:xfrm>
              <a:off x="2858846" y="3552257"/>
              <a:ext cx="7344720" cy="28339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DBD9A4E-6216-8887-F1DF-B5F67682374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795846" y="3489249"/>
                <a:ext cx="7470360" cy="2959576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881DF7C-7BE0-AEFD-9F44-155DFDB7FFA2}"/>
              </a:ext>
            </a:extLst>
          </p:cNvPr>
          <p:cNvGrpSpPr/>
          <p:nvPr/>
        </p:nvGrpSpPr>
        <p:grpSpPr>
          <a:xfrm>
            <a:off x="193834" y="542580"/>
            <a:ext cx="11688052" cy="6190997"/>
            <a:chOff x="193834" y="542580"/>
            <a:chExt cx="11688052" cy="6190997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56445E-A552-7F12-F7C0-94A114DFA913}"/>
                    </a:ext>
                  </a:extLst>
                </p14:cNvPr>
                <p14:cNvContentPartPr/>
                <p14:nvPr/>
              </p14:nvContentPartPr>
              <p14:xfrm>
                <a:off x="8205735" y="675780"/>
                <a:ext cx="280800" cy="209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56445E-A552-7F12-F7C0-94A114DFA91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96735" y="666780"/>
                  <a:ext cx="298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233285-6BB5-369C-8946-8F8328DB0204}"/>
                    </a:ext>
                  </a:extLst>
                </p14:cNvPr>
                <p14:cNvContentPartPr/>
                <p14:nvPr/>
              </p14:nvContentPartPr>
              <p14:xfrm>
                <a:off x="1987815" y="542580"/>
                <a:ext cx="7596000" cy="3228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233285-6BB5-369C-8946-8F8328DB020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78815" y="533579"/>
                  <a:ext cx="7613640" cy="32464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7997932-8F2C-C672-0BDE-1D93B6CEBF1A}"/>
                    </a:ext>
                  </a:extLst>
                </p14:cNvPr>
                <p14:cNvContentPartPr/>
                <p14:nvPr/>
              </p14:nvContentPartPr>
              <p14:xfrm>
                <a:off x="193834" y="848211"/>
                <a:ext cx="6605280" cy="4688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7997932-8F2C-C672-0BDE-1D93B6CEBF1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0831" y="785211"/>
                  <a:ext cx="6730927" cy="48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2CA4FDD-585A-6413-011F-0715E2D6DA7E}"/>
                    </a:ext>
                  </a:extLst>
                </p14:cNvPr>
                <p14:cNvContentPartPr/>
                <p14:nvPr/>
              </p14:nvContentPartPr>
              <p14:xfrm>
                <a:off x="439714" y="2120451"/>
                <a:ext cx="1273680" cy="3596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2CA4FDD-585A-6413-011F-0715E2D6DA7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6732" y="2057445"/>
                  <a:ext cx="1399284" cy="3721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F9DA88A-4270-26AB-BF06-37F124537691}"/>
                    </a:ext>
                  </a:extLst>
                </p14:cNvPr>
                <p14:cNvContentPartPr/>
                <p14:nvPr/>
              </p14:nvContentPartPr>
              <p14:xfrm>
                <a:off x="1194206" y="1455617"/>
                <a:ext cx="3254400" cy="5277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F9DA88A-4270-26AB-BF06-37F12453769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58206" y="1419617"/>
                  <a:ext cx="3326040" cy="534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732EF03-51A2-92EB-7BB8-D4686B31865C}"/>
                    </a:ext>
                  </a:extLst>
                </p14:cNvPr>
                <p14:cNvContentPartPr/>
                <p14:nvPr/>
              </p14:nvContentPartPr>
              <p14:xfrm>
                <a:off x="1424966" y="1070417"/>
                <a:ext cx="79920" cy="158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732EF03-51A2-92EB-7BB8-D4686B31865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361966" y="1005952"/>
                  <a:ext cx="205560" cy="144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D28C449-D62C-713A-09BA-0C346A658E98}"/>
                    </a:ext>
                  </a:extLst>
                </p14:cNvPr>
                <p14:cNvContentPartPr/>
                <p14:nvPr/>
              </p14:nvContentPartPr>
              <p14:xfrm>
                <a:off x="8926455" y="1872780"/>
                <a:ext cx="2521800" cy="3904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D28C449-D62C-713A-09BA-0C346A658E9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63455" y="1809780"/>
                  <a:ext cx="2647440" cy="40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C90AD5C-FE05-A3F2-5299-F94FA2E754AF}"/>
                    </a:ext>
                  </a:extLst>
                </p14:cNvPr>
                <p14:cNvContentPartPr/>
                <p14:nvPr/>
              </p14:nvContentPartPr>
              <p14:xfrm>
                <a:off x="9600015" y="6039780"/>
                <a:ext cx="1162440" cy="452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C90AD5C-FE05-A3F2-5299-F94FA2E754A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36995" y="5976780"/>
                  <a:ext cx="1288119" cy="57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D6D4B41-3317-1C09-01FA-56951663FC5C}"/>
                    </a:ext>
                  </a:extLst>
                </p14:cNvPr>
                <p14:cNvContentPartPr/>
                <p14:nvPr/>
              </p14:nvContentPartPr>
              <p14:xfrm>
                <a:off x="8574375" y="4347420"/>
                <a:ext cx="231120" cy="311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D6D4B41-3317-1C09-01FA-56951663FC5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11375" y="4284347"/>
                  <a:ext cx="356760" cy="4375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0414363-3BA2-E9EB-8981-DEABEAAB337F}"/>
                    </a:ext>
                  </a:extLst>
                </p14:cNvPr>
                <p14:cNvContentPartPr/>
                <p14:nvPr/>
              </p14:nvContentPartPr>
              <p14:xfrm>
                <a:off x="9158760" y="5158800"/>
                <a:ext cx="177840" cy="5439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0414363-3BA2-E9EB-8981-DEABEAAB337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49760" y="5149800"/>
                  <a:ext cx="19548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FC40FBD-C656-8ACC-2247-FD2A75DDE47B}"/>
                    </a:ext>
                  </a:extLst>
                </p14:cNvPr>
                <p14:cNvContentPartPr/>
                <p14:nvPr/>
              </p14:nvContentPartPr>
              <p14:xfrm>
                <a:off x="9093240" y="4895280"/>
                <a:ext cx="360" cy="3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FC40FBD-C656-8ACC-2247-FD2A75DDE4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84240" y="48862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5CF02C3-83AE-F1C4-665A-E2B2CAAAE1A4}"/>
                    </a:ext>
                  </a:extLst>
                </p14:cNvPr>
                <p14:cNvContentPartPr/>
                <p14:nvPr/>
              </p14:nvContentPartPr>
              <p14:xfrm>
                <a:off x="9121680" y="4898160"/>
                <a:ext cx="360" cy="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5CF02C3-83AE-F1C4-665A-E2B2CAAAE1A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12680" y="4889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64B5058-3093-4AC2-3DF9-4B9C11A47FBA}"/>
                    </a:ext>
                  </a:extLst>
                </p14:cNvPr>
                <p14:cNvContentPartPr/>
                <p14:nvPr/>
              </p14:nvContentPartPr>
              <p14:xfrm>
                <a:off x="9093240" y="4902480"/>
                <a:ext cx="36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64B5058-3093-4AC2-3DF9-4B9C11A47FB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84240" y="48934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A318BE5-C98E-6E39-3BE6-CC0AD7A45F38}"/>
                    </a:ext>
                  </a:extLst>
                </p14:cNvPr>
                <p14:cNvContentPartPr/>
                <p14:nvPr/>
              </p14:nvContentPartPr>
              <p14:xfrm>
                <a:off x="8857440" y="4845240"/>
                <a:ext cx="360" cy="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A318BE5-C98E-6E39-3BE6-CC0AD7A45F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48440" y="48362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27AF316-64C2-AF24-6AF2-96035EC94F5D}"/>
                    </a:ext>
                  </a:extLst>
                </p14:cNvPr>
                <p14:cNvContentPartPr/>
                <p14:nvPr/>
              </p14:nvContentPartPr>
              <p14:xfrm>
                <a:off x="8849160" y="4766040"/>
                <a:ext cx="360" cy="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27AF316-64C2-AF24-6AF2-96035EC94F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40160" y="47570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8A6FF12-FBA5-D2D3-0937-9123B0A6FE16}"/>
                    </a:ext>
                  </a:extLst>
                </p14:cNvPr>
                <p14:cNvContentPartPr/>
                <p14:nvPr/>
              </p14:nvContentPartPr>
              <p14:xfrm>
                <a:off x="8858160" y="4839120"/>
                <a:ext cx="360" cy="3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8A6FF12-FBA5-D2D3-0937-9123B0A6FE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49160" y="4830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56AEA80-EA18-3615-44A1-8598BD3292D7}"/>
                    </a:ext>
                  </a:extLst>
                </p14:cNvPr>
                <p14:cNvContentPartPr/>
                <p14:nvPr/>
              </p14:nvContentPartPr>
              <p14:xfrm>
                <a:off x="8780760" y="4749120"/>
                <a:ext cx="360" cy="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56AEA80-EA18-3615-44A1-8598BD3292D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771760" y="4740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0528C9E-AB10-66EA-DFE5-E7491028138F}"/>
                    </a:ext>
                  </a:extLst>
                </p14:cNvPr>
                <p14:cNvContentPartPr/>
                <p14:nvPr/>
              </p14:nvContentPartPr>
              <p14:xfrm>
                <a:off x="8994960" y="4605120"/>
                <a:ext cx="360" cy="3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0528C9E-AB10-66EA-DFE5-E7491028138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85960" y="45961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5683FC4A-9E7E-99BC-D7F1-E7B1EE755334}"/>
                    </a:ext>
                  </a:extLst>
                </p14:cNvPr>
                <p14:cNvContentPartPr/>
                <p14:nvPr/>
              </p14:nvContentPartPr>
              <p14:xfrm>
                <a:off x="9011520" y="4556160"/>
                <a:ext cx="360" cy="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5683FC4A-9E7E-99BC-D7F1-E7B1EE7553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02520" y="45471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EB89946-3E87-0879-32C5-E08E2DA8E427}"/>
                    </a:ext>
                  </a:extLst>
                </p14:cNvPr>
                <p14:cNvContentPartPr/>
                <p14:nvPr/>
              </p14:nvContentPartPr>
              <p14:xfrm>
                <a:off x="9041040" y="4775760"/>
                <a:ext cx="158760" cy="3996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EB89946-3E87-0879-32C5-E08E2DA8E42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32040" y="4766760"/>
                  <a:ext cx="1764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69A4212-67EC-784C-9CD6-AB2D2BF15943}"/>
                    </a:ext>
                  </a:extLst>
                </p14:cNvPr>
                <p14:cNvContentPartPr/>
                <p14:nvPr/>
              </p14:nvContentPartPr>
              <p14:xfrm>
                <a:off x="8732160" y="4914000"/>
                <a:ext cx="89640" cy="223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69A4212-67EC-784C-9CD6-AB2D2BF1594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723160" y="4904985"/>
                  <a:ext cx="107280" cy="2408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42CC330-BB0B-3339-3ED8-608CA0AFDEA8}"/>
                    </a:ext>
                  </a:extLst>
                </p14:cNvPr>
                <p14:cNvContentPartPr/>
                <p14:nvPr/>
              </p14:nvContentPartPr>
              <p14:xfrm>
                <a:off x="813686" y="941537"/>
                <a:ext cx="10185840" cy="4591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42CC330-BB0B-3339-3ED8-608CA0AFDEA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0686" y="878537"/>
                  <a:ext cx="10311480" cy="47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DC9CDDC-BE4C-8678-4D97-475BC7012F7C}"/>
                    </a:ext>
                  </a:extLst>
                </p14:cNvPr>
                <p14:cNvContentPartPr/>
                <p14:nvPr/>
              </p14:nvContentPartPr>
              <p14:xfrm>
                <a:off x="1688126" y="1693937"/>
                <a:ext cx="1446840" cy="1531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DC9CDDC-BE4C-8678-4D97-475BC7012F7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625142" y="1630952"/>
                  <a:ext cx="1572449" cy="16570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A6A8E38-BC45-F6EF-D243-CBCD3692C2A9}"/>
                    </a:ext>
                  </a:extLst>
                </p14:cNvPr>
                <p14:cNvContentPartPr/>
                <p14:nvPr/>
              </p14:nvContentPartPr>
              <p14:xfrm>
                <a:off x="591206" y="590177"/>
                <a:ext cx="11290680" cy="26100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A6A8E38-BC45-F6EF-D243-CBCD3692C2A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8206" y="527177"/>
                  <a:ext cx="11416320" cy="2735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FE2046D-921A-BB23-95DC-9950B10EA799}"/>
              </a:ext>
            </a:extLst>
          </p:cNvPr>
          <p:cNvSpPr txBox="1"/>
          <p:nvPr/>
        </p:nvSpPr>
        <p:spPr>
          <a:xfrm>
            <a:off x="3643851" y="320694"/>
            <a:ext cx="448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Algerian" panose="04020705040A02060702" pitchFamily="82" charset="77"/>
              </a:rPr>
              <a:t>SENTINEL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CF674F-C5A8-CFA1-A522-71691693D2AE}"/>
              </a:ext>
            </a:extLst>
          </p:cNvPr>
          <p:cNvSpPr txBox="1"/>
          <p:nvPr/>
        </p:nvSpPr>
        <p:spPr>
          <a:xfrm>
            <a:off x="11099700" y="535843"/>
            <a:ext cx="8384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Inspo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Log-In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772ADE-8601-C919-BC36-25B1F179C1EF}"/>
              </a:ext>
            </a:extLst>
          </p:cNvPr>
          <p:cNvSpPr txBox="1"/>
          <p:nvPr/>
        </p:nvSpPr>
        <p:spPr>
          <a:xfrm>
            <a:off x="2918252" y="2219481"/>
            <a:ext cx="59653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Motivation is a False God.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</a:rPr>
              <a:t>DISCIPLINE is Manhood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8A4B618-B2C1-567D-4635-9584E789BF5A}"/>
              </a:ext>
            </a:extLst>
          </p:cNvPr>
          <p:cNvSpPr/>
          <p:nvPr/>
        </p:nvSpPr>
        <p:spPr>
          <a:xfrm>
            <a:off x="4250995" y="5130953"/>
            <a:ext cx="3174373" cy="52395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&gt; Take Control… |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76E4C8-D1A6-4FA1-7D88-6096D8C7B330}"/>
              </a:ext>
            </a:extLst>
          </p:cNvPr>
          <p:cNvSpPr txBox="1"/>
          <p:nvPr/>
        </p:nvSpPr>
        <p:spPr>
          <a:xfrm>
            <a:off x="2594793" y="3732190"/>
            <a:ext cx="67829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The AI Brother that helps men rebuild Confidence, Discipline, and Self-Respect one day at a time</a:t>
            </a:r>
          </a:p>
        </p:txBody>
      </p:sp>
    </p:spTree>
    <p:extLst>
      <p:ext uri="{BB962C8B-B14F-4D97-AF65-F5344CB8AC3E}">
        <p14:creationId xmlns:p14="http://schemas.microsoft.com/office/powerpoint/2010/main" val="1639494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39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404E2564-B4D8-2BDD-BEA7-870FF0DF2049}"/>
              </a:ext>
            </a:extLst>
          </p:cNvPr>
          <p:cNvSpPr/>
          <p:nvPr/>
        </p:nvSpPr>
        <p:spPr>
          <a:xfrm rot="10800000">
            <a:off x="2191202" y="1236060"/>
            <a:ext cx="7845102" cy="5197987"/>
          </a:xfrm>
          <a:prstGeom prst="snip1Rect">
            <a:avLst/>
          </a:prstGeom>
          <a:solidFill>
            <a:srgbClr val="0A0A0A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880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6CD9F9-3EE0-8FEF-39D0-06B7BAD4FF21}"/>
              </a:ext>
            </a:extLst>
          </p:cNvPr>
          <p:cNvSpPr txBox="1"/>
          <p:nvPr/>
        </p:nvSpPr>
        <p:spPr>
          <a:xfrm>
            <a:off x="2429163" y="1570182"/>
            <a:ext cx="7084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So, what’s been weighing on you lately?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7C7A0BC-9465-AAEE-422E-8CFB95B2F2A3}"/>
              </a:ext>
            </a:extLst>
          </p:cNvPr>
          <p:cNvSpPr/>
          <p:nvPr/>
        </p:nvSpPr>
        <p:spPr>
          <a:xfrm>
            <a:off x="3140364" y="5126182"/>
            <a:ext cx="6613237" cy="868218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7A5A6-5344-2414-884A-C89464388E29}"/>
              </a:ext>
            </a:extLst>
          </p:cNvPr>
          <p:cNvSpPr txBox="1"/>
          <p:nvPr/>
        </p:nvSpPr>
        <p:spPr>
          <a:xfrm>
            <a:off x="3537527" y="5375625"/>
            <a:ext cx="2686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Feeling invisible socially?</a:t>
            </a:r>
          </a:p>
        </p:txBody>
      </p:sp>
    </p:spTree>
    <p:extLst>
      <p:ext uri="{BB962C8B-B14F-4D97-AF65-F5344CB8AC3E}">
        <p14:creationId xmlns:p14="http://schemas.microsoft.com/office/powerpoint/2010/main" val="3744368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  <a:alpha val="97726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ame-side Corner of Rectangle 1">
            <a:extLst>
              <a:ext uri="{FF2B5EF4-FFF2-40B4-BE49-F238E27FC236}">
                <a16:creationId xmlns:a16="http://schemas.microsoft.com/office/drawing/2014/main" id="{B8FD0A1B-9E99-45B7-8E7D-71C0D27C0AAB}"/>
              </a:ext>
            </a:extLst>
          </p:cNvPr>
          <p:cNvSpPr/>
          <p:nvPr/>
        </p:nvSpPr>
        <p:spPr>
          <a:xfrm rot="5400000">
            <a:off x="-2169044" y="2243471"/>
            <a:ext cx="6687882" cy="2349795"/>
          </a:xfrm>
          <a:prstGeom prst="round2Same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ame-side Corner of Rectangle 2">
            <a:extLst>
              <a:ext uri="{FF2B5EF4-FFF2-40B4-BE49-F238E27FC236}">
                <a16:creationId xmlns:a16="http://schemas.microsoft.com/office/drawing/2014/main" id="{42498ABB-C01E-ADF3-651B-F7158F17972D}"/>
              </a:ext>
            </a:extLst>
          </p:cNvPr>
          <p:cNvSpPr/>
          <p:nvPr/>
        </p:nvSpPr>
        <p:spPr>
          <a:xfrm rot="16200000">
            <a:off x="7673162" y="2243469"/>
            <a:ext cx="6687882" cy="2349795"/>
          </a:xfrm>
          <a:prstGeom prst="round2Same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73D3B6-CBFC-F091-8F3B-1B233CEDB7B9}"/>
              </a:ext>
            </a:extLst>
          </p:cNvPr>
          <p:cNvSpPr txBox="1"/>
          <p:nvPr/>
        </p:nvSpPr>
        <p:spPr>
          <a:xfrm>
            <a:off x="2608851" y="89678"/>
            <a:ext cx="1971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77"/>
              </a:rPr>
              <a:t>SENTINEL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20229-83BC-3C2C-CC00-2BA69A764097}"/>
              </a:ext>
            </a:extLst>
          </p:cNvPr>
          <p:cNvSpPr txBox="1"/>
          <p:nvPr/>
        </p:nvSpPr>
        <p:spPr>
          <a:xfrm>
            <a:off x="113122" y="320511"/>
            <a:ext cx="20361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Vent-Out</a:t>
            </a:r>
            <a:r>
              <a:rPr lang="en-US" dirty="0">
                <a:solidFill>
                  <a:schemeClr val="bg1"/>
                </a:solidFill>
              </a:rPr>
              <a:t>                 +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Chat-1</a:t>
            </a:r>
          </a:p>
          <a:p>
            <a:r>
              <a:rPr lang="en-US" dirty="0">
                <a:solidFill>
                  <a:schemeClr val="bg1"/>
                </a:solidFill>
              </a:rPr>
              <a:t>Chat-2</a:t>
            </a:r>
          </a:p>
          <a:p>
            <a:r>
              <a:rPr lang="en-US" dirty="0">
                <a:solidFill>
                  <a:schemeClr val="bg1"/>
                </a:solidFill>
              </a:rPr>
              <a:t>Chat-3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32469-82D6-A896-DAEF-6FEC816CFEAB}"/>
              </a:ext>
            </a:extLst>
          </p:cNvPr>
          <p:cNvSpPr txBox="1"/>
          <p:nvPr/>
        </p:nvSpPr>
        <p:spPr>
          <a:xfrm>
            <a:off x="156802" y="3418366"/>
            <a:ext cx="20361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Bro-Tip</a:t>
            </a:r>
            <a:r>
              <a:rPr lang="en-US" dirty="0">
                <a:solidFill>
                  <a:schemeClr val="bg1"/>
                </a:solidFill>
              </a:rPr>
              <a:t>                    +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Chat-1</a:t>
            </a:r>
          </a:p>
          <a:p>
            <a:r>
              <a:rPr lang="en-US" dirty="0">
                <a:solidFill>
                  <a:schemeClr val="bg1"/>
                </a:solidFill>
              </a:rPr>
              <a:t>Chat-2</a:t>
            </a:r>
          </a:p>
          <a:p>
            <a:r>
              <a:rPr lang="en-US" dirty="0">
                <a:solidFill>
                  <a:schemeClr val="bg1"/>
                </a:solidFill>
              </a:rPr>
              <a:t>Chat-3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D0F48-408C-547A-2719-7A46B5A2E07C}"/>
              </a:ext>
            </a:extLst>
          </p:cNvPr>
          <p:cNvSpPr txBox="1"/>
          <p:nvPr/>
        </p:nvSpPr>
        <p:spPr>
          <a:xfrm>
            <a:off x="9999009" y="3418366"/>
            <a:ext cx="1954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Long-Term Goals</a:t>
            </a:r>
            <a:r>
              <a:rPr lang="en-US" sz="1600" dirty="0">
                <a:solidFill>
                  <a:schemeClr val="bg1"/>
                </a:solidFill>
              </a:rPr>
              <a:t>               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FE9B11-95E6-C442-6B04-FD6772BD7E4B}"/>
              </a:ext>
            </a:extLst>
          </p:cNvPr>
          <p:cNvSpPr txBox="1"/>
          <p:nvPr/>
        </p:nvSpPr>
        <p:spPr>
          <a:xfrm>
            <a:off x="9999009" y="1793238"/>
            <a:ext cx="1954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Weekly-Goals</a:t>
            </a:r>
            <a:r>
              <a:rPr lang="en-US" sz="1600" dirty="0">
                <a:solidFill>
                  <a:schemeClr val="bg1"/>
                </a:solidFill>
              </a:rPr>
              <a:t>               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C52EF-527C-F083-6016-2EEB4218D85A}"/>
              </a:ext>
            </a:extLst>
          </p:cNvPr>
          <p:cNvSpPr txBox="1"/>
          <p:nvPr/>
        </p:nvSpPr>
        <p:spPr>
          <a:xfrm>
            <a:off x="9999009" y="4891094"/>
            <a:ext cx="1954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Saved Tips</a:t>
            </a:r>
            <a:r>
              <a:rPr lang="en-US" sz="1600" dirty="0">
                <a:solidFill>
                  <a:schemeClr val="bg1"/>
                </a:solidFill>
              </a:rPr>
              <a:t>               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Tip1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A7DC32-69A1-C592-0EF4-435B44DE911E}"/>
              </a:ext>
            </a:extLst>
          </p:cNvPr>
          <p:cNvSpPr txBox="1"/>
          <p:nvPr/>
        </p:nvSpPr>
        <p:spPr>
          <a:xfrm>
            <a:off x="9999009" y="320510"/>
            <a:ext cx="1954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Daily-Goals</a:t>
            </a:r>
            <a:r>
              <a:rPr lang="en-US" sz="1600" dirty="0">
                <a:solidFill>
                  <a:schemeClr val="bg1"/>
                </a:solidFill>
              </a:rPr>
              <a:t>               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FF4B22-E631-ED67-0D55-C30C681AF089}"/>
              </a:ext>
            </a:extLst>
          </p:cNvPr>
          <p:cNvSpPr/>
          <p:nvPr/>
        </p:nvSpPr>
        <p:spPr>
          <a:xfrm>
            <a:off x="2940211" y="2196446"/>
            <a:ext cx="2714920" cy="2828041"/>
          </a:xfrm>
          <a:prstGeom prst="ellipse">
            <a:avLst/>
          </a:prstGeom>
          <a:noFill/>
          <a:ln w="139700" cap="rnd" cmpd="sng">
            <a:solidFill>
              <a:schemeClr val="accent2"/>
            </a:solidFill>
            <a:prstDash val="lgDashDot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2714920"/>
                      <a:gd name="csY0" fmla="*/ 1414021 h 2828041"/>
                      <a:gd name="csX1" fmla="*/ 1357460 w 2714920"/>
                      <a:gd name="csY1" fmla="*/ 0 h 2828041"/>
                      <a:gd name="csX2" fmla="*/ 2714920 w 2714920"/>
                      <a:gd name="csY2" fmla="*/ 1414021 h 2828041"/>
                      <a:gd name="csX3" fmla="*/ 1357460 w 2714920"/>
                      <a:gd name="csY3" fmla="*/ 2828042 h 2828041"/>
                      <a:gd name="csX4" fmla="*/ 0 w 2714920"/>
                      <a:gd name="csY4" fmla="*/ 1414021 h 282804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714920" h="2828041" extrusionOk="0">
                        <a:moveTo>
                          <a:pt x="0" y="1414021"/>
                        </a:moveTo>
                        <a:cubicBezTo>
                          <a:pt x="-163305" y="532349"/>
                          <a:pt x="547159" y="22743"/>
                          <a:pt x="1357460" y="0"/>
                        </a:cubicBezTo>
                        <a:cubicBezTo>
                          <a:pt x="2313359" y="43409"/>
                          <a:pt x="2547320" y="638408"/>
                          <a:pt x="2714920" y="1414021"/>
                        </a:cubicBezTo>
                        <a:cubicBezTo>
                          <a:pt x="2661977" y="2246664"/>
                          <a:pt x="2076203" y="2999173"/>
                          <a:pt x="1357460" y="2828042"/>
                        </a:cubicBezTo>
                        <a:cubicBezTo>
                          <a:pt x="552149" y="2797618"/>
                          <a:pt x="146776" y="2265094"/>
                          <a:pt x="0" y="141402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8E2B484-139D-0CE2-244A-A7E0A8A30BC0}"/>
              </a:ext>
            </a:extLst>
          </p:cNvPr>
          <p:cNvSpPr/>
          <p:nvPr/>
        </p:nvSpPr>
        <p:spPr>
          <a:xfrm>
            <a:off x="6536869" y="2196445"/>
            <a:ext cx="2714920" cy="2828041"/>
          </a:xfrm>
          <a:prstGeom prst="ellipse">
            <a:avLst/>
          </a:prstGeom>
          <a:noFill/>
          <a:ln w="139700" cap="rnd" cmpd="sng">
            <a:solidFill>
              <a:schemeClr val="accent2"/>
            </a:solidFill>
            <a:prstDash val="lgDashDotDot"/>
            <a:miter lim="800000"/>
            <a:extLst>
              <a:ext uri="{C807C97D-BFC1-408E-A445-0C87EB9F89A2}">
                <ask:lineSketchStyleProps xmlns:ask="http://schemas.microsoft.com/office/drawing/2018/sketchyshapes" sd="2650216993">
                  <a:custGeom>
                    <a:avLst/>
                    <a:gdLst>
                      <a:gd name="csX0" fmla="*/ 0 w 2714920"/>
                      <a:gd name="csY0" fmla="*/ 1414021 h 2828041"/>
                      <a:gd name="csX1" fmla="*/ 1357460 w 2714920"/>
                      <a:gd name="csY1" fmla="*/ 0 h 2828041"/>
                      <a:gd name="csX2" fmla="*/ 2714920 w 2714920"/>
                      <a:gd name="csY2" fmla="*/ 1414021 h 2828041"/>
                      <a:gd name="csX3" fmla="*/ 1357460 w 2714920"/>
                      <a:gd name="csY3" fmla="*/ 2828042 h 2828041"/>
                      <a:gd name="csX4" fmla="*/ 0 w 2714920"/>
                      <a:gd name="csY4" fmla="*/ 1414021 h 282804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2714920" h="2828041" extrusionOk="0">
                        <a:moveTo>
                          <a:pt x="0" y="1414021"/>
                        </a:moveTo>
                        <a:cubicBezTo>
                          <a:pt x="-128671" y="638583"/>
                          <a:pt x="722992" y="113296"/>
                          <a:pt x="1357460" y="0"/>
                        </a:cubicBezTo>
                        <a:cubicBezTo>
                          <a:pt x="2190735" y="171519"/>
                          <a:pt x="2722040" y="850381"/>
                          <a:pt x="2714920" y="1414021"/>
                        </a:cubicBezTo>
                        <a:cubicBezTo>
                          <a:pt x="2695646" y="2165884"/>
                          <a:pt x="2179081" y="2914995"/>
                          <a:pt x="1357460" y="2828042"/>
                        </a:cubicBezTo>
                        <a:cubicBezTo>
                          <a:pt x="646849" y="2682632"/>
                          <a:pt x="42739" y="2274647"/>
                          <a:pt x="0" y="141402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3F3C85-6644-D36D-5915-4E1FB39ADDFE}"/>
              </a:ext>
            </a:extLst>
          </p:cNvPr>
          <p:cNvSpPr txBox="1"/>
          <p:nvPr/>
        </p:nvSpPr>
        <p:spPr>
          <a:xfrm>
            <a:off x="6985882" y="2905780"/>
            <a:ext cx="1782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</a:rPr>
              <a:t>Bro Tip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48A4A-170B-0EDB-5EA5-59ADE6B940D8}"/>
              </a:ext>
            </a:extLst>
          </p:cNvPr>
          <p:cNvSpPr txBox="1"/>
          <p:nvPr/>
        </p:nvSpPr>
        <p:spPr>
          <a:xfrm>
            <a:off x="3340686" y="2905780"/>
            <a:ext cx="1782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>
                <a:solidFill>
                  <a:schemeClr val="bg1"/>
                </a:solidFill>
              </a:rPr>
              <a:t>Vent Out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C9B1F9-7927-2A2B-5BF2-0AA65977C3A1}"/>
              </a:ext>
            </a:extLst>
          </p:cNvPr>
          <p:cNvSpPr txBox="1"/>
          <p:nvPr/>
        </p:nvSpPr>
        <p:spPr>
          <a:xfrm>
            <a:off x="3340686" y="3488079"/>
            <a:ext cx="17826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For Deep, unfiltered talks that feel like therapy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359B3A-9F1B-59DC-4828-1747DF809888}"/>
              </a:ext>
            </a:extLst>
          </p:cNvPr>
          <p:cNvSpPr txBox="1"/>
          <p:nvPr/>
        </p:nvSpPr>
        <p:spPr>
          <a:xfrm>
            <a:off x="6840415" y="3488079"/>
            <a:ext cx="2250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For quick short and to-the-point advices that remove self doubts</a:t>
            </a:r>
          </a:p>
        </p:txBody>
      </p:sp>
      <p:sp>
        <p:nvSpPr>
          <p:cNvPr id="19" name="AutoShape 2" descr=" User">
            <a:extLst>
              <a:ext uri="{FF2B5EF4-FFF2-40B4-BE49-F238E27FC236}">
                <a16:creationId xmlns:a16="http://schemas.microsoft.com/office/drawing/2014/main" id="{DA2541BF-9F7D-4D32-DED6-26E4023EF31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4996" y="351039"/>
            <a:ext cx="1961338" cy="196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User Svg Png Icon Free Download (#107378) - OnlineWebFonts.COM">
            <a:extLst>
              <a:ext uri="{FF2B5EF4-FFF2-40B4-BE49-F238E27FC236}">
                <a16:creationId xmlns:a16="http://schemas.microsoft.com/office/drawing/2014/main" id="{35C1EFB2-D7F9-4585-A7D4-76E60C476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195" y="156557"/>
            <a:ext cx="328981" cy="328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9D8138-7770-CBA1-BEC3-C8F5488269BB}"/>
              </a:ext>
            </a:extLst>
          </p:cNvPr>
          <p:cNvSpPr txBox="1"/>
          <p:nvPr/>
        </p:nvSpPr>
        <p:spPr>
          <a:xfrm>
            <a:off x="8655969" y="161135"/>
            <a:ext cx="990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Username</a:t>
            </a:r>
          </a:p>
        </p:txBody>
      </p:sp>
    </p:spTree>
    <p:extLst>
      <p:ext uri="{BB962C8B-B14F-4D97-AF65-F5344CB8AC3E}">
        <p14:creationId xmlns:p14="http://schemas.microsoft.com/office/powerpoint/2010/main" val="25059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  <a:alpha val="97726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AAC00-25D8-D282-3FC9-464AB85D3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ame-side Corner of Rectangle 1">
            <a:extLst>
              <a:ext uri="{FF2B5EF4-FFF2-40B4-BE49-F238E27FC236}">
                <a16:creationId xmlns:a16="http://schemas.microsoft.com/office/drawing/2014/main" id="{AE0921CF-6096-ED36-C4FD-2C3A1594910F}"/>
              </a:ext>
            </a:extLst>
          </p:cNvPr>
          <p:cNvSpPr/>
          <p:nvPr/>
        </p:nvSpPr>
        <p:spPr>
          <a:xfrm rot="5400000">
            <a:off x="-2169044" y="2243471"/>
            <a:ext cx="6687882" cy="2349795"/>
          </a:xfrm>
          <a:prstGeom prst="round2Same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 Same-side Corner of Rectangle 2">
            <a:extLst>
              <a:ext uri="{FF2B5EF4-FFF2-40B4-BE49-F238E27FC236}">
                <a16:creationId xmlns:a16="http://schemas.microsoft.com/office/drawing/2014/main" id="{6A2D5C5C-75BF-8E99-53EE-6C350B319353}"/>
              </a:ext>
            </a:extLst>
          </p:cNvPr>
          <p:cNvSpPr/>
          <p:nvPr/>
        </p:nvSpPr>
        <p:spPr>
          <a:xfrm rot="16200000">
            <a:off x="7673162" y="2243469"/>
            <a:ext cx="6687882" cy="2349795"/>
          </a:xfrm>
          <a:prstGeom prst="round2Same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EC56A-9E7E-1896-9C0F-C2961D437689}"/>
              </a:ext>
            </a:extLst>
          </p:cNvPr>
          <p:cNvSpPr txBox="1"/>
          <p:nvPr/>
        </p:nvSpPr>
        <p:spPr>
          <a:xfrm>
            <a:off x="2608852" y="89678"/>
            <a:ext cx="1677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lgerian" panose="04020705040A02060702" pitchFamily="82" charset="77"/>
              </a:rPr>
              <a:t>SENTINEL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BFC094-B809-26A9-5339-70DA8E690BFA}"/>
              </a:ext>
            </a:extLst>
          </p:cNvPr>
          <p:cNvSpPr txBox="1"/>
          <p:nvPr/>
        </p:nvSpPr>
        <p:spPr>
          <a:xfrm>
            <a:off x="113122" y="320511"/>
            <a:ext cx="20361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Vent-Out</a:t>
            </a:r>
            <a:r>
              <a:rPr lang="en-US" dirty="0">
                <a:solidFill>
                  <a:schemeClr val="bg1"/>
                </a:solidFill>
              </a:rPr>
              <a:t>                 +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Chat-1</a:t>
            </a:r>
          </a:p>
          <a:p>
            <a:r>
              <a:rPr lang="en-US" dirty="0">
                <a:solidFill>
                  <a:schemeClr val="bg1"/>
                </a:solidFill>
              </a:rPr>
              <a:t>Chat-2</a:t>
            </a:r>
          </a:p>
          <a:p>
            <a:r>
              <a:rPr lang="en-US" dirty="0">
                <a:solidFill>
                  <a:schemeClr val="bg1"/>
                </a:solidFill>
              </a:rPr>
              <a:t>Chat-3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5919C-F467-2D5C-6347-3A3C87150E27}"/>
              </a:ext>
            </a:extLst>
          </p:cNvPr>
          <p:cNvSpPr txBox="1"/>
          <p:nvPr/>
        </p:nvSpPr>
        <p:spPr>
          <a:xfrm>
            <a:off x="156802" y="3418366"/>
            <a:ext cx="20361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bg1"/>
                </a:solidFill>
              </a:rPr>
              <a:t>Bro-Tip</a:t>
            </a:r>
            <a:r>
              <a:rPr lang="en-US" dirty="0">
                <a:solidFill>
                  <a:schemeClr val="bg1"/>
                </a:solidFill>
              </a:rPr>
              <a:t>                    +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Chat-1</a:t>
            </a:r>
          </a:p>
          <a:p>
            <a:r>
              <a:rPr lang="en-US" dirty="0">
                <a:solidFill>
                  <a:schemeClr val="bg1"/>
                </a:solidFill>
              </a:rPr>
              <a:t>Chat-2</a:t>
            </a:r>
          </a:p>
          <a:p>
            <a:r>
              <a:rPr lang="en-US" dirty="0">
                <a:solidFill>
                  <a:schemeClr val="bg1"/>
                </a:solidFill>
              </a:rPr>
              <a:t>Chat-3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2AC33-A618-D988-F313-0445FD9C1297}"/>
              </a:ext>
            </a:extLst>
          </p:cNvPr>
          <p:cNvSpPr txBox="1"/>
          <p:nvPr/>
        </p:nvSpPr>
        <p:spPr>
          <a:xfrm>
            <a:off x="9999009" y="3418366"/>
            <a:ext cx="1954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Long-Term Goals</a:t>
            </a:r>
            <a:r>
              <a:rPr lang="en-US" sz="1600" dirty="0">
                <a:solidFill>
                  <a:schemeClr val="bg1"/>
                </a:solidFill>
              </a:rPr>
              <a:t>               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82EAEC-DD80-3F1C-2CEF-354F5C70A08C}"/>
              </a:ext>
            </a:extLst>
          </p:cNvPr>
          <p:cNvSpPr txBox="1"/>
          <p:nvPr/>
        </p:nvSpPr>
        <p:spPr>
          <a:xfrm>
            <a:off x="9999009" y="1793238"/>
            <a:ext cx="1954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Weekly-Goals</a:t>
            </a:r>
            <a:r>
              <a:rPr lang="en-US" sz="1600" dirty="0">
                <a:solidFill>
                  <a:schemeClr val="bg1"/>
                </a:solidFill>
              </a:rPr>
              <a:t>               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8AF90-25D1-A880-1558-A24A72723E2C}"/>
              </a:ext>
            </a:extLst>
          </p:cNvPr>
          <p:cNvSpPr txBox="1"/>
          <p:nvPr/>
        </p:nvSpPr>
        <p:spPr>
          <a:xfrm>
            <a:off x="9999009" y="4891094"/>
            <a:ext cx="1954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Saved Tips</a:t>
            </a:r>
            <a:r>
              <a:rPr lang="en-US" sz="1600" dirty="0">
                <a:solidFill>
                  <a:schemeClr val="bg1"/>
                </a:solidFill>
              </a:rPr>
              <a:t>               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Tip1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Tip2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260D7E-36EC-8490-2C39-2C7AEB9D9F50}"/>
              </a:ext>
            </a:extLst>
          </p:cNvPr>
          <p:cNvSpPr txBox="1"/>
          <p:nvPr/>
        </p:nvSpPr>
        <p:spPr>
          <a:xfrm>
            <a:off x="9999009" y="320510"/>
            <a:ext cx="1954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bg1"/>
                </a:solidFill>
              </a:rPr>
              <a:t>Daily-Goals</a:t>
            </a:r>
            <a:r>
              <a:rPr lang="en-US" sz="1600" dirty="0">
                <a:solidFill>
                  <a:schemeClr val="bg1"/>
                </a:solidFill>
              </a:rPr>
              <a:t>               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Goal2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FA3CD4-38E5-F272-384E-5920990B73E3}"/>
              </a:ext>
            </a:extLst>
          </p:cNvPr>
          <p:cNvSpPr/>
          <p:nvPr/>
        </p:nvSpPr>
        <p:spPr>
          <a:xfrm>
            <a:off x="2506599" y="5774267"/>
            <a:ext cx="7096794" cy="770466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F91F4-3A2F-6B59-B926-B3D42B53D047}"/>
              </a:ext>
            </a:extLst>
          </p:cNvPr>
          <p:cNvSpPr txBox="1"/>
          <p:nvPr/>
        </p:nvSpPr>
        <p:spPr>
          <a:xfrm>
            <a:off x="2683934" y="5974834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Go ahead, I am here for you</a:t>
            </a:r>
          </a:p>
        </p:txBody>
      </p:sp>
      <p:pic>
        <p:nvPicPr>
          <p:cNvPr id="13" name="Picture 4" descr="User Svg Png Icon Free Download (#107378) - OnlineWebFonts.COM">
            <a:extLst>
              <a:ext uri="{FF2B5EF4-FFF2-40B4-BE49-F238E27FC236}">
                <a16:creationId xmlns:a16="http://schemas.microsoft.com/office/drawing/2014/main" id="{34BC8F48-3E39-C175-991F-3C48AA243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1195" y="156557"/>
            <a:ext cx="328981" cy="328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7B2C82D-C57C-F7FE-C4F0-2BBFF88B40C2}"/>
              </a:ext>
            </a:extLst>
          </p:cNvPr>
          <p:cNvSpPr txBox="1"/>
          <p:nvPr/>
        </p:nvSpPr>
        <p:spPr>
          <a:xfrm>
            <a:off x="8655969" y="161135"/>
            <a:ext cx="9907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Username</a:t>
            </a:r>
          </a:p>
        </p:txBody>
      </p:sp>
    </p:spTree>
    <p:extLst>
      <p:ext uri="{BB962C8B-B14F-4D97-AF65-F5344CB8AC3E}">
        <p14:creationId xmlns:p14="http://schemas.microsoft.com/office/powerpoint/2010/main" val="1044839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8242</TotalTime>
  <Words>207</Words>
  <Application>Microsoft Macintosh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Aptos</vt:lpstr>
      <vt:lpstr>Aptos Display</vt:lpstr>
      <vt:lpstr>Arial</vt:lpstr>
      <vt:lpstr>Engravers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Sonvar</dc:creator>
  <cp:lastModifiedBy>Aditya Sonvar</cp:lastModifiedBy>
  <cp:revision>37</cp:revision>
  <dcterms:created xsi:type="dcterms:W3CDTF">2026-01-23T14:46:57Z</dcterms:created>
  <dcterms:modified xsi:type="dcterms:W3CDTF">2026-01-29T11:10:02Z</dcterms:modified>
</cp:coreProperties>
</file>